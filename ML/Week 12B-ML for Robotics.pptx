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9"/>
  </p:notesMasterIdLst>
  <p:sldIdLst>
    <p:sldId id="614" r:id="rId2"/>
    <p:sldId id="325" r:id="rId3"/>
    <p:sldId id="259" r:id="rId4"/>
    <p:sldId id="260" r:id="rId5"/>
    <p:sldId id="258" r:id="rId6"/>
    <p:sldId id="633" r:id="rId7"/>
    <p:sldId id="634" r:id="rId8"/>
    <p:sldId id="635" r:id="rId9"/>
    <p:sldId id="636" r:id="rId10"/>
    <p:sldId id="637" r:id="rId11"/>
    <p:sldId id="638" r:id="rId12"/>
    <p:sldId id="268" r:id="rId13"/>
    <p:sldId id="639" r:id="rId14"/>
    <p:sldId id="640" r:id="rId15"/>
    <p:sldId id="272" r:id="rId16"/>
    <p:sldId id="273" r:id="rId17"/>
    <p:sldId id="274" r:id="rId18"/>
    <p:sldId id="275" r:id="rId19"/>
    <p:sldId id="276" r:id="rId20"/>
    <p:sldId id="277" r:id="rId21"/>
    <p:sldId id="265" r:id="rId22"/>
    <p:sldId id="278" r:id="rId23"/>
    <p:sldId id="279" r:id="rId24"/>
    <p:sldId id="280" r:id="rId25"/>
    <p:sldId id="281" r:id="rId26"/>
    <p:sldId id="642" r:id="rId27"/>
    <p:sldId id="283" r:id="rId28"/>
    <p:sldId id="284" r:id="rId29"/>
    <p:sldId id="285" r:id="rId30"/>
    <p:sldId id="286" r:id="rId31"/>
    <p:sldId id="288" r:id="rId32"/>
    <p:sldId id="307" r:id="rId33"/>
    <p:sldId id="289" r:id="rId34"/>
    <p:sldId id="287" r:id="rId35"/>
    <p:sldId id="290" r:id="rId36"/>
    <p:sldId id="300" r:id="rId37"/>
    <p:sldId id="301" r:id="rId38"/>
    <p:sldId id="302" r:id="rId39"/>
    <p:sldId id="291" r:id="rId40"/>
    <p:sldId id="293" r:id="rId41"/>
    <p:sldId id="292" r:id="rId42"/>
    <p:sldId id="294" r:id="rId43"/>
    <p:sldId id="295" r:id="rId44"/>
    <p:sldId id="296" r:id="rId45"/>
    <p:sldId id="297" r:id="rId46"/>
    <p:sldId id="298" r:id="rId47"/>
    <p:sldId id="299" r:id="rId48"/>
    <p:sldId id="304" r:id="rId49"/>
    <p:sldId id="305" r:id="rId50"/>
    <p:sldId id="620" r:id="rId51"/>
    <p:sldId id="434" r:id="rId52"/>
    <p:sldId id="621" r:id="rId53"/>
    <p:sldId id="622" r:id="rId54"/>
    <p:sldId id="619" r:id="rId55"/>
    <p:sldId id="623" r:id="rId56"/>
    <p:sldId id="624" r:id="rId57"/>
    <p:sldId id="28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07A665-4F0B-904C-AC58-2FB10F1B12D6}">
          <p14:sldIdLst>
            <p14:sldId id="614"/>
            <p14:sldId id="325"/>
          </p14:sldIdLst>
        </p14:section>
        <p14:section name="Default Section" id="{F919702C-8156-4341-9703-3AE9EDEB7749}">
          <p14:sldIdLst>
            <p14:sldId id="259"/>
            <p14:sldId id="260"/>
            <p14:sldId id="258"/>
            <p14:sldId id="633"/>
            <p14:sldId id="634"/>
            <p14:sldId id="635"/>
            <p14:sldId id="636"/>
            <p14:sldId id="637"/>
            <p14:sldId id="638"/>
            <p14:sldId id="268"/>
            <p14:sldId id="639"/>
            <p14:sldId id="640"/>
            <p14:sldId id="272"/>
            <p14:sldId id="273"/>
            <p14:sldId id="274"/>
            <p14:sldId id="275"/>
            <p14:sldId id="276"/>
            <p14:sldId id="277"/>
            <p14:sldId id="265"/>
            <p14:sldId id="278"/>
            <p14:sldId id="279"/>
            <p14:sldId id="280"/>
            <p14:sldId id="281"/>
            <p14:sldId id="642"/>
            <p14:sldId id="283"/>
            <p14:sldId id="284"/>
            <p14:sldId id="285"/>
            <p14:sldId id="286"/>
            <p14:sldId id="288"/>
            <p14:sldId id="307"/>
            <p14:sldId id="289"/>
            <p14:sldId id="287"/>
            <p14:sldId id="290"/>
            <p14:sldId id="300"/>
            <p14:sldId id="301"/>
            <p14:sldId id="302"/>
            <p14:sldId id="291"/>
            <p14:sldId id="293"/>
            <p14:sldId id="292"/>
            <p14:sldId id="294"/>
            <p14:sldId id="295"/>
            <p14:sldId id="296"/>
            <p14:sldId id="297"/>
            <p14:sldId id="298"/>
            <p14:sldId id="299"/>
            <p14:sldId id="304"/>
            <p14:sldId id="305"/>
            <p14:sldId id="620"/>
            <p14:sldId id="434"/>
            <p14:sldId id="621"/>
            <p14:sldId id="622"/>
            <p14:sldId id="619"/>
            <p14:sldId id="623"/>
            <p14:sldId id="624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5287"/>
    <a:srgbClr val="1797B5"/>
    <a:srgbClr val="E1C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3CC802-5726-B647-B61A-99093629D970}" v="27" dt="2026-04-06T03:46:22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53" autoAdjust="0"/>
    <p:restoredTop sz="94486"/>
  </p:normalViewPr>
  <p:slideViewPr>
    <p:cSldViewPr snapToGrid="0">
      <p:cViewPr varScale="1">
        <p:scale>
          <a:sx n="65" d="100"/>
          <a:sy n="65" d="100"/>
        </p:scale>
        <p:origin x="208" y="1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449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A6EA75-C3C7-4CA8-B2CD-C71418ECE4F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D1A7C3-488A-494A-950D-60F79E5D31FF}">
      <dgm:prSet/>
      <dgm:spPr/>
      <dgm:t>
        <a:bodyPr/>
        <a:lstStyle/>
        <a:p>
          <a:r>
            <a:rPr lang="en-GB" b="1" i="0" baseline="0" dirty="0"/>
            <a:t>Machine Learning for Robotics </a:t>
          </a:r>
          <a:endParaRPr lang="en-US" dirty="0"/>
        </a:p>
      </dgm:t>
    </dgm:pt>
    <dgm:pt modelId="{0DF627D1-5DE5-4ACE-ADA2-90D4EC763F2C}" type="parTrans" cxnId="{558A1781-96DE-4AC5-A865-4BF4E06900E8}">
      <dgm:prSet/>
      <dgm:spPr/>
      <dgm:t>
        <a:bodyPr/>
        <a:lstStyle/>
        <a:p>
          <a:endParaRPr lang="en-US"/>
        </a:p>
      </dgm:t>
    </dgm:pt>
    <dgm:pt modelId="{3CAA97A0-A99E-4E9C-B1B5-C1AECC89CD88}" type="sibTrans" cxnId="{558A1781-96DE-4AC5-A865-4BF4E06900E8}">
      <dgm:prSet/>
      <dgm:spPr/>
      <dgm:t>
        <a:bodyPr/>
        <a:lstStyle/>
        <a:p>
          <a:endParaRPr lang="en-US"/>
        </a:p>
      </dgm:t>
    </dgm:pt>
    <dgm:pt modelId="{022E0EAA-A969-416C-B59C-E3ADA1A21447}">
      <dgm:prSet custT="1"/>
      <dgm:spPr/>
      <dgm:t>
        <a:bodyPr/>
        <a:lstStyle/>
        <a:p>
          <a:r>
            <a:rPr lang="en-US" sz="3400" kern="1200" dirty="0"/>
            <a:t>Week # 12: Regression </a:t>
          </a:r>
          <a:endParaRPr lang="en-US" sz="3400" kern="1200" spc="-2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+mn-lt"/>
            <a:ea typeface="+mn-ea"/>
            <a:cs typeface="+mn-cs"/>
          </a:endParaRPr>
        </a:p>
      </dgm:t>
    </dgm:pt>
    <dgm:pt modelId="{A24E25FF-5689-4EAA-9727-4CF2C351AC52}" type="parTrans" cxnId="{A8559979-BDA4-4B34-B14E-8D5D74AD9719}">
      <dgm:prSet/>
      <dgm:spPr/>
      <dgm:t>
        <a:bodyPr/>
        <a:lstStyle/>
        <a:p>
          <a:endParaRPr lang="en-US"/>
        </a:p>
      </dgm:t>
    </dgm:pt>
    <dgm:pt modelId="{1996EFBF-683C-4CDA-A0B3-070A1D4F3CE1}" type="sibTrans" cxnId="{A8559979-BDA4-4B34-B14E-8D5D74AD9719}">
      <dgm:prSet/>
      <dgm:spPr/>
      <dgm:t>
        <a:bodyPr/>
        <a:lstStyle/>
        <a:p>
          <a:endParaRPr lang="en-US"/>
        </a:p>
      </dgm:t>
    </dgm:pt>
    <dgm:pt modelId="{24332A33-C997-ED4A-A9B1-F7718D9C2E52}" type="pres">
      <dgm:prSet presAssocID="{96A6EA75-C3C7-4CA8-B2CD-C71418ECE4F4}" presName="vert0" presStyleCnt="0">
        <dgm:presLayoutVars>
          <dgm:dir/>
          <dgm:animOne val="branch"/>
          <dgm:animLvl val="lvl"/>
        </dgm:presLayoutVars>
      </dgm:prSet>
      <dgm:spPr/>
    </dgm:pt>
    <dgm:pt modelId="{D586BDF5-7A6C-0C49-8B02-25968B5F170C}" type="pres">
      <dgm:prSet presAssocID="{BAD1A7C3-488A-494A-950D-60F79E5D31FF}" presName="thickLine" presStyleLbl="alignNode1" presStyleIdx="0" presStyleCnt="2"/>
      <dgm:spPr/>
    </dgm:pt>
    <dgm:pt modelId="{AD12836D-D8CC-5E45-A3DE-BE4F8597481F}" type="pres">
      <dgm:prSet presAssocID="{BAD1A7C3-488A-494A-950D-60F79E5D31FF}" presName="horz1" presStyleCnt="0"/>
      <dgm:spPr/>
    </dgm:pt>
    <dgm:pt modelId="{34C72527-BD86-3C4A-8235-CCEFBDC63439}" type="pres">
      <dgm:prSet presAssocID="{BAD1A7C3-488A-494A-950D-60F79E5D31FF}" presName="tx1" presStyleLbl="revTx" presStyleIdx="0" presStyleCnt="2"/>
      <dgm:spPr/>
    </dgm:pt>
    <dgm:pt modelId="{E699F368-B729-6A48-87F4-7DF59DC956E6}" type="pres">
      <dgm:prSet presAssocID="{BAD1A7C3-488A-494A-950D-60F79E5D31FF}" presName="vert1" presStyleCnt="0"/>
      <dgm:spPr/>
    </dgm:pt>
    <dgm:pt modelId="{C7F165C2-2C6B-7B48-81CF-CFC27CF5E06A}" type="pres">
      <dgm:prSet presAssocID="{022E0EAA-A969-416C-B59C-E3ADA1A21447}" presName="thickLine" presStyleLbl="alignNode1" presStyleIdx="1" presStyleCnt="2"/>
      <dgm:spPr/>
    </dgm:pt>
    <dgm:pt modelId="{B0560E7F-D1CF-4140-8C74-E8212EC5D6AC}" type="pres">
      <dgm:prSet presAssocID="{022E0EAA-A969-416C-B59C-E3ADA1A21447}" presName="horz1" presStyleCnt="0"/>
      <dgm:spPr/>
    </dgm:pt>
    <dgm:pt modelId="{30828085-CC8D-FF47-9E91-14A4CC5A6628}" type="pres">
      <dgm:prSet presAssocID="{022E0EAA-A969-416C-B59C-E3ADA1A21447}" presName="tx1" presStyleLbl="revTx" presStyleIdx="1" presStyleCnt="2"/>
      <dgm:spPr/>
    </dgm:pt>
    <dgm:pt modelId="{C829565E-D037-E340-AE6C-2377E7168F5F}" type="pres">
      <dgm:prSet presAssocID="{022E0EAA-A969-416C-B59C-E3ADA1A21447}" presName="vert1" presStyleCnt="0"/>
      <dgm:spPr/>
    </dgm:pt>
  </dgm:ptLst>
  <dgm:cxnLst>
    <dgm:cxn modelId="{5BB2561C-E56B-354D-8875-45A624156C84}" type="presOf" srcId="{BAD1A7C3-488A-494A-950D-60F79E5D31FF}" destId="{34C72527-BD86-3C4A-8235-CCEFBDC63439}" srcOrd="0" destOrd="0" presId="urn:microsoft.com/office/officeart/2008/layout/LinedList"/>
    <dgm:cxn modelId="{ACA17A68-A608-714A-835A-3945DD70EDD5}" type="presOf" srcId="{96A6EA75-C3C7-4CA8-B2CD-C71418ECE4F4}" destId="{24332A33-C997-ED4A-A9B1-F7718D9C2E52}" srcOrd="0" destOrd="0" presId="urn:microsoft.com/office/officeart/2008/layout/LinedList"/>
    <dgm:cxn modelId="{A8559979-BDA4-4B34-B14E-8D5D74AD9719}" srcId="{96A6EA75-C3C7-4CA8-B2CD-C71418ECE4F4}" destId="{022E0EAA-A969-416C-B59C-E3ADA1A21447}" srcOrd="1" destOrd="0" parTransId="{A24E25FF-5689-4EAA-9727-4CF2C351AC52}" sibTransId="{1996EFBF-683C-4CDA-A0B3-070A1D4F3CE1}"/>
    <dgm:cxn modelId="{558A1781-96DE-4AC5-A865-4BF4E06900E8}" srcId="{96A6EA75-C3C7-4CA8-B2CD-C71418ECE4F4}" destId="{BAD1A7C3-488A-494A-950D-60F79E5D31FF}" srcOrd="0" destOrd="0" parTransId="{0DF627D1-5DE5-4ACE-ADA2-90D4EC763F2C}" sibTransId="{3CAA97A0-A99E-4E9C-B1B5-C1AECC89CD88}"/>
    <dgm:cxn modelId="{0761F4C4-982C-074E-90FA-5BD0548C9484}" type="presOf" srcId="{022E0EAA-A969-416C-B59C-E3ADA1A21447}" destId="{30828085-CC8D-FF47-9E91-14A4CC5A6628}" srcOrd="0" destOrd="0" presId="urn:microsoft.com/office/officeart/2008/layout/LinedList"/>
    <dgm:cxn modelId="{B72D56D5-F18C-7A43-BAAD-3C495E9809C7}" type="presParOf" srcId="{24332A33-C997-ED4A-A9B1-F7718D9C2E52}" destId="{D586BDF5-7A6C-0C49-8B02-25968B5F170C}" srcOrd="0" destOrd="0" presId="urn:microsoft.com/office/officeart/2008/layout/LinedList"/>
    <dgm:cxn modelId="{8CACE8B4-0E2A-AC4D-94F3-46E374506766}" type="presParOf" srcId="{24332A33-C997-ED4A-A9B1-F7718D9C2E52}" destId="{AD12836D-D8CC-5E45-A3DE-BE4F8597481F}" srcOrd="1" destOrd="0" presId="urn:microsoft.com/office/officeart/2008/layout/LinedList"/>
    <dgm:cxn modelId="{F53F7BE3-9801-2C46-8665-B7CF21B2F15B}" type="presParOf" srcId="{AD12836D-D8CC-5E45-A3DE-BE4F8597481F}" destId="{34C72527-BD86-3C4A-8235-CCEFBDC63439}" srcOrd="0" destOrd="0" presId="urn:microsoft.com/office/officeart/2008/layout/LinedList"/>
    <dgm:cxn modelId="{0F334415-3488-3C4C-B1BE-FBA95781DB98}" type="presParOf" srcId="{AD12836D-D8CC-5E45-A3DE-BE4F8597481F}" destId="{E699F368-B729-6A48-87F4-7DF59DC956E6}" srcOrd="1" destOrd="0" presId="urn:microsoft.com/office/officeart/2008/layout/LinedList"/>
    <dgm:cxn modelId="{04F6478D-6397-1541-9B1B-45744A7C0B65}" type="presParOf" srcId="{24332A33-C997-ED4A-A9B1-F7718D9C2E52}" destId="{C7F165C2-2C6B-7B48-81CF-CFC27CF5E06A}" srcOrd="2" destOrd="0" presId="urn:microsoft.com/office/officeart/2008/layout/LinedList"/>
    <dgm:cxn modelId="{DB125091-C506-4546-A1AC-6FBABD71DDFC}" type="presParOf" srcId="{24332A33-C997-ED4A-A9B1-F7718D9C2E52}" destId="{B0560E7F-D1CF-4140-8C74-E8212EC5D6AC}" srcOrd="3" destOrd="0" presId="urn:microsoft.com/office/officeart/2008/layout/LinedList"/>
    <dgm:cxn modelId="{0A53193B-8764-8F45-9134-8A51FFDBB3F5}" type="presParOf" srcId="{B0560E7F-D1CF-4140-8C74-E8212EC5D6AC}" destId="{30828085-CC8D-FF47-9E91-14A4CC5A6628}" srcOrd="0" destOrd="0" presId="urn:microsoft.com/office/officeart/2008/layout/LinedList"/>
    <dgm:cxn modelId="{E0125E65-22FD-BA49-9574-FAE136CD7A46}" type="presParOf" srcId="{B0560E7F-D1CF-4140-8C74-E8212EC5D6AC}" destId="{C829565E-D037-E340-AE6C-2377E7168F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0C4E1A-4BEB-4F48-8E0F-11EF5CA574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8BFCF78-B3E0-4A0F-AA9C-AE36E826097E}">
      <dgm:prSet custT="1"/>
      <dgm:spPr/>
      <dgm:t>
        <a:bodyPr/>
        <a:lstStyle/>
        <a:p>
          <a:r>
            <a:rPr lang="en-US" sz="2000" dirty="0"/>
            <a:t>In statistics, simple linear regression is a linear regression model with a single explanatory variable. </a:t>
          </a:r>
        </a:p>
      </dgm:t>
    </dgm:pt>
    <dgm:pt modelId="{4D98D7B7-BA45-42DC-BCE2-B88F316663EA}" type="parTrans" cxnId="{284E9E32-8CB1-4053-A45D-E576CC0C69E6}">
      <dgm:prSet/>
      <dgm:spPr/>
      <dgm:t>
        <a:bodyPr/>
        <a:lstStyle/>
        <a:p>
          <a:endParaRPr lang="en-US"/>
        </a:p>
      </dgm:t>
    </dgm:pt>
    <dgm:pt modelId="{2F2C691A-1475-4714-A409-9AB45F8FCCC8}" type="sibTrans" cxnId="{284E9E32-8CB1-4053-A45D-E576CC0C69E6}">
      <dgm:prSet/>
      <dgm:spPr/>
      <dgm:t>
        <a:bodyPr/>
        <a:lstStyle/>
        <a:p>
          <a:endParaRPr lang="en-US"/>
        </a:p>
      </dgm:t>
    </dgm:pt>
    <dgm:pt modelId="{316E10AA-31E4-4C40-821F-E93497E51121}">
      <dgm:prSet custT="1"/>
      <dgm:spPr/>
      <dgm:t>
        <a:bodyPr/>
        <a:lstStyle/>
        <a:p>
          <a:r>
            <a:rPr lang="en-US" sz="1800" dirty="0"/>
            <a:t>It concerns two-dimensional sample points with one independent variable and one dependent variable (conventionally, the x and y coordinates in a Cartesian coordinate system) </a:t>
          </a:r>
        </a:p>
      </dgm:t>
    </dgm:pt>
    <dgm:pt modelId="{614D2764-C822-405E-8AA2-80A1C2324DD6}" type="parTrans" cxnId="{438FD199-C42B-4672-9A04-B7F30BA1B512}">
      <dgm:prSet/>
      <dgm:spPr/>
      <dgm:t>
        <a:bodyPr/>
        <a:lstStyle/>
        <a:p>
          <a:endParaRPr lang="en-US"/>
        </a:p>
      </dgm:t>
    </dgm:pt>
    <dgm:pt modelId="{0EF14446-464E-42FD-8FBB-83C23351927F}" type="sibTrans" cxnId="{438FD199-C42B-4672-9A04-B7F30BA1B512}">
      <dgm:prSet/>
      <dgm:spPr/>
      <dgm:t>
        <a:bodyPr/>
        <a:lstStyle/>
        <a:p>
          <a:endParaRPr lang="en-US"/>
        </a:p>
      </dgm:t>
    </dgm:pt>
    <dgm:pt modelId="{1742F203-6C17-41CC-96FC-75A23269A690}">
      <dgm:prSet custT="1"/>
      <dgm:spPr/>
      <dgm:t>
        <a:bodyPr/>
        <a:lstStyle/>
        <a:p>
          <a:r>
            <a:rPr lang="en-US" sz="2000" dirty="0"/>
            <a:t>It finds a linear function (a non-vertical straight line) that, as accurately as possible, predicts the dependent variable values as a function of the independent variable.</a:t>
          </a:r>
        </a:p>
      </dgm:t>
    </dgm:pt>
    <dgm:pt modelId="{A92072CE-2940-4A64-BD43-DA7C93CB7705}" type="parTrans" cxnId="{163F8DBE-6E29-4095-8EE1-F71AD2C1B47C}">
      <dgm:prSet/>
      <dgm:spPr/>
      <dgm:t>
        <a:bodyPr/>
        <a:lstStyle/>
        <a:p>
          <a:endParaRPr lang="en-US"/>
        </a:p>
      </dgm:t>
    </dgm:pt>
    <dgm:pt modelId="{2DC1D090-D892-4EC3-A679-86E13E8BA02D}" type="sibTrans" cxnId="{163F8DBE-6E29-4095-8EE1-F71AD2C1B47C}">
      <dgm:prSet/>
      <dgm:spPr/>
      <dgm:t>
        <a:bodyPr/>
        <a:lstStyle/>
        <a:p>
          <a:endParaRPr lang="en-US"/>
        </a:p>
      </dgm:t>
    </dgm:pt>
    <dgm:pt modelId="{E52971C0-0A73-4117-AA49-8E09283E181B}">
      <dgm:prSet/>
      <dgm:spPr/>
      <dgm:t>
        <a:bodyPr/>
        <a:lstStyle/>
        <a:p>
          <a:r>
            <a:rPr lang="en-US"/>
            <a:t>Simply put, Simple linear regression is used to estimate the relationship between two quantitative variables.</a:t>
          </a:r>
        </a:p>
      </dgm:t>
    </dgm:pt>
    <dgm:pt modelId="{186B42E6-3AC8-4A63-BA8C-A03E372B7B5E}" type="parTrans" cxnId="{AEAD55C3-A7BA-471E-BAA2-0A361B253BD5}">
      <dgm:prSet/>
      <dgm:spPr/>
      <dgm:t>
        <a:bodyPr/>
        <a:lstStyle/>
        <a:p>
          <a:endParaRPr lang="en-US"/>
        </a:p>
      </dgm:t>
    </dgm:pt>
    <dgm:pt modelId="{3D06B5D1-2C0E-4FE5-A4FF-7588F6890C77}" type="sibTrans" cxnId="{AEAD55C3-A7BA-471E-BAA2-0A361B253BD5}">
      <dgm:prSet/>
      <dgm:spPr/>
      <dgm:t>
        <a:bodyPr/>
        <a:lstStyle/>
        <a:p>
          <a:endParaRPr lang="en-US"/>
        </a:p>
      </dgm:t>
    </dgm:pt>
    <dgm:pt modelId="{1B79C67E-093C-4967-A84C-A93AC2AAA7C8}" type="pres">
      <dgm:prSet presAssocID="{120C4E1A-4BEB-4F48-8E0F-11EF5CA57409}" presName="root" presStyleCnt="0">
        <dgm:presLayoutVars>
          <dgm:dir/>
          <dgm:resizeHandles val="exact"/>
        </dgm:presLayoutVars>
      </dgm:prSet>
      <dgm:spPr/>
    </dgm:pt>
    <dgm:pt modelId="{317ABBCF-56F5-4C9E-9AD5-C5EFCFCACDB3}" type="pres">
      <dgm:prSet presAssocID="{18BFCF78-B3E0-4A0F-AA9C-AE36E826097E}" presName="compNode" presStyleCnt="0"/>
      <dgm:spPr/>
    </dgm:pt>
    <dgm:pt modelId="{3A3306D4-BD08-4933-A8E8-92392E80F133}" type="pres">
      <dgm:prSet presAssocID="{18BFCF78-B3E0-4A0F-AA9C-AE36E826097E}" presName="bgRect" presStyleLbl="bgShp" presStyleIdx="0" presStyleCnt="4"/>
      <dgm:spPr/>
    </dgm:pt>
    <dgm:pt modelId="{59113A09-BF55-4C4C-9DB4-EB90C884F71F}" type="pres">
      <dgm:prSet presAssocID="{18BFCF78-B3E0-4A0F-AA9C-AE36E82609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9B85505-E751-4649-8599-1312F25F2D9E}" type="pres">
      <dgm:prSet presAssocID="{18BFCF78-B3E0-4A0F-AA9C-AE36E826097E}" presName="spaceRect" presStyleCnt="0"/>
      <dgm:spPr/>
    </dgm:pt>
    <dgm:pt modelId="{B2F96C71-A219-4857-AF8F-4683A9A702B1}" type="pres">
      <dgm:prSet presAssocID="{18BFCF78-B3E0-4A0F-AA9C-AE36E826097E}" presName="parTx" presStyleLbl="revTx" presStyleIdx="0" presStyleCnt="4">
        <dgm:presLayoutVars>
          <dgm:chMax val="0"/>
          <dgm:chPref val="0"/>
        </dgm:presLayoutVars>
      </dgm:prSet>
      <dgm:spPr/>
    </dgm:pt>
    <dgm:pt modelId="{1155487E-8EDF-47A4-9BFA-39CB54BEA91D}" type="pres">
      <dgm:prSet presAssocID="{2F2C691A-1475-4714-A409-9AB45F8FCCC8}" presName="sibTrans" presStyleCnt="0"/>
      <dgm:spPr/>
    </dgm:pt>
    <dgm:pt modelId="{BF98C502-3688-4F42-9F48-2586BFD97B3D}" type="pres">
      <dgm:prSet presAssocID="{316E10AA-31E4-4C40-821F-E93497E51121}" presName="compNode" presStyleCnt="0"/>
      <dgm:spPr/>
    </dgm:pt>
    <dgm:pt modelId="{C52AA937-4CCE-488B-92A1-016637F4099B}" type="pres">
      <dgm:prSet presAssocID="{316E10AA-31E4-4C40-821F-E93497E51121}" presName="bgRect" presStyleLbl="bgShp" presStyleIdx="1" presStyleCnt="4"/>
      <dgm:spPr/>
    </dgm:pt>
    <dgm:pt modelId="{B9053C39-E4EB-47B2-9568-7D9B71D6F57E}" type="pres">
      <dgm:prSet presAssocID="{316E10AA-31E4-4C40-821F-E93497E5112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6DBEA0E-8A20-481F-8278-7307A67B58BA}" type="pres">
      <dgm:prSet presAssocID="{316E10AA-31E4-4C40-821F-E93497E51121}" presName="spaceRect" presStyleCnt="0"/>
      <dgm:spPr/>
    </dgm:pt>
    <dgm:pt modelId="{524025DF-8562-4295-87AA-DA18F0871C20}" type="pres">
      <dgm:prSet presAssocID="{316E10AA-31E4-4C40-821F-E93497E51121}" presName="parTx" presStyleLbl="revTx" presStyleIdx="1" presStyleCnt="4">
        <dgm:presLayoutVars>
          <dgm:chMax val="0"/>
          <dgm:chPref val="0"/>
        </dgm:presLayoutVars>
      </dgm:prSet>
      <dgm:spPr/>
    </dgm:pt>
    <dgm:pt modelId="{204D98CF-A455-43AF-A112-A8C7263AEAE4}" type="pres">
      <dgm:prSet presAssocID="{0EF14446-464E-42FD-8FBB-83C23351927F}" presName="sibTrans" presStyleCnt="0"/>
      <dgm:spPr/>
    </dgm:pt>
    <dgm:pt modelId="{F280D46D-F1A7-4730-8DBE-48626DA84A28}" type="pres">
      <dgm:prSet presAssocID="{1742F203-6C17-41CC-96FC-75A23269A690}" presName="compNode" presStyleCnt="0"/>
      <dgm:spPr/>
    </dgm:pt>
    <dgm:pt modelId="{F9DC4090-E408-4C4F-A68A-126714DB0779}" type="pres">
      <dgm:prSet presAssocID="{1742F203-6C17-41CC-96FC-75A23269A690}" presName="bgRect" presStyleLbl="bgShp" presStyleIdx="2" presStyleCnt="4"/>
      <dgm:spPr/>
    </dgm:pt>
    <dgm:pt modelId="{DB0F2E82-CCE5-464B-ACA2-719E9675371F}" type="pres">
      <dgm:prSet presAssocID="{1742F203-6C17-41CC-96FC-75A23269A69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1F363F10-DE40-4B41-9430-3DB03936E830}" type="pres">
      <dgm:prSet presAssocID="{1742F203-6C17-41CC-96FC-75A23269A690}" presName="spaceRect" presStyleCnt="0"/>
      <dgm:spPr/>
    </dgm:pt>
    <dgm:pt modelId="{9EE8E21B-8FE8-4E35-B4BB-595DF003FDC5}" type="pres">
      <dgm:prSet presAssocID="{1742F203-6C17-41CC-96FC-75A23269A690}" presName="parTx" presStyleLbl="revTx" presStyleIdx="2" presStyleCnt="4">
        <dgm:presLayoutVars>
          <dgm:chMax val="0"/>
          <dgm:chPref val="0"/>
        </dgm:presLayoutVars>
      </dgm:prSet>
      <dgm:spPr/>
    </dgm:pt>
    <dgm:pt modelId="{A1919CD1-F6E1-4423-9E8D-47FAAA1C3211}" type="pres">
      <dgm:prSet presAssocID="{2DC1D090-D892-4EC3-A679-86E13E8BA02D}" presName="sibTrans" presStyleCnt="0"/>
      <dgm:spPr/>
    </dgm:pt>
    <dgm:pt modelId="{43C95F37-E57C-4B24-8153-2BC94EE6D53E}" type="pres">
      <dgm:prSet presAssocID="{E52971C0-0A73-4117-AA49-8E09283E181B}" presName="compNode" presStyleCnt="0"/>
      <dgm:spPr/>
    </dgm:pt>
    <dgm:pt modelId="{9B07A6E8-080A-456B-AA37-3709857FBF12}" type="pres">
      <dgm:prSet presAssocID="{E52971C0-0A73-4117-AA49-8E09283E181B}" presName="bgRect" presStyleLbl="bgShp" presStyleIdx="3" presStyleCnt="4"/>
      <dgm:spPr/>
    </dgm:pt>
    <dgm:pt modelId="{F8E3C970-3C27-429C-AA05-DB7A268858D2}" type="pres">
      <dgm:prSet presAssocID="{E52971C0-0A73-4117-AA49-8E09283E181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790BABE9-C15D-450A-AB5E-C49FD512BDD7}" type="pres">
      <dgm:prSet presAssocID="{E52971C0-0A73-4117-AA49-8E09283E181B}" presName="spaceRect" presStyleCnt="0"/>
      <dgm:spPr/>
    </dgm:pt>
    <dgm:pt modelId="{4FFB24E7-A1DA-48C2-B87F-70A65088C861}" type="pres">
      <dgm:prSet presAssocID="{E52971C0-0A73-4117-AA49-8E09283E181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84E9E32-8CB1-4053-A45D-E576CC0C69E6}" srcId="{120C4E1A-4BEB-4F48-8E0F-11EF5CA57409}" destId="{18BFCF78-B3E0-4A0F-AA9C-AE36E826097E}" srcOrd="0" destOrd="0" parTransId="{4D98D7B7-BA45-42DC-BCE2-B88F316663EA}" sibTransId="{2F2C691A-1475-4714-A409-9AB45F8FCCC8}"/>
    <dgm:cxn modelId="{83EBEB6D-41B1-4AAA-ACAF-8431E89137E8}" type="presOf" srcId="{316E10AA-31E4-4C40-821F-E93497E51121}" destId="{524025DF-8562-4295-87AA-DA18F0871C20}" srcOrd="0" destOrd="0" presId="urn:microsoft.com/office/officeart/2018/2/layout/IconVerticalSolidList"/>
    <dgm:cxn modelId="{2B872D74-9286-45D7-BFC7-CA7CEC0AF117}" type="presOf" srcId="{1742F203-6C17-41CC-96FC-75A23269A690}" destId="{9EE8E21B-8FE8-4E35-B4BB-595DF003FDC5}" srcOrd="0" destOrd="0" presId="urn:microsoft.com/office/officeart/2018/2/layout/IconVerticalSolidList"/>
    <dgm:cxn modelId="{438FD199-C42B-4672-9A04-B7F30BA1B512}" srcId="{120C4E1A-4BEB-4F48-8E0F-11EF5CA57409}" destId="{316E10AA-31E4-4C40-821F-E93497E51121}" srcOrd="1" destOrd="0" parTransId="{614D2764-C822-405E-8AA2-80A1C2324DD6}" sibTransId="{0EF14446-464E-42FD-8FBB-83C23351927F}"/>
    <dgm:cxn modelId="{163F8DBE-6E29-4095-8EE1-F71AD2C1B47C}" srcId="{120C4E1A-4BEB-4F48-8E0F-11EF5CA57409}" destId="{1742F203-6C17-41CC-96FC-75A23269A690}" srcOrd="2" destOrd="0" parTransId="{A92072CE-2940-4A64-BD43-DA7C93CB7705}" sibTransId="{2DC1D090-D892-4EC3-A679-86E13E8BA02D}"/>
    <dgm:cxn modelId="{AEAD55C3-A7BA-471E-BAA2-0A361B253BD5}" srcId="{120C4E1A-4BEB-4F48-8E0F-11EF5CA57409}" destId="{E52971C0-0A73-4117-AA49-8E09283E181B}" srcOrd="3" destOrd="0" parTransId="{186B42E6-3AC8-4A63-BA8C-A03E372B7B5E}" sibTransId="{3D06B5D1-2C0E-4FE5-A4FF-7588F6890C77}"/>
    <dgm:cxn modelId="{808FDDD6-67D8-4F59-9967-B4EF3408FB21}" type="presOf" srcId="{E52971C0-0A73-4117-AA49-8E09283E181B}" destId="{4FFB24E7-A1DA-48C2-B87F-70A65088C861}" srcOrd="0" destOrd="0" presId="urn:microsoft.com/office/officeart/2018/2/layout/IconVerticalSolidList"/>
    <dgm:cxn modelId="{9DF464E1-2556-4C13-925C-E7478BAF3B79}" type="presOf" srcId="{120C4E1A-4BEB-4F48-8E0F-11EF5CA57409}" destId="{1B79C67E-093C-4967-A84C-A93AC2AAA7C8}" srcOrd="0" destOrd="0" presId="urn:microsoft.com/office/officeart/2018/2/layout/IconVerticalSolidList"/>
    <dgm:cxn modelId="{DD6F0DED-8D38-4103-9B54-A315E348B224}" type="presOf" srcId="{18BFCF78-B3E0-4A0F-AA9C-AE36E826097E}" destId="{B2F96C71-A219-4857-AF8F-4683A9A702B1}" srcOrd="0" destOrd="0" presId="urn:microsoft.com/office/officeart/2018/2/layout/IconVerticalSolidList"/>
    <dgm:cxn modelId="{202B3F1D-03F6-4833-8E41-45D532F356DE}" type="presParOf" srcId="{1B79C67E-093C-4967-A84C-A93AC2AAA7C8}" destId="{317ABBCF-56F5-4C9E-9AD5-C5EFCFCACDB3}" srcOrd="0" destOrd="0" presId="urn:microsoft.com/office/officeart/2018/2/layout/IconVerticalSolidList"/>
    <dgm:cxn modelId="{6B7D545B-ED33-496C-ADB6-0209F7D60E9F}" type="presParOf" srcId="{317ABBCF-56F5-4C9E-9AD5-C5EFCFCACDB3}" destId="{3A3306D4-BD08-4933-A8E8-92392E80F133}" srcOrd="0" destOrd="0" presId="urn:microsoft.com/office/officeart/2018/2/layout/IconVerticalSolidList"/>
    <dgm:cxn modelId="{70CD4514-E892-47E0-A570-D012B32BEF78}" type="presParOf" srcId="{317ABBCF-56F5-4C9E-9AD5-C5EFCFCACDB3}" destId="{59113A09-BF55-4C4C-9DB4-EB90C884F71F}" srcOrd="1" destOrd="0" presId="urn:microsoft.com/office/officeart/2018/2/layout/IconVerticalSolidList"/>
    <dgm:cxn modelId="{49479203-16FD-47DB-9690-2179E087FABC}" type="presParOf" srcId="{317ABBCF-56F5-4C9E-9AD5-C5EFCFCACDB3}" destId="{59B85505-E751-4649-8599-1312F25F2D9E}" srcOrd="2" destOrd="0" presId="urn:microsoft.com/office/officeart/2018/2/layout/IconVerticalSolidList"/>
    <dgm:cxn modelId="{24611D72-5057-45E6-97DF-E97DF3B69486}" type="presParOf" srcId="{317ABBCF-56F5-4C9E-9AD5-C5EFCFCACDB3}" destId="{B2F96C71-A219-4857-AF8F-4683A9A702B1}" srcOrd="3" destOrd="0" presId="urn:microsoft.com/office/officeart/2018/2/layout/IconVerticalSolidList"/>
    <dgm:cxn modelId="{2BAC4E36-8520-4A31-93E2-1046AE42A5F2}" type="presParOf" srcId="{1B79C67E-093C-4967-A84C-A93AC2AAA7C8}" destId="{1155487E-8EDF-47A4-9BFA-39CB54BEA91D}" srcOrd="1" destOrd="0" presId="urn:microsoft.com/office/officeart/2018/2/layout/IconVerticalSolidList"/>
    <dgm:cxn modelId="{582966FF-D80D-4F21-ADD1-BB1F88FDED76}" type="presParOf" srcId="{1B79C67E-093C-4967-A84C-A93AC2AAA7C8}" destId="{BF98C502-3688-4F42-9F48-2586BFD97B3D}" srcOrd="2" destOrd="0" presId="urn:microsoft.com/office/officeart/2018/2/layout/IconVerticalSolidList"/>
    <dgm:cxn modelId="{FE2B4D67-B60C-4A69-8486-DE9BC7106A6C}" type="presParOf" srcId="{BF98C502-3688-4F42-9F48-2586BFD97B3D}" destId="{C52AA937-4CCE-488B-92A1-016637F4099B}" srcOrd="0" destOrd="0" presId="urn:microsoft.com/office/officeart/2018/2/layout/IconVerticalSolidList"/>
    <dgm:cxn modelId="{B5B7F84D-D2E5-4246-80D3-1AA21F33BC53}" type="presParOf" srcId="{BF98C502-3688-4F42-9F48-2586BFD97B3D}" destId="{B9053C39-E4EB-47B2-9568-7D9B71D6F57E}" srcOrd="1" destOrd="0" presId="urn:microsoft.com/office/officeart/2018/2/layout/IconVerticalSolidList"/>
    <dgm:cxn modelId="{B01FE8D3-9648-48E2-905F-E4970B42C870}" type="presParOf" srcId="{BF98C502-3688-4F42-9F48-2586BFD97B3D}" destId="{C6DBEA0E-8A20-481F-8278-7307A67B58BA}" srcOrd="2" destOrd="0" presId="urn:microsoft.com/office/officeart/2018/2/layout/IconVerticalSolidList"/>
    <dgm:cxn modelId="{AF86E804-41EB-44CB-AF45-044B22B508E1}" type="presParOf" srcId="{BF98C502-3688-4F42-9F48-2586BFD97B3D}" destId="{524025DF-8562-4295-87AA-DA18F0871C20}" srcOrd="3" destOrd="0" presId="urn:microsoft.com/office/officeart/2018/2/layout/IconVerticalSolidList"/>
    <dgm:cxn modelId="{20A7465D-FA51-45CD-82F3-FCB1857584DE}" type="presParOf" srcId="{1B79C67E-093C-4967-A84C-A93AC2AAA7C8}" destId="{204D98CF-A455-43AF-A112-A8C7263AEAE4}" srcOrd="3" destOrd="0" presId="urn:microsoft.com/office/officeart/2018/2/layout/IconVerticalSolidList"/>
    <dgm:cxn modelId="{0DC4B6DB-269B-4F9A-9663-FD5951DFDA4D}" type="presParOf" srcId="{1B79C67E-093C-4967-A84C-A93AC2AAA7C8}" destId="{F280D46D-F1A7-4730-8DBE-48626DA84A28}" srcOrd="4" destOrd="0" presId="urn:microsoft.com/office/officeart/2018/2/layout/IconVerticalSolidList"/>
    <dgm:cxn modelId="{B2207CF1-13F6-4A8C-8549-E92841827E9D}" type="presParOf" srcId="{F280D46D-F1A7-4730-8DBE-48626DA84A28}" destId="{F9DC4090-E408-4C4F-A68A-126714DB0779}" srcOrd="0" destOrd="0" presId="urn:microsoft.com/office/officeart/2018/2/layout/IconVerticalSolidList"/>
    <dgm:cxn modelId="{1BAEAFF3-8DB4-415C-9566-A0B076FEF4BA}" type="presParOf" srcId="{F280D46D-F1A7-4730-8DBE-48626DA84A28}" destId="{DB0F2E82-CCE5-464B-ACA2-719E9675371F}" srcOrd="1" destOrd="0" presId="urn:microsoft.com/office/officeart/2018/2/layout/IconVerticalSolidList"/>
    <dgm:cxn modelId="{61D07B67-557E-4A8C-8E07-C11DD523D323}" type="presParOf" srcId="{F280D46D-F1A7-4730-8DBE-48626DA84A28}" destId="{1F363F10-DE40-4B41-9430-3DB03936E830}" srcOrd="2" destOrd="0" presId="urn:microsoft.com/office/officeart/2018/2/layout/IconVerticalSolidList"/>
    <dgm:cxn modelId="{FC599EEF-8BC8-4A1B-AF59-1BC64F79A29C}" type="presParOf" srcId="{F280D46D-F1A7-4730-8DBE-48626DA84A28}" destId="{9EE8E21B-8FE8-4E35-B4BB-595DF003FDC5}" srcOrd="3" destOrd="0" presId="urn:microsoft.com/office/officeart/2018/2/layout/IconVerticalSolidList"/>
    <dgm:cxn modelId="{98976015-B435-4471-925F-A765D536E815}" type="presParOf" srcId="{1B79C67E-093C-4967-A84C-A93AC2AAA7C8}" destId="{A1919CD1-F6E1-4423-9E8D-47FAAA1C3211}" srcOrd="5" destOrd="0" presId="urn:microsoft.com/office/officeart/2018/2/layout/IconVerticalSolidList"/>
    <dgm:cxn modelId="{2B120175-723B-4661-BAA0-9D7532DD1889}" type="presParOf" srcId="{1B79C67E-093C-4967-A84C-A93AC2AAA7C8}" destId="{43C95F37-E57C-4B24-8153-2BC94EE6D53E}" srcOrd="6" destOrd="0" presId="urn:microsoft.com/office/officeart/2018/2/layout/IconVerticalSolidList"/>
    <dgm:cxn modelId="{6D21C6FD-28D8-4DC7-B447-6733C0837D17}" type="presParOf" srcId="{43C95F37-E57C-4B24-8153-2BC94EE6D53E}" destId="{9B07A6E8-080A-456B-AA37-3709857FBF12}" srcOrd="0" destOrd="0" presId="urn:microsoft.com/office/officeart/2018/2/layout/IconVerticalSolidList"/>
    <dgm:cxn modelId="{21BB59BC-5744-469A-9458-6EB05D364F63}" type="presParOf" srcId="{43C95F37-E57C-4B24-8153-2BC94EE6D53E}" destId="{F8E3C970-3C27-429C-AA05-DB7A268858D2}" srcOrd="1" destOrd="0" presId="urn:microsoft.com/office/officeart/2018/2/layout/IconVerticalSolidList"/>
    <dgm:cxn modelId="{93A05027-DA2F-4500-82A9-F0C7FF8719A8}" type="presParOf" srcId="{43C95F37-E57C-4B24-8153-2BC94EE6D53E}" destId="{790BABE9-C15D-450A-AB5E-C49FD512BDD7}" srcOrd="2" destOrd="0" presId="urn:microsoft.com/office/officeart/2018/2/layout/IconVerticalSolidList"/>
    <dgm:cxn modelId="{9A5E8A9B-9682-4454-A151-9FB739D49CF8}" type="presParOf" srcId="{43C95F37-E57C-4B24-8153-2BC94EE6D53E}" destId="{4FFB24E7-A1DA-48C2-B87F-70A65088C8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B8ED49-82CF-44A4-AA76-745A525327EA}" type="doc">
      <dgm:prSet loTypeId="urn:microsoft.com/office/officeart/2018/2/layout/IconLabel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E32C357-7EEC-4845-87C8-80268E3595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Two or more independent variables (predictor variables).</a:t>
          </a:r>
          <a:endParaRPr lang="en-US"/>
        </a:p>
      </dgm:t>
    </dgm:pt>
    <dgm:pt modelId="{AF4C6E87-83F5-4DCC-9199-D35CE5511493}" type="parTrans" cxnId="{FE56CB67-65C1-423B-8915-E53C5DD1A87A}">
      <dgm:prSet/>
      <dgm:spPr/>
      <dgm:t>
        <a:bodyPr/>
        <a:lstStyle/>
        <a:p>
          <a:endParaRPr lang="en-US"/>
        </a:p>
      </dgm:t>
    </dgm:pt>
    <dgm:pt modelId="{E990E159-B1CA-4D10-BFDA-FD304B415478}" type="sibTrans" cxnId="{FE56CB67-65C1-423B-8915-E53C5DD1A87A}">
      <dgm:prSet/>
      <dgm:spPr/>
      <dgm:t>
        <a:bodyPr/>
        <a:lstStyle/>
        <a:p>
          <a:endParaRPr lang="en-US"/>
        </a:p>
      </dgm:t>
    </dgm:pt>
    <dgm:pt modelId="{47AA44B0-C4F9-4095-935B-FB3D61CA6F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Sample size: &gt;= 50 (at least 10 times as many cases as independent variables)</a:t>
          </a:r>
          <a:endParaRPr lang="en-US"/>
        </a:p>
      </dgm:t>
    </dgm:pt>
    <dgm:pt modelId="{C26506EE-FB6A-4B0D-B3A9-82C8872EEB12}" type="parTrans" cxnId="{3FF95631-EDD1-441C-AF35-05674BA12829}">
      <dgm:prSet/>
      <dgm:spPr/>
      <dgm:t>
        <a:bodyPr/>
        <a:lstStyle/>
        <a:p>
          <a:endParaRPr lang="en-US"/>
        </a:p>
      </dgm:t>
    </dgm:pt>
    <dgm:pt modelId="{D9953889-FBB1-4224-9B99-2D3461C69AC5}" type="sibTrans" cxnId="{3FF95631-EDD1-441C-AF35-05674BA12829}">
      <dgm:prSet/>
      <dgm:spPr/>
      <dgm:t>
        <a:bodyPr/>
        <a:lstStyle/>
        <a:p>
          <a:endParaRPr lang="en-US"/>
        </a:p>
      </dgm:t>
    </dgm:pt>
    <dgm:pt modelId="{AAB708CA-9600-4F90-B42B-C20C6D5CBFC7}" type="pres">
      <dgm:prSet presAssocID="{5FB8ED49-82CF-44A4-AA76-745A525327EA}" presName="root" presStyleCnt="0">
        <dgm:presLayoutVars>
          <dgm:dir/>
          <dgm:resizeHandles val="exact"/>
        </dgm:presLayoutVars>
      </dgm:prSet>
      <dgm:spPr/>
    </dgm:pt>
    <dgm:pt modelId="{D780AD97-2194-47B9-862C-0B88326CA38C}" type="pres">
      <dgm:prSet presAssocID="{0E32C357-7EEC-4845-87C8-80268E359594}" presName="compNode" presStyleCnt="0"/>
      <dgm:spPr/>
    </dgm:pt>
    <dgm:pt modelId="{3FD93789-72CF-4CFA-B0FA-0DC88FDED312}" type="pres">
      <dgm:prSet presAssocID="{0E32C357-7EEC-4845-87C8-80268E35959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99C32829-FC06-41CF-B444-1B33B285B3AD}" type="pres">
      <dgm:prSet presAssocID="{0E32C357-7EEC-4845-87C8-80268E359594}" presName="spaceRect" presStyleCnt="0"/>
      <dgm:spPr/>
    </dgm:pt>
    <dgm:pt modelId="{C77E0F68-F2FA-4192-A026-A02459AABBA4}" type="pres">
      <dgm:prSet presAssocID="{0E32C357-7EEC-4845-87C8-80268E359594}" presName="textRect" presStyleLbl="revTx" presStyleIdx="0" presStyleCnt="2">
        <dgm:presLayoutVars>
          <dgm:chMax val="1"/>
          <dgm:chPref val="1"/>
        </dgm:presLayoutVars>
      </dgm:prSet>
      <dgm:spPr/>
    </dgm:pt>
    <dgm:pt modelId="{C03D99C1-91C1-49EB-8022-B71B5EFA2C11}" type="pres">
      <dgm:prSet presAssocID="{E990E159-B1CA-4D10-BFDA-FD304B415478}" presName="sibTrans" presStyleCnt="0"/>
      <dgm:spPr/>
    </dgm:pt>
    <dgm:pt modelId="{D82F1658-138E-4AFA-9B7A-7B204142B9E5}" type="pres">
      <dgm:prSet presAssocID="{47AA44B0-C4F9-4095-935B-FB3D61CA6F35}" presName="compNode" presStyleCnt="0"/>
      <dgm:spPr/>
    </dgm:pt>
    <dgm:pt modelId="{F9D1E045-0A9F-4E19-B6A6-11E88ED42161}" type="pres">
      <dgm:prSet presAssocID="{47AA44B0-C4F9-4095-935B-FB3D61CA6F3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162159B4-F859-4B74-B514-D451E0629229}" type="pres">
      <dgm:prSet presAssocID="{47AA44B0-C4F9-4095-935B-FB3D61CA6F35}" presName="spaceRect" presStyleCnt="0"/>
      <dgm:spPr/>
    </dgm:pt>
    <dgm:pt modelId="{D3A7A00A-2E9B-4935-BB17-B3BF590FBFDB}" type="pres">
      <dgm:prSet presAssocID="{47AA44B0-C4F9-4095-935B-FB3D61CA6F3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C6B3C02-2EBA-3A46-ABEF-9D2F2C7DD339}" type="presOf" srcId="{5FB8ED49-82CF-44A4-AA76-745A525327EA}" destId="{AAB708CA-9600-4F90-B42B-C20C6D5CBFC7}" srcOrd="0" destOrd="0" presId="urn:microsoft.com/office/officeart/2018/2/layout/IconLabelList"/>
    <dgm:cxn modelId="{3FF95631-EDD1-441C-AF35-05674BA12829}" srcId="{5FB8ED49-82CF-44A4-AA76-745A525327EA}" destId="{47AA44B0-C4F9-4095-935B-FB3D61CA6F35}" srcOrd="1" destOrd="0" parTransId="{C26506EE-FB6A-4B0D-B3A9-82C8872EEB12}" sibTransId="{D9953889-FBB1-4224-9B99-2D3461C69AC5}"/>
    <dgm:cxn modelId="{02298148-FD7E-2B48-A6ED-604BD29582F2}" type="presOf" srcId="{47AA44B0-C4F9-4095-935B-FB3D61CA6F35}" destId="{D3A7A00A-2E9B-4935-BB17-B3BF590FBFDB}" srcOrd="0" destOrd="0" presId="urn:microsoft.com/office/officeart/2018/2/layout/IconLabelList"/>
    <dgm:cxn modelId="{4C43BC4E-CBBC-5744-962B-527AC062D807}" type="presOf" srcId="{0E32C357-7EEC-4845-87C8-80268E359594}" destId="{C77E0F68-F2FA-4192-A026-A02459AABBA4}" srcOrd="0" destOrd="0" presId="urn:microsoft.com/office/officeart/2018/2/layout/IconLabelList"/>
    <dgm:cxn modelId="{FE56CB67-65C1-423B-8915-E53C5DD1A87A}" srcId="{5FB8ED49-82CF-44A4-AA76-745A525327EA}" destId="{0E32C357-7EEC-4845-87C8-80268E359594}" srcOrd="0" destOrd="0" parTransId="{AF4C6E87-83F5-4DCC-9199-D35CE5511493}" sibTransId="{E990E159-B1CA-4D10-BFDA-FD304B415478}"/>
    <dgm:cxn modelId="{261C676C-885C-8942-831C-0D3FD52314D1}" type="presParOf" srcId="{AAB708CA-9600-4F90-B42B-C20C6D5CBFC7}" destId="{D780AD97-2194-47B9-862C-0B88326CA38C}" srcOrd="0" destOrd="0" presId="urn:microsoft.com/office/officeart/2018/2/layout/IconLabelList"/>
    <dgm:cxn modelId="{2067369A-4223-4C4A-8B40-13BADAC525F4}" type="presParOf" srcId="{D780AD97-2194-47B9-862C-0B88326CA38C}" destId="{3FD93789-72CF-4CFA-B0FA-0DC88FDED312}" srcOrd="0" destOrd="0" presId="urn:microsoft.com/office/officeart/2018/2/layout/IconLabelList"/>
    <dgm:cxn modelId="{793D102C-15F9-FF4C-8835-F883C7B5F708}" type="presParOf" srcId="{D780AD97-2194-47B9-862C-0B88326CA38C}" destId="{99C32829-FC06-41CF-B444-1B33B285B3AD}" srcOrd="1" destOrd="0" presId="urn:microsoft.com/office/officeart/2018/2/layout/IconLabelList"/>
    <dgm:cxn modelId="{A6D14CFD-EE93-D64D-BBFA-50CEE911FED0}" type="presParOf" srcId="{D780AD97-2194-47B9-862C-0B88326CA38C}" destId="{C77E0F68-F2FA-4192-A026-A02459AABBA4}" srcOrd="2" destOrd="0" presId="urn:microsoft.com/office/officeart/2018/2/layout/IconLabelList"/>
    <dgm:cxn modelId="{AD9B993F-7D6C-BA41-982D-5FE2A410BE5C}" type="presParOf" srcId="{AAB708CA-9600-4F90-B42B-C20C6D5CBFC7}" destId="{C03D99C1-91C1-49EB-8022-B71B5EFA2C11}" srcOrd="1" destOrd="0" presId="urn:microsoft.com/office/officeart/2018/2/layout/IconLabelList"/>
    <dgm:cxn modelId="{1E1B18A4-104C-9543-9C73-AEBFEEDF91DF}" type="presParOf" srcId="{AAB708CA-9600-4F90-B42B-C20C6D5CBFC7}" destId="{D82F1658-138E-4AFA-9B7A-7B204142B9E5}" srcOrd="2" destOrd="0" presId="urn:microsoft.com/office/officeart/2018/2/layout/IconLabelList"/>
    <dgm:cxn modelId="{232BC99F-881B-744B-B26B-5127AB1E69F1}" type="presParOf" srcId="{D82F1658-138E-4AFA-9B7A-7B204142B9E5}" destId="{F9D1E045-0A9F-4E19-B6A6-11E88ED42161}" srcOrd="0" destOrd="0" presId="urn:microsoft.com/office/officeart/2018/2/layout/IconLabelList"/>
    <dgm:cxn modelId="{6C85B848-FFB3-034E-A4D2-87DA9DE3134F}" type="presParOf" srcId="{D82F1658-138E-4AFA-9B7A-7B204142B9E5}" destId="{162159B4-F859-4B74-B514-D451E0629229}" srcOrd="1" destOrd="0" presId="urn:microsoft.com/office/officeart/2018/2/layout/IconLabelList"/>
    <dgm:cxn modelId="{22080FC7-02ED-6742-ABC7-EBD0145DF7A6}" type="presParOf" srcId="{D82F1658-138E-4AFA-9B7A-7B204142B9E5}" destId="{D3A7A00A-2E9B-4935-BB17-B3BF590FBFD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FC7BE7-0FB3-45A7-8BDA-DF483B93098A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2F4E93D-F7C2-4940-81AB-E9FEFCE38159}">
      <dgm:prSet/>
      <dgm:spPr/>
      <dgm:t>
        <a:bodyPr/>
        <a:lstStyle/>
        <a:p>
          <a:r>
            <a:rPr lang="en-US"/>
            <a:t>Coin</a:t>
          </a:r>
        </a:p>
      </dgm:t>
    </dgm:pt>
    <dgm:pt modelId="{C6081FB0-CF3F-467B-BAD4-4B77AEDFA4C1}" type="parTrans" cxnId="{7A8FC532-2C7E-486E-A2D4-30AF854F67E1}">
      <dgm:prSet/>
      <dgm:spPr/>
      <dgm:t>
        <a:bodyPr/>
        <a:lstStyle/>
        <a:p>
          <a:endParaRPr lang="en-US"/>
        </a:p>
      </dgm:t>
    </dgm:pt>
    <dgm:pt modelId="{D45DEC13-E527-496E-8496-7172C70F5F68}" type="sibTrans" cxnId="{7A8FC532-2C7E-486E-A2D4-30AF854F67E1}">
      <dgm:prSet/>
      <dgm:spPr/>
      <dgm:t>
        <a:bodyPr/>
        <a:lstStyle/>
        <a:p>
          <a:endParaRPr lang="en-US"/>
        </a:p>
      </dgm:t>
    </dgm:pt>
    <dgm:pt modelId="{57E7E2EA-54FF-4708-A117-EC2C41F79A9D}">
      <dgm:prSet/>
      <dgm:spPr/>
      <dgm:t>
        <a:bodyPr/>
        <a:lstStyle/>
        <a:p>
          <a:r>
            <a:rPr lang="en-US"/>
            <a:t>Coin toss </a:t>
          </a:r>
        </a:p>
      </dgm:t>
    </dgm:pt>
    <dgm:pt modelId="{693DA9B9-5301-4475-BB30-F803E78D343A}" type="parTrans" cxnId="{FA97F586-56D6-47AB-801A-E225C992A9BB}">
      <dgm:prSet/>
      <dgm:spPr/>
      <dgm:t>
        <a:bodyPr/>
        <a:lstStyle/>
        <a:p>
          <a:endParaRPr lang="en-US"/>
        </a:p>
      </dgm:t>
    </dgm:pt>
    <dgm:pt modelId="{E9B93EA5-9264-4DCA-99DE-A1536DE3A453}" type="sibTrans" cxnId="{FA97F586-56D6-47AB-801A-E225C992A9BB}">
      <dgm:prSet/>
      <dgm:spPr/>
      <dgm:t>
        <a:bodyPr/>
        <a:lstStyle/>
        <a:p>
          <a:endParaRPr lang="en-US"/>
        </a:p>
      </dgm:t>
    </dgm:pt>
    <dgm:pt modelId="{C723B85A-4AF7-4188-86CE-50FA0099946B}">
      <dgm:prSet/>
      <dgm:spPr/>
      <dgm:t>
        <a:bodyPr/>
        <a:lstStyle/>
        <a:p>
          <a:r>
            <a:rPr lang="en-US"/>
            <a:t>Two possible outcomes</a:t>
          </a:r>
        </a:p>
      </dgm:t>
    </dgm:pt>
    <dgm:pt modelId="{09719D82-C5C9-4B6A-9F9B-E7289D255949}" type="parTrans" cxnId="{4DE03A59-BCBD-481E-B73D-EFA40813447B}">
      <dgm:prSet/>
      <dgm:spPr/>
      <dgm:t>
        <a:bodyPr/>
        <a:lstStyle/>
        <a:p>
          <a:endParaRPr lang="en-US"/>
        </a:p>
      </dgm:t>
    </dgm:pt>
    <dgm:pt modelId="{5AFEE90E-DE54-421C-A63F-162C3EF21689}" type="sibTrans" cxnId="{4DE03A59-BCBD-481E-B73D-EFA40813447B}">
      <dgm:prSet/>
      <dgm:spPr/>
      <dgm:t>
        <a:bodyPr/>
        <a:lstStyle/>
        <a:p>
          <a:endParaRPr lang="en-US"/>
        </a:p>
      </dgm:t>
    </dgm:pt>
    <dgm:pt modelId="{EC179121-407A-4864-BA1B-9FBC49028503}">
      <dgm:prSet/>
      <dgm:spPr/>
      <dgm:t>
        <a:bodyPr/>
        <a:lstStyle/>
        <a:p>
          <a:r>
            <a:rPr lang="en-US"/>
            <a:t>H0 = This is a fair coin</a:t>
          </a:r>
        </a:p>
      </dgm:t>
    </dgm:pt>
    <dgm:pt modelId="{2EED5EFA-CD52-4169-988F-EB579C409939}" type="parTrans" cxnId="{EDD88140-5884-4096-A9A8-050E7B26F3F8}">
      <dgm:prSet/>
      <dgm:spPr/>
      <dgm:t>
        <a:bodyPr/>
        <a:lstStyle/>
        <a:p>
          <a:endParaRPr lang="en-US"/>
        </a:p>
      </dgm:t>
    </dgm:pt>
    <dgm:pt modelId="{B4C0BC60-9CC6-4CEC-BCA5-ED746B01D260}" type="sibTrans" cxnId="{EDD88140-5884-4096-A9A8-050E7B26F3F8}">
      <dgm:prSet/>
      <dgm:spPr/>
      <dgm:t>
        <a:bodyPr/>
        <a:lstStyle/>
        <a:p>
          <a:endParaRPr lang="en-US"/>
        </a:p>
      </dgm:t>
    </dgm:pt>
    <dgm:pt modelId="{4D49F22E-B172-4E1A-8DC8-FC2029CF42BE}">
      <dgm:prSet/>
      <dgm:spPr/>
      <dgm:t>
        <a:bodyPr/>
        <a:lstStyle/>
        <a:p>
          <a:r>
            <a:rPr lang="en-US"/>
            <a:t>H1 = This is not a fair coin</a:t>
          </a:r>
        </a:p>
      </dgm:t>
    </dgm:pt>
    <dgm:pt modelId="{8D87F955-A48E-48E3-981E-780F082757D8}" type="parTrans" cxnId="{70931635-22D3-46DA-9952-BC3A515B7BCA}">
      <dgm:prSet/>
      <dgm:spPr/>
      <dgm:t>
        <a:bodyPr/>
        <a:lstStyle/>
        <a:p>
          <a:endParaRPr lang="en-US"/>
        </a:p>
      </dgm:t>
    </dgm:pt>
    <dgm:pt modelId="{74A48D4E-5A84-43F2-82B2-6BCFDEC1AC53}" type="sibTrans" cxnId="{70931635-22D3-46DA-9952-BC3A515B7BCA}">
      <dgm:prSet/>
      <dgm:spPr/>
      <dgm:t>
        <a:bodyPr/>
        <a:lstStyle/>
        <a:p>
          <a:endParaRPr lang="en-US"/>
        </a:p>
      </dgm:t>
    </dgm:pt>
    <dgm:pt modelId="{F4B75672-FD28-475E-A28B-3876E3CF507C}">
      <dgm:prSet/>
      <dgm:spPr/>
      <dgm:t>
        <a:bodyPr/>
        <a:lstStyle/>
        <a:p>
          <a:r>
            <a:rPr lang="en-US"/>
            <a:t>Assume</a:t>
          </a:r>
        </a:p>
      </dgm:t>
    </dgm:pt>
    <dgm:pt modelId="{DFBCA3D7-1A27-4A0D-BFB2-6B853B582935}" type="parTrans" cxnId="{B641A787-398C-425C-9AF6-22B98788C8D1}">
      <dgm:prSet/>
      <dgm:spPr/>
      <dgm:t>
        <a:bodyPr/>
        <a:lstStyle/>
        <a:p>
          <a:endParaRPr lang="en-US"/>
        </a:p>
      </dgm:t>
    </dgm:pt>
    <dgm:pt modelId="{E54BBF9C-F0EE-4976-85F0-3191CB13B2C5}" type="sibTrans" cxnId="{B641A787-398C-425C-9AF6-22B98788C8D1}">
      <dgm:prSet/>
      <dgm:spPr/>
      <dgm:t>
        <a:bodyPr/>
        <a:lstStyle/>
        <a:p>
          <a:endParaRPr lang="en-US"/>
        </a:p>
      </dgm:t>
    </dgm:pt>
    <dgm:pt modelId="{EA6544FF-C9A5-4FA4-AAF4-909B5B4A9A8B}">
      <dgm:prSet/>
      <dgm:spPr/>
      <dgm:t>
        <a:bodyPr/>
        <a:lstStyle/>
        <a:p>
          <a:r>
            <a:rPr lang="en-US"/>
            <a:t>The P-value test will assume that the H0 hypothesis is true i.e., the coin is fair</a:t>
          </a:r>
        </a:p>
      </dgm:t>
    </dgm:pt>
    <dgm:pt modelId="{AE153ECC-1ED8-440C-8678-CCABB544A136}" type="parTrans" cxnId="{8EA4A747-E7E8-4EC5-8BDD-9ACF08944C27}">
      <dgm:prSet/>
      <dgm:spPr/>
      <dgm:t>
        <a:bodyPr/>
        <a:lstStyle/>
        <a:p>
          <a:endParaRPr lang="en-US"/>
        </a:p>
      </dgm:t>
    </dgm:pt>
    <dgm:pt modelId="{48C89DFD-5D4B-427A-AEA4-A92F53153D1A}" type="sibTrans" cxnId="{8EA4A747-E7E8-4EC5-8BDD-9ACF08944C27}">
      <dgm:prSet/>
      <dgm:spPr/>
      <dgm:t>
        <a:bodyPr/>
        <a:lstStyle/>
        <a:p>
          <a:endParaRPr lang="en-US"/>
        </a:p>
      </dgm:t>
    </dgm:pt>
    <dgm:pt modelId="{09391E38-834E-4260-A989-215BB02CD38D}">
      <dgm:prSet/>
      <dgm:spPr/>
      <dgm:t>
        <a:bodyPr/>
        <a:lstStyle/>
        <a:p>
          <a:r>
            <a:rPr lang="en-US"/>
            <a:t>Let</a:t>
          </a:r>
        </a:p>
      </dgm:t>
    </dgm:pt>
    <dgm:pt modelId="{83ADEF8C-42EC-4964-9BC3-DCD13D281FF5}" type="parTrans" cxnId="{2EBF641F-0D64-4341-A806-A69266C8F383}">
      <dgm:prSet/>
      <dgm:spPr/>
      <dgm:t>
        <a:bodyPr/>
        <a:lstStyle/>
        <a:p>
          <a:endParaRPr lang="en-US"/>
        </a:p>
      </dgm:t>
    </dgm:pt>
    <dgm:pt modelId="{8E1EA0D1-A440-4370-B087-D512A22E7AF6}" type="sibTrans" cxnId="{2EBF641F-0D64-4341-A806-A69266C8F383}">
      <dgm:prSet/>
      <dgm:spPr/>
      <dgm:t>
        <a:bodyPr/>
        <a:lstStyle/>
        <a:p>
          <a:endParaRPr lang="en-US"/>
        </a:p>
      </dgm:t>
    </dgm:pt>
    <dgm:pt modelId="{3A9B9849-A2C4-4782-9946-F298E1D26E05}">
      <dgm:prSet/>
      <dgm:spPr/>
      <dgm:t>
        <a:bodyPr/>
        <a:lstStyle/>
        <a:p>
          <a:r>
            <a:rPr lang="en-US"/>
            <a:t>Let us assume our threshold value to be 5% i.e., 0.05</a:t>
          </a:r>
        </a:p>
      </dgm:t>
    </dgm:pt>
    <dgm:pt modelId="{1C8300AF-CB2D-4CFC-84B5-B33DBE85A560}" type="parTrans" cxnId="{CBD6D1FE-C3E6-479D-82CD-60A60697EDB3}">
      <dgm:prSet/>
      <dgm:spPr/>
      <dgm:t>
        <a:bodyPr/>
        <a:lstStyle/>
        <a:p>
          <a:endParaRPr lang="en-US"/>
        </a:p>
      </dgm:t>
    </dgm:pt>
    <dgm:pt modelId="{35D3BB32-9DFB-4F00-A889-E305C2156BCA}" type="sibTrans" cxnId="{CBD6D1FE-C3E6-479D-82CD-60A60697EDB3}">
      <dgm:prSet/>
      <dgm:spPr/>
      <dgm:t>
        <a:bodyPr/>
        <a:lstStyle/>
        <a:p>
          <a:endParaRPr lang="en-US"/>
        </a:p>
      </dgm:t>
    </dgm:pt>
    <dgm:pt modelId="{E3553BB5-0D93-0842-B974-4E1BEB051AB0}" type="pres">
      <dgm:prSet presAssocID="{1DFC7BE7-0FB3-45A7-8BDA-DF483B93098A}" presName="Name0" presStyleCnt="0">
        <dgm:presLayoutVars>
          <dgm:dir/>
          <dgm:animLvl val="lvl"/>
          <dgm:resizeHandles val="exact"/>
        </dgm:presLayoutVars>
      </dgm:prSet>
      <dgm:spPr/>
    </dgm:pt>
    <dgm:pt modelId="{7B1A536A-E81C-8044-BC10-485734C14291}" type="pres">
      <dgm:prSet presAssocID="{42F4E93D-F7C2-4940-81AB-E9FEFCE38159}" presName="linNode" presStyleCnt="0"/>
      <dgm:spPr/>
    </dgm:pt>
    <dgm:pt modelId="{342D2344-CE34-B740-8FCF-BEE2874B9F34}" type="pres">
      <dgm:prSet presAssocID="{42F4E93D-F7C2-4940-81AB-E9FEFCE38159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E83D20EE-93DC-1542-9140-18889803B714}" type="pres">
      <dgm:prSet presAssocID="{42F4E93D-F7C2-4940-81AB-E9FEFCE38159}" presName="descendantText" presStyleLbl="alignNode1" presStyleIdx="0" presStyleCnt="3">
        <dgm:presLayoutVars>
          <dgm:bulletEnabled/>
        </dgm:presLayoutVars>
      </dgm:prSet>
      <dgm:spPr/>
    </dgm:pt>
    <dgm:pt modelId="{738BC5BC-9A96-7C4E-89AB-CF175D2654A9}" type="pres">
      <dgm:prSet presAssocID="{D45DEC13-E527-496E-8496-7172C70F5F68}" presName="sp" presStyleCnt="0"/>
      <dgm:spPr/>
    </dgm:pt>
    <dgm:pt modelId="{9EB12556-031E-2946-995E-1F1FA1EEFCF8}" type="pres">
      <dgm:prSet presAssocID="{F4B75672-FD28-475E-A28B-3876E3CF507C}" presName="linNode" presStyleCnt="0"/>
      <dgm:spPr/>
    </dgm:pt>
    <dgm:pt modelId="{CDC1F3D0-73B5-674E-9E9E-437DAECB2544}" type="pres">
      <dgm:prSet presAssocID="{F4B75672-FD28-475E-A28B-3876E3CF507C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DEF2481F-53E6-8A43-8FDB-652D84649FD0}" type="pres">
      <dgm:prSet presAssocID="{F4B75672-FD28-475E-A28B-3876E3CF507C}" presName="descendantText" presStyleLbl="alignNode1" presStyleIdx="1" presStyleCnt="3">
        <dgm:presLayoutVars>
          <dgm:bulletEnabled/>
        </dgm:presLayoutVars>
      </dgm:prSet>
      <dgm:spPr/>
    </dgm:pt>
    <dgm:pt modelId="{59646964-F480-EB4F-9B79-BCD340D280BF}" type="pres">
      <dgm:prSet presAssocID="{E54BBF9C-F0EE-4976-85F0-3191CB13B2C5}" presName="sp" presStyleCnt="0"/>
      <dgm:spPr/>
    </dgm:pt>
    <dgm:pt modelId="{8FB2EE99-5839-414D-82E7-F34EDB67CA78}" type="pres">
      <dgm:prSet presAssocID="{09391E38-834E-4260-A989-215BB02CD38D}" presName="linNode" presStyleCnt="0"/>
      <dgm:spPr/>
    </dgm:pt>
    <dgm:pt modelId="{686324B5-7B25-D042-AF8D-469140F91646}" type="pres">
      <dgm:prSet presAssocID="{09391E38-834E-4260-A989-215BB02CD38D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AFEF133C-EA9B-9145-814F-CCD7B0BCD46C}" type="pres">
      <dgm:prSet presAssocID="{09391E38-834E-4260-A989-215BB02CD38D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2EBF641F-0D64-4341-A806-A69266C8F383}" srcId="{1DFC7BE7-0FB3-45A7-8BDA-DF483B93098A}" destId="{09391E38-834E-4260-A989-215BB02CD38D}" srcOrd="2" destOrd="0" parTransId="{83ADEF8C-42EC-4964-9BC3-DCD13D281FF5}" sibTransId="{8E1EA0D1-A440-4370-B087-D512A22E7AF6}"/>
    <dgm:cxn modelId="{DBB7A425-99E4-7047-B959-AF4369A41902}" type="presOf" srcId="{42F4E93D-F7C2-4940-81AB-E9FEFCE38159}" destId="{342D2344-CE34-B740-8FCF-BEE2874B9F34}" srcOrd="0" destOrd="0" presId="urn:microsoft.com/office/officeart/2016/7/layout/VerticalHollowActionList"/>
    <dgm:cxn modelId="{19F4BD2A-74F9-0248-8FF3-7609C3FB30AA}" type="presOf" srcId="{EC179121-407A-4864-BA1B-9FBC49028503}" destId="{E83D20EE-93DC-1542-9140-18889803B714}" srcOrd="0" destOrd="2" presId="urn:microsoft.com/office/officeart/2016/7/layout/VerticalHollowActionList"/>
    <dgm:cxn modelId="{7A8FC532-2C7E-486E-A2D4-30AF854F67E1}" srcId="{1DFC7BE7-0FB3-45A7-8BDA-DF483B93098A}" destId="{42F4E93D-F7C2-4940-81AB-E9FEFCE38159}" srcOrd="0" destOrd="0" parTransId="{C6081FB0-CF3F-467B-BAD4-4B77AEDFA4C1}" sibTransId="{D45DEC13-E527-496E-8496-7172C70F5F68}"/>
    <dgm:cxn modelId="{70931635-22D3-46DA-9952-BC3A515B7BCA}" srcId="{57E7E2EA-54FF-4708-A117-EC2C41F79A9D}" destId="{4D49F22E-B172-4E1A-8DC8-FC2029CF42BE}" srcOrd="2" destOrd="0" parTransId="{8D87F955-A48E-48E3-981E-780F082757D8}" sibTransId="{74A48D4E-5A84-43F2-82B2-6BCFDEC1AC53}"/>
    <dgm:cxn modelId="{EDD88140-5884-4096-A9A8-050E7B26F3F8}" srcId="{57E7E2EA-54FF-4708-A117-EC2C41F79A9D}" destId="{EC179121-407A-4864-BA1B-9FBC49028503}" srcOrd="1" destOrd="0" parTransId="{2EED5EFA-CD52-4169-988F-EB579C409939}" sibTransId="{B4C0BC60-9CC6-4CEC-BCA5-ED746B01D260}"/>
    <dgm:cxn modelId="{8EA4A747-E7E8-4EC5-8BDD-9ACF08944C27}" srcId="{F4B75672-FD28-475E-A28B-3876E3CF507C}" destId="{EA6544FF-C9A5-4FA4-AAF4-909B5B4A9A8B}" srcOrd="0" destOrd="0" parTransId="{AE153ECC-1ED8-440C-8678-CCABB544A136}" sibTransId="{48C89DFD-5D4B-427A-AEA4-A92F53153D1A}"/>
    <dgm:cxn modelId="{4DC3EA48-60E4-A946-BBF4-5212CF96DE21}" type="presOf" srcId="{C723B85A-4AF7-4188-86CE-50FA0099946B}" destId="{E83D20EE-93DC-1542-9140-18889803B714}" srcOrd="0" destOrd="1" presId="urn:microsoft.com/office/officeart/2016/7/layout/VerticalHollowActionList"/>
    <dgm:cxn modelId="{4DE03A59-BCBD-481E-B73D-EFA40813447B}" srcId="{57E7E2EA-54FF-4708-A117-EC2C41F79A9D}" destId="{C723B85A-4AF7-4188-86CE-50FA0099946B}" srcOrd="0" destOrd="0" parTransId="{09719D82-C5C9-4B6A-9F9B-E7289D255949}" sibTransId="{5AFEE90E-DE54-421C-A63F-162C3EF21689}"/>
    <dgm:cxn modelId="{8B30E85D-5C4B-1041-AA56-704C5253E765}" type="presOf" srcId="{09391E38-834E-4260-A989-215BB02CD38D}" destId="{686324B5-7B25-D042-AF8D-469140F91646}" srcOrd="0" destOrd="0" presId="urn:microsoft.com/office/officeart/2016/7/layout/VerticalHollowActionList"/>
    <dgm:cxn modelId="{E33D5C62-03C7-4D48-AF35-2E60DC97D912}" type="presOf" srcId="{4D49F22E-B172-4E1A-8DC8-FC2029CF42BE}" destId="{E83D20EE-93DC-1542-9140-18889803B714}" srcOrd="0" destOrd="3" presId="urn:microsoft.com/office/officeart/2016/7/layout/VerticalHollowActionList"/>
    <dgm:cxn modelId="{4AC28771-2819-D046-AEA6-5DF8E9246F56}" type="presOf" srcId="{57E7E2EA-54FF-4708-A117-EC2C41F79A9D}" destId="{E83D20EE-93DC-1542-9140-18889803B714}" srcOrd="0" destOrd="0" presId="urn:microsoft.com/office/officeart/2016/7/layout/VerticalHollowActionList"/>
    <dgm:cxn modelId="{FA97F586-56D6-47AB-801A-E225C992A9BB}" srcId="{42F4E93D-F7C2-4940-81AB-E9FEFCE38159}" destId="{57E7E2EA-54FF-4708-A117-EC2C41F79A9D}" srcOrd="0" destOrd="0" parTransId="{693DA9B9-5301-4475-BB30-F803E78D343A}" sibTransId="{E9B93EA5-9264-4DCA-99DE-A1536DE3A453}"/>
    <dgm:cxn modelId="{B641A787-398C-425C-9AF6-22B98788C8D1}" srcId="{1DFC7BE7-0FB3-45A7-8BDA-DF483B93098A}" destId="{F4B75672-FD28-475E-A28B-3876E3CF507C}" srcOrd="1" destOrd="0" parTransId="{DFBCA3D7-1A27-4A0D-BFB2-6B853B582935}" sibTransId="{E54BBF9C-F0EE-4976-85F0-3191CB13B2C5}"/>
    <dgm:cxn modelId="{3C1A8EAF-540F-2141-80B2-6C94CED1B758}" type="presOf" srcId="{1DFC7BE7-0FB3-45A7-8BDA-DF483B93098A}" destId="{E3553BB5-0D93-0842-B974-4E1BEB051AB0}" srcOrd="0" destOrd="0" presId="urn:microsoft.com/office/officeart/2016/7/layout/VerticalHollowActionList"/>
    <dgm:cxn modelId="{D11688B6-A1EB-0145-A448-7613BD587C49}" type="presOf" srcId="{3A9B9849-A2C4-4782-9946-F298E1D26E05}" destId="{AFEF133C-EA9B-9145-814F-CCD7B0BCD46C}" srcOrd="0" destOrd="0" presId="urn:microsoft.com/office/officeart/2016/7/layout/VerticalHollowActionList"/>
    <dgm:cxn modelId="{6E07ACCE-64E6-5D46-9CF7-29DA9ADD6359}" type="presOf" srcId="{F4B75672-FD28-475E-A28B-3876E3CF507C}" destId="{CDC1F3D0-73B5-674E-9E9E-437DAECB2544}" srcOrd="0" destOrd="0" presId="urn:microsoft.com/office/officeart/2016/7/layout/VerticalHollowActionList"/>
    <dgm:cxn modelId="{9675DBE2-1BDE-B148-93F3-B51C4F266F27}" type="presOf" srcId="{EA6544FF-C9A5-4FA4-AAF4-909B5B4A9A8B}" destId="{DEF2481F-53E6-8A43-8FDB-652D84649FD0}" srcOrd="0" destOrd="0" presId="urn:microsoft.com/office/officeart/2016/7/layout/VerticalHollowActionList"/>
    <dgm:cxn modelId="{CBD6D1FE-C3E6-479D-82CD-60A60697EDB3}" srcId="{09391E38-834E-4260-A989-215BB02CD38D}" destId="{3A9B9849-A2C4-4782-9946-F298E1D26E05}" srcOrd="0" destOrd="0" parTransId="{1C8300AF-CB2D-4CFC-84B5-B33DBE85A560}" sibTransId="{35D3BB32-9DFB-4F00-A889-E305C2156BCA}"/>
    <dgm:cxn modelId="{8A83B602-1517-8A44-9E2B-9611AEE9E164}" type="presParOf" srcId="{E3553BB5-0D93-0842-B974-4E1BEB051AB0}" destId="{7B1A536A-E81C-8044-BC10-485734C14291}" srcOrd="0" destOrd="0" presId="urn:microsoft.com/office/officeart/2016/7/layout/VerticalHollowActionList"/>
    <dgm:cxn modelId="{08E70E45-D172-774E-BFBD-C75A223236B9}" type="presParOf" srcId="{7B1A536A-E81C-8044-BC10-485734C14291}" destId="{342D2344-CE34-B740-8FCF-BEE2874B9F34}" srcOrd="0" destOrd="0" presId="urn:microsoft.com/office/officeart/2016/7/layout/VerticalHollowActionList"/>
    <dgm:cxn modelId="{85805A02-C285-BE44-9120-1B6C46AFEAA2}" type="presParOf" srcId="{7B1A536A-E81C-8044-BC10-485734C14291}" destId="{E83D20EE-93DC-1542-9140-18889803B714}" srcOrd="1" destOrd="0" presId="urn:microsoft.com/office/officeart/2016/7/layout/VerticalHollowActionList"/>
    <dgm:cxn modelId="{28C64945-AD7C-C145-936A-323A7B8AA5A3}" type="presParOf" srcId="{E3553BB5-0D93-0842-B974-4E1BEB051AB0}" destId="{738BC5BC-9A96-7C4E-89AB-CF175D2654A9}" srcOrd="1" destOrd="0" presId="urn:microsoft.com/office/officeart/2016/7/layout/VerticalHollowActionList"/>
    <dgm:cxn modelId="{D0A98730-46F7-6547-9EC9-FAE05B9EF19D}" type="presParOf" srcId="{E3553BB5-0D93-0842-B974-4E1BEB051AB0}" destId="{9EB12556-031E-2946-995E-1F1FA1EEFCF8}" srcOrd="2" destOrd="0" presId="urn:microsoft.com/office/officeart/2016/7/layout/VerticalHollowActionList"/>
    <dgm:cxn modelId="{AE7F3930-4FD0-F940-90EB-56EFE1FF2215}" type="presParOf" srcId="{9EB12556-031E-2946-995E-1F1FA1EEFCF8}" destId="{CDC1F3D0-73B5-674E-9E9E-437DAECB2544}" srcOrd="0" destOrd="0" presId="urn:microsoft.com/office/officeart/2016/7/layout/VerticalHollowActionList"/>
    <dgm:cxn modelId="{286237A1-07F4-E541-856A-B28AC475C798}" type="presParOf" srcId="{9EB12556-031E-2946-995E-1F1FA1EEFCF8}" destId="{DEF2481F-53E6-8A43-8FDB-652D84649FD0}" srcOrd="1" destOrd="0" presId="urn:microsoft.com/office/officeart/2016/7/layout/VerticalHollowActionList"/>
    <dgm:cxn modelId="{4764F587-C418-2041-8886-4FCDCBFF3B1C}" type="presParOf" srcId="{E3553BB5-0D93-0842-B974-4E1BEB051AB0}" destId="{59646964-F480-EB4F-9B79-BCD340D280BF}" srcOrd="3" destOrd="0" presId="urn:microsoft.com/office/officeart/2016/7/layout/VerticalHollowActionList"/>
    <dgm:cxn modelId="{F2CD664E-79DB-5E4B-B3B0-707F5B1BEDCD}" type="presParOf" srcId="{E3553BB5-0D93-0842-B974-4E1BEB051AB0}" destId="{8FB2EE99-5839-414D-82E7-F34EDB67CA78}" srcOrd="4" destOrd="0" presId="urn:microsoft.com/office/officeart/2016/7/layout/VerticalHollowActionList"/>
    <dgm:cxn modelId="{3018E1B5-3F39-8446-AC48-3312B8C36639}" type="presParOf" srcId="{8FB2EE99-5839-414D-82E7-F34EDB67CA78}" destId="{686324B5-7B25-D042-AF8D-469140F91646}" srcOrd="0" destOrd="0" presId="urn:microsoft.com/office/officeart/2016/7/layout/VerticalHollowActionList"/>
    <dgm:cxn modelId="{46CBC91E-87B5-5D4A-95DA-C3A7D76D0DD8}" type="presParOf" srcId="{8FB2EE99-5839-414D-82E7-F34EDB67CA78}" destId="{AFEF133C-EA9B-9145-814F-CCD7B0BCD46C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93614E-D5A8-42BE-8542-6F3D639C777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7FD1C0-07D0-4134-A76E-C74F33DFE20A}">
      <dgm:prSet/>
      <dgm:spPr/>
      <dgm:t>
        <a:bodyPr/>
        <a:lstStyle/>
        <a:p>
          <a:r>
            <a:rPr lang="en-US"/>
            <a:t>Select a significance level (SL) for P-value e.g. 5% (0.05)</a:t>
          </a:r>
        </a:p>
      </dgm:t>
    </dgm:pt>
    <dgm:pt modelId="{51D5DA61-E9D2-4787-91E9-ACCCC5119F28}" type="parTrans" cxnId="{46376748-ABC6-4B9C-98F6-ACBD42E909EE}">
      <dgm:prSet/>
      <dgm:spPr/>
      <dgm:t>
        <a:bodyPr/>
        <a:lstStyle/>
        <a:p>
          <a:endParaRPr lang="en-US"/>
        </a:p>
      </dgm:t>
    </dgm:pt>
    <dgm:pt modelId="{8721C039-71A4-4D29-AC27-0C9CDA1370DC}" type="sibTrans" cxnId="{46376748-ABC6-4B9C-98F6-ACBD42E909E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AB8C302-8163-4E79-8466-9DA151969839}">
      <dgm:prSet/>
      <dgm:spPr/>
      <dgm:t>
        <a:bodyPr/>
        <a:lstStyle/>
        <a:p>
          <a:r>
            <a:rPr lang="en-US"/>
            <a:t>Fit the model will all predictors</a:t>
          </a:r>
        </a:p>
      </dgm:t>
    </dgm:pt>
    <dgm:pt modelId="{0AEBFCAB-0E7E-43DE-BB02-3173572F36D0}" type="parTrans" cxnId="{684BF117-0C04-4B19-8ABF-13CC2885E918}">
      <dgm:prSet/>
      <dgm:spPr/>
      <dgm:t>
        <a:bodyPr/>
        <a:lstStyle/>
        <a:p>
          <a:endParaRPr lang="en-US"/>
        </a:p>
      </dgm:t>
    </dgm:pt>
    <dgm:pt modelId="{CF448405-5A8F-4E4A-B003-6A92C1140D30}" type="sibTrans" cxnId="{684BF117-0C04-4B19-8ABF-13CC2885E91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E050B77-80AE-4526-B514-EFAD6EA0C6CE}">
      <dgm:prSet/>
      <dgm:spPr/>
      <dgm:t>
        <a:bodyPr/>
        <a:lstStyle/>
        <a:p>
          <a:r>
            <a:rPr lang="en-US"/>
            <a:t>Consider the predictor with highest P-value. If P&gt;SL go to step 4, otherwise include the predictor in your feature set</a:t>
          </a:r>
        </a:p>
      </dgm:t>
    </dgm:pt>
    <dgm:pt modelId="{8D79B7A4-74CE-43E7-8A49-3322B29967A0}" type="parTrans" cxnId="{1CB9FE72-1E5B-455F-BC16-675B6B6F2426}">
      <dgm:prSet/>
      <dgm:spPr/>
      <dgm:t>
        <a:bodyPr/>
        <a:lstStyle/>
        <a:p>
          <a:endParaRPr lang="en-US"/>
        </a:p>
      </dgm:t>
    </dgm:pt>
    <dgm:pt modelId="{5BEE2538-3966-42F8-84A5-740A4426440D}" type="sibTrans" cxnId="{1CB9FE72-1E5B-455F-BC16-675B6B6F242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D1F5BED-A598-41C3-99BA-C5F4526A34A0}">
      <dgm:prSet/>
      <dgm:spPr/>
      <dgm:t>
        <a:bodyPr/>
        <a:lstStyle/>
        <a:p>
          <a:r>
            <a:rPr lang="en-US"/>
            <a:t>Remove variable with P&gt;SL</a:t>
          </a:r>
        </a:p>
      </dgm:t>
    </dgm:pt>
    <dgm:pt modelId="{3125ED10-0C12-4A16-B591-2B4FBA387525}" type="parTrans" cxnId="{B62FF975-9845-4555-A2F7-CAB82E5CB96C}">
      <dgm:prSet/>
      <dgm:spPr/>
      <dgm:t>
        <a:bodyPr/>
        <a:lstStyle/>
        <a:p>
          <a:endParaRPr lang="en-US"/>
        </a:p>
      </dgm:t>
    </dgm:pt>
    <dgm:pt modelId="{F2066AC3-3E9E-49EA-8213-E52F59E221FB}" type="sibTrans" cxnId="{B62FF975-9845-4555-A2F7-CAB82E5CB96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4197EAC-5F66-421A-86AD-F23F09541D40}">
      <dgm:prSet/>
      <dgm:spPr/>
      <dgm:t>
        <a:bodyPr/>
        <a:lstStyle/>
        <a:p>
          <a:r>
            <a:rPr lang="en-US"/>
            <a:t>Fit model without the variable and go to step 3 if all features have not been exhausted. Otherwise terminate</a:t>
          </a:r>
        </a:p>
      </dgm:t>
    </dgm:pt>
    <dgm:pt modelId="{BD0F127B-C64B-4414-AE15-CA54C69ED650}" type="parTrans" cxnId="{4E97CBD6-D39C-45F2-90C6-312B40F83C5D}">
      <dgm:prSet/>
      <dgm:spPr/>
      <dgm:t>
        <a:bodyPr/>
        <a:lstStyle/>
        <a:p>
          <a:endParaRPr lang="en-US"/>
        </a:p>
      </dgm:t>
    </dgm:pt>
    <dgm:pt modelId="{2834EAEF-9BC3-4969-BAB6-62CE560D82CA}" type="sibTrans" cxnId="{4E97CBD6-D39C-45F2-90C6-312B40F83C5D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74361426-34B4-9D4C-B9F1-8ADFC8EFB895}" type="pres">
      <dgm:prSet presAssocID="{BC93614E-D5A8-42BE-8542-6F3D639C7771}" presName="Name0" presStyleCnt="0">
        <dgm:presLayoutVars>
          <dgm:animLvl val="lvl"/>
          <dgm:resizeHandles val="exact"/>
        </dgm:presLayoutVars>
      </dgm:prSet>
      <dgm:spPr/>
    </dgm:pt>
    <dgm:pt modelId="{86F09A82-8690-7B43-A99C-5281E60D8C5B}" type="pres">
      <dgm:prSet presAssocID="{ED7FD1C0-07D0-4134-A76E-C74F33DFE20A}" presName="compositeNode" presStyleCnt="0">
        <dgm:presLayoutVars>
          <dgm:bulletEnabled val="1"/>
        </dgm:presLayoutVars>
      </dgm:prSet>
      <dgm:spPr/>
    </dgm:pt>
    <dgm:pt modelId="{0C6C1A25-1AEA-5247-800D-16B0A6D1A695}" type="pres">
      <dgm:prSet presAssocID="{ED7FD1C0-07D0-4134-A76E-C74F33DFE20A}" presName="bgRect" presStyleLbl="bgAccFollowNode1" presStyleIdx="0" presStyleCnt="5"/>
      <dgm:spPr/>
    </dgm:pt>
    <dgm:pt modelId="{BF2589FE-559D-E247-8A1B-F31264C411C3}" type="pres">
      <dgm:prSet presAssocID="{8721C039-71A4-4D29-AC27-0C9CDA1370DC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D44C6652-BA9E-6945-BB9C-B2375CEA54F7}" type="pres">
      <dgm:prSet presAssocID="{ED7FD1C0-07D0-4134-A76E-C74F33DFE20A}" presName="bottomLine" presStyleLbl="alignNode1" presStyleIdx="1" presStyleCnt="10">
        <dgm:presLayoutVars/>
      </dgm:prSet>
      <dgm:spPr/>
    </dgm:pt>
    <dgm:pt modelId="{FE7D7105-EAF6-B443-8C23-FCB63640FFBB}" type="pres">
      <dgm:prSet presAssocID="{ED7FD1C0-07D0-4134-A76E-C74F33DFE20A}" presName="nodeText" presStyleLbl="bgAccFollowNode1" presStyleIdx="0" presStyleCnt="5">
        <dgm:presLayoutVars>
          <dgm:bulletEnabled val="1"/>
        </dgm:presLayoutVars>
      </dgm:prSet>
      <dgm:spPr/>
    </dgm:pt>
    <dgm:pt modelId="{7E223DC0-4EFB-754C-8BCC-BB69C531A2D5}" type="pres">
      <dgm:prSet presAssocID="{8721C039-71A4-4D29-AC27-0C9CDA1370DC}" presName="sibTrans" presStyleCnt="0"/>
      <dgm:spPr/>
    </dgm:pt>
    <dgm:pt modelId="{6111C468-D2DE-A44A-AA28-FF846ECA8FEC}" type="pres">
      <dgm:prSet presAssocID="{5AB8C302-8163-4E79-8466-9DA151969839}" presName="compositeNode" presStyleCnt="0">
        <dgm:presLayoutVars>
          <dgm:bulletEnabled val="1"/>
        </dgm:presLayoutVars>
      </dgm:prSet>
      <dgm:spPr/>
    </dgm:pt>
    <dgm:pt modelId="{87598ABB-DD3A-B44D-98C9-533A729EF4A5}" type="pres">
      <dgm:prSet presAssocID="{5AB8C302-8163-4E79-8466-9DA151969839}" presName="bgRect" presStyleLbl="bgAccFollowNode1" presStyleIdx="1" presStyleCnt="5"/>
      <dgm:spPr/>
    </dgm:pt>
    <dgm:pt modelId="{8EF0FFDE-6567-B948-8E27-5159861043DC}" type="pres">
      <dgm:prSet presAssocID="{CF448405-5A8F-4E4A-B003-6A92C1140D30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5DEEA237-B541-7348-A56B-2B6231BD1DBA}" type="pres">
      <dgm:prSet presAssocID="{5AB8C302-8163-4E79-8466-9DA151969839}" presName="bottomLine" presStyleLbl="alignNode1" presStyleIdx="3" presStyleCnt="10">
        <dgm:presLayoutVars/>
      </dgm:prSet>
      <dgm:spPr/>
    </dgm:pt>
    <dgm:pt modelId="{273DE56D-4C1C-D74A-B53B-222221CBB3C3}" type="pres">
      <dgm:prSet presAssocID="{5AB8C302-8163-4E79-8466-9DA151969839}" presName="nodeText" presStyleLbl="bgAccFollowNode1" presStyleIdx="1" presStyleCnt="5">
        <dgm:presLayoutVars>
          <dgm:bulletEnabled val="1"/>
        </dgm:presLayoutVars>
      </dgm:prSet>
      <dgm:spPr/>
    </dgm:pt>
    <dgm:pt modelId="{E67BB2C8-A478-324B-9D3C-DAE1A3CB137E}" type="pres">
      <dgm:prSet presAssocID="{CF448405-5A8F-4E4A-B003-6A92C1140D30}" presName="sibTrans" presStyleCnt="0"/>
      <dgm:spPr/>
    </dgm:pt>
    <dgm:pt modelId="{A71E41B9-A568-374D-86C6-DBAF69152334}" type="pres">
      <dgm:prSet presAssocID="{8E050B77-80AE-4526-B514-EFAD6EA0C6CE}" presName="compositeNode" presStyleCnt="0">
        <dgm:presLayoutVars>
          <dgm:bulletEnabled val="1"/>
        </dgm:presLayoutVars>
      </dgm:prSet>
      <dgm:spPr/>
    </dgm:pt>
    <dgm:pt modelId="{5A4D729C-9B8A-754D-BED5-1C528C43378C}" type="pres">
      <dgm:prSet presAssocID="{8E050B77-80AE-4526-B514-EFAD6EA0C6CE}" presName="bgRect" presStyleLbl="bgAccFollowNode1" presStyleIdx="2" presStyleCnt="5"/>
      <dgm:spPr/>
    </dgm:pt>
    <dgm:pt modelId="{E6115B44-7355-D344-A89A-414905FEB4FF}" type="pres">
      <dgm:prSet presAssocID="{5BEE2538-3966-42F8-84A5-740A4426440D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CF45FB68-7919-9143-A95A-D5C0AB403796}" type="pres">
      <dgm:prSet presAssocID="{8E050B77-80AE-4526-B514-EFAD6EA0C6CE}" presName="bottomLine" presStyleLbl="alignNode1" presStyleIdx="5" presStyleCnt="10">
        <dgm:presLayoutVars/>
      </dgm:prSet>
      <dgm:spPr/>
    </dgm:pt>
    <dgm:pt modelId="{B7FCDB52-2238-3843-8AB0-81CD5642E88B}" type="pres">
      <dgm:prSet presAssocID="{8E050B77-80AE-4526-B514-EFAD6EA0C6CE}" presName="nodeText" presStyleLbl="bgAccFollowNode1" presStyleIdx="2" presStyleCnt="5">
        <dgm:presLayoutVars>
          <dgm:bulletEnabled val="1"/>
        </dgm:presLayoutVars>
      </dgm:prSet>
      <dgm:spPr/>
    </dgm:pt>
    <dgm:pt modelId="{6D7D523E-3C80-0A40-B19A-E5C5711D43DD}" type="pres">
      <dgm:prSet presAssocID="{5BEE2538-3966-42F8-84A5-740A4426440D}" presName="sibTrans" presStyleCnt="0"/>
      <dgm:spPr/>
    </dgm:pt>
    <dgm:pt modelId="{4352A243-321C-3648-97C8-2C71B8E3E000}" type="pres">
      <dgm:prSet presAssocID="{3D1F5BED-A598-41C3-99BA-C5F4526A34A0}" presName="compositeNode" presStyleCnt="0">
        <dgm:presLayoutVars>
          <dgm:bulletEnabled val="1"/>
        </dgm:presLayoutVars>
      </dgm:prSet>
      <dgm:spPr/>
    </dgm:pt>
    <dgm:pt modelId="{AE185E89-0F15-4D43-9526-9AD9408861F6}" type="pres">
      <dgm:prSet presAssocID="{3D1F5BED-A598-41C3-99BA-C5F4526A34A0}" presName="bgRect" presStyleLbl="bgAccFollowNode1" presStyleIdx="3" presStyleCnt="5"/>
      <dgm:spPr/>
    </dgm:pt>
    <dgm:pt modelId="{D1CD9116-209C-C24C-AAF4-F893070A21E9}" type="pres">
      <dgm:prSet presAssocID="{F2066AC3-3E9E-49EA-8213-E52F59E221FB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0041C6B3-3561-5E47-8465-C3B9CD93895E}" type="pres">
      <dgm:prSet presAssocID="{3D1F5BED-A598-41C3-99BA-C5F4526A34A0}" presName="bottomLine" presStyleLbl="alignNode1" presStyleIdx="7" presStyleCnt="10">
        <dgm:presLayoutVars/>
      </dgm:prSet>
      <dgm:spPr/>
    </dgm:pt>
    <dgm:pt modelId="{1E8EC254-AE6C-034C-83D2-D906DFDBDD7C}" type="pres">
      <dgm:prSet presAssocID="{3D1F5BED-A598-41C3-99BA-C5F4526A34A0}" presName="nodeText" presStyleLbl="bgAccFollowNode1" presStyleIdx="3" presStyleCnt="5">
        <dgm:presLayoutVars>
          <dgm:bulletEnabled val="1"/>
        </dgm:presLayoutVars>
      </dgm:prSet>
      <dgm:spPr/>
    </dgm:pt>
    <dgm:pt modelId="{51DA16B2-88A9-0D40-A663-0637264B700D}" type="pres">
      <dgm:prSet presAssocID="{F2066AC3-3E9E-49EA-8213-E52F59E221FB}" presName="sibTrans" presStyleCnt="0"/>
      <dgm:spPr/>
    </dgm:pt>
    <dgm:pt modelId="{1543EA7F-7345-7043-A1DB-6171C5FE61FB}" type="pres">
      <dgm:prSet presAssocID="{54197EAC-5F66-421A-86AD-F23F09541D40}" presName="compositeNode" presStyleCnt="0">
        <dgm:presLayoutVars>
          <dgm:bulletEnabled val="1"/>
        </dgm:presLayoutVars>
      </dgm:prSet>
      <dgm:spPr/>
    </dgm:pt>
    <dgm:pt modelId="{62F5ADB4-E775-004D-B012-1C3E8CD8D41E}" type="pres">
      <dgm:prSet presAssocID="{54197EAC-5F66-421A-86AD-F23F09541D40}" presName="bgRect" presStyleLbl="bgAccFollowNode1" presStyleIdx="4" presStyleCnt="5"/>
      <dgm:spPr/>
    </dgm:pt>
    <dgm:pt modelId="{26E21102-A587-5C49-85E0-06E0A8A62997}" type="pres">
      <dgm:prSet presAssocID="{2834EAEF-9BC3-4969-BAB6-62CE560D82CA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346A0E0B-A095-A749-B926-262B0B76866B}" type="pres">
      <dgm:prSet presAssocID="{54197EAC-5F66-421A-86AD-F23F09541D40}" presName="bottomLine" presStyleLbl="alignNode1" presStyleIdx="9" presStyleCnt="10">
        <dgm:presLayoutVars/>
      </dgm:prSet>
      <dgm:spPr/>
    </dgm:pt>
    <dgm:pt modelId="{679EE914-2690-2E49-ABDB-47733A1312CC}" type="pres">
      <dgm:prSet presAssocID="{54197EAC-5F66-421A-86AD-F23F09541D40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D2526309-7F7C-174D-A838-B3C9D42DB2A1}" type="presOf" srcId="{5BEE2538-3966-42F8-84A5-740A4426440D}" destId="{E6115B44-7355-D344-A89A-414905FEB4FF}" srcOrd="0" destOrd="0" presId="urn:microsoft.com/office/officeart/2016/7/layout/BasicLinearProcessNumbered"/>
    <dgm:cxn modelId="{65E93E12-529B-584B-8BBB-816DE388F210}" type="presOf" srcId="{ED7FD1C0-07D0-4134-A76E-C74F33DFE20A}" destId="{FE7D7105-EAF6-B443-8C23-FCB63640FFBB}" srcOrd="1" destOrd="0" presId="urn:microsoft.com/office/officeart/2016/7/layout/BasicLinearProcessNumbered"/>
    <dgm:cxn modelId="{684BF117-0C04-4B19-8ABF-13CC2885E918}" srcId="{BC93614E-D5A8-42BE-8542-6F3D639C7771}" destId="{5AB8C302-8163-4E79-8466-9DA151969839}" srcOrd="1" destOrd="0" parTransId="{0AEBFCAB-0E7E-43DE-BB02-3173572F36D0}" sibTransId="{CF448405-5A8F-4E4A-B003-6A92C1140D30}"/>
    <dgm:cxn modelId="{AE9CBF27-194D-F44F-A8C1-9A4208A773CF}" type="presOf" srcId="{BC93614E-D5A8-42BE-8542-6F3D639C7771}" destId="{74361426-34B4-9D4C-B9F1-8ADFC8EFB895}" srcOrd="0" destOrd="0" presId="urn:microsoft.com/office/officeart/2016/7/layout/BasicLinearProcessNumbered"/>
    <dgm:cxn modelId="{46376748-ABC6-4B9C-98F6-ACBD42E909EE}" srcId="{BC93614E-D5A8-42BE-8542-6F3D639C7771}" destId="{ED7FD1C0-07D0-4134-A76E-C74F33DFE20A}" srcOrd="0" destOrd="0" parTransId="{51D5DA61-E9D2-4787-91E9-ACCCC5119F28}" sibTransId="{8721C039-71A4-4D29-AC27-0C9CDA1370DC}"/>
    <dgm:cxn modelId="{5ECA9753-3AE3-B541-BF69-44B7A3B74289}" type="presOf" srcId="{F2066AC3-3E9E-49EA-8213-E52F59E221FB}" destId="{D1CD9116-209C-C24C-AAF4-F893070A21E9}" srcOrd="0" destOrd="0" presId="urn:microsoft.com/office/officeart/2016/7/layout/BasicLinearProcessNumbered"/>
    <dgm:cxn modelId="{85AA755A-06D4-D549-8551-A40495CA993E}" type="presOf" srcId="{5AB8C302-8163-4E79-8466-9DA151969839}" destId="{273DE56D-4C1C-D74A-B53B-222221CBB3C3}" srcOrd="1" destOrd="0" presId="urn:microsoft.com/office/officeart/2016/7/layout/BasicLinearProcessNumbered"/>
    <dgm:cxn modelId="{56A6B76A-EC96-1D47-93B7-03E9C2F7D131}" type="presOf" srcId="{CF448405-5A8F-4E4A-B003-6A92C1140D30}" destId="{8EF0FFDE-6567-B948-8E27-5159861043DC}" srcOrd="0" destOrd="0" presId="urn:microsoft.com/office/officeart/2016/7/layout/BasicLinearProcessNumbered"/>
    <dgm:cxn modelId="{1CB9FE72-1E5B-455F-BC16-675B6B6F2426}" srcId="{BC93614E-D5A8-42BE-8542-6F3D639C7771}" destId="{8E050B77-80AE-4526-B514-EFAD6EA0C6CE}" srcOrd="2" destOrd="0" parTransId="{8D79B7A4-74CE-43E7-8A49-3322B29967A0}" sibTransId="{5BEE2538-3966-42F8-84A5-740A4426440D}"/>
    <dgm:cxn modelId="{2F03DB75-1293-7C47-8DEE-56CA96144A42}" type="presOf" srcId="{8E050B77-80AE-4526-B514-EFAD6EA0C6CE}" destId="{B7FCDB52-2238-3843-8AB0-81CD5642E88B}" srcOrd="1" destOrd="0" presId="urn:microsoft.com/office/officeart/2016/7/layout/BasicLinearProcessNumbered"/>
    <dgm:cxn modelId="{B62FF975-9845-4555-A2F7-CAB82E5CB96C}" srcId="{BC93614E-D5A8-42BE-8542-6F3D639C7771}" destId="{3D1F5BED-A598-41C3-99BA-C5F4526A34A0}" srcOrd="3" destOrd="0" parTransId="{3125ED10-0C12-4A16-B591-2B4FBA387525}" sibTransId="{F2066AC3-3E9E-49EA-8213-E52F59E221FB}"/>
    <dgm:cxn modelId="{21F26085-354D-9745-8807-24FE538E9822}" type="presOf" srcId="{5AB8C302-8163-4E79-8466-9DA151969839}" destId="{87598ABB-DD3A-B44D-98C9-533A729EF4A5}" srcOrd="0" destOrd="0" presId="urn:microsoft.com/office/officeart/2016/7/layout/BasicLinearProcessNumbered"/>
    <dgm:cxn modelId="{0AD5A68C-0A5C-B546-81C2-C640590FA13A}" type="presOf" srcId="{3D1F5BED-A598-41C3-99BA-C5F4526A34A0}" destId="{AE185E89-0F15-4D43-9526-9AD9408861F6}" srcOrd="0" destOrd="0" presId="urn:microsoft.com/office/officeart/2016/7/layout/BasicLinearProcessNumbered"/>
    <dgm:cxn modelId="{FE286897-3E8E-4945-A8D6-C3436D062380}" type="presOf" srcId="{8E050B77-80AE-4526-B514-EFAD6EA0C6CE}" destId="{5A4D729C-9B8A-754D-BED5-1C528C43378C}" srcOrd="0" destOrd="0" presId="urn:microsoft.com/office/officeart/2016/7/layout/BasicLinearProcessNumbered"/>
    <dgm:cxn modelId="{6FE0599F-D143-0348-9286-86ECDC989B64}" type="presOf" srcId="{ED7FD1C0-07D0-4134-A76E-C74F33DFE20A}" destId="{0C6C1A25-1AEA-5247-800D-16B0A6D1A695}" srcOrd="0" destOrd="0" presId="urn:microsoft.com/office/officeart/2016/7/layout/BasicLinearProcessNumbered"/>
    <dgm:cxn modelId="{F0D062A2-0508-8147-8861-608B3F12CBAA}" type="presOf" srcId="{2834EAEF-9BC3-4969-BAB6-62CE560D82CA}" destId="{26E21102-A587-5C49-85E0-06E0A8A62997}" srcOrd="0" destOrd="0" presId="urn:microsoft.com/office/officeart/2016/7/layout/BasicLinearProcessNumbered"/>
    <dgm:cxn modelId="{BEC080A9-10CC-1949-AAE0-4181A0F470C9}" type="presOf" srcId="{54197EAC-5F66-421A-86AD-F23F09541D40}" destId="{62F5ADB4-E775-004D-B012-1C3E8CD8D41E}" srcOrd="0" destOrd="0" presId="urn:microsoft.com/office/officeart/2016/7/layout/BasicLinearProcessNumbered"/>
    <dgm:cxn modelId="{C01A94C8-8490-AC43-8797-1094F716B4DF}" type="presOf" srcId="{3D1F5BED-A598-41C3-99BA-C5F4526A34A0}" destId="{1E8EC254-AE6C-034C-83D2-D906DFDBDD7C}" srcOrd="1" destOrd="0" presId="urn:microsoft.com/office/officeart/2016/7/layout/BasicLinearProcessNumbered"/>
    <dgm:cxn modelId="{4E97CBD6-D39C-45F2-90C6-312B40F83C5D}" srcId="{BC93614E-D5A8-42BE-8542-6F3D639C7771}" destId="{54197EAC-5F66-421A-86AD-F23F09541D40}" srcOrd="4" destOrd="0" parTransId="{BD0F127B-C64B-4414-AE15-CA54C69ED650}" sibTransId="{2834EAEF-9BC3-4969-BAB6-62CE560D82CA}"/>
    <dgm:cxn modelId="{36056DE7-97FA-7147-9172-686C992421EC}" type="presOf" srcId="{8721C039-71A4-4D29-AC27-0C9CDA1370DC}" destId="{BF2589FE-559D-E247-8A1B-F31264C411C3}" srcOrd="0" destOrd="0" presId="urn:microsoft.com/office/officeart/2016/7/layout/BasicLinearProcessNumbered"/>
    <dgm:cxn modelId="{8E241FEA-9C33-004D-B6B8-A7111590B449}" type="presOf" srcId="{54197EAC-5F66-421A-86AD-F23F09541D40}" destId="{679EE914-2690-2E49-ABDB-47733A1312CC}" srcOrd="1" destOrd="0" presId="urn:microsoft.com/office/officeart/2016/7/layout/BasicLinearProcessNumbered"/>
    <dgm:cxn modelId="{BCFDFF6B-595A-9B4D-984D-09AF6C48277A}" type="presParOf" srcId="{74361426-34B4-9D4C-B9F1-8ADFC8EFB895}" destId="{86F09A82-8690-7B43-A99C-5281E60D8C5B}" srcOrd="0" destOrd="0" presId="urn:microsoft.com/office/officeart/2016/7/layout/BasicLinearProcessNumbered"/>
    <dgm:cxn modelId="{A517B83B-BEF4-1543-9B01-00E9E8E54D71}" type="presParOf" srcId="{86F09A82-8690-7B43-A99C-5281E60D8C5B}" destId="{0C6C1A25-1AEA-5247-800D-16B0A6D1A695}" srcOrd="0" destOrd="0" presId="urn:microsoft.com/office/officeart/2016/7/layout/BasicLinearProcessNumbered"/>
    <dgm:cxn modelId="{58CA346E-278D-0145-BED1-17B59D49468D}" type="presParOf" srcId="{86F09A82-8690-7B43-A99C-5281E60D8C5B}" destId="{BF2589FE-559D-E247-8A1B-F31264C411C3}" srcOrd="1" destOrd="0" presId="urn:microsoft.com/office/officeart/2016/7/layout/BasicLinearProcessNumbered"/>
    <dgm:cxn modelId="{1ED7FA39-E1CD-1C4D-A072-3B8C7F9B43D1}" type="presParOf" srcId="{86F09A82-8690-7B43-A99C-5281E60D8C5B}" destId="{D44C6652-BA9E-6945-BB9C-B2375CEA54F7}" srcOrd="2" destOrd="0" presId="urn:microsoft.com/office/officeart/2016/7/layout/BasicLinearProcessNumbered"/>
    <dgm:cxn modelId="{81AFACEE-F96A-3745-9C6A-CFF4ADD703D6}" type="presParOf" srcId="{86F09A82-8690-7B43-A99C-5281E60D8C5B}" destId="{FE7D7105-EAF6-B443-8C23-FCB63640FFBB}" srcOrd="3" destOrd="0" presId="urn:microsoft.com/office/officeart/2016/7/layout/BasicLinearProcessNumbered"/>
    <dgm:cxn modelId="{65947A84-19AD-3B41-A472-8E556CB123DC}" type="presParOf" srcId="{74361426-34B4-9D4C-B9F1-8ADFC8EFB895}" destId="{7E223DC0-4EFB-754C-8BCC-BB69C531A2D5}" srcOrd="1" destOrd="0" presId="urn:microsoft.com/office/officeart/2016/7/layout/BasicLinearProcessNumbered"/>
    <dgm:cxn modelId="{D99EECB8-34D7-7A42-B039-75BAE70C314F}" type="presParOf" srcId="{74361426-34B4-9D4C-B9F1-8ADFC8EFB895}" destId="{6111C468-D2DE-A44A-AA28-FF846ECA8FEC}" srcOrd="2" destOrd="0" presId="urn:microsoft.com/office/officeart/2016/7/layout/BasicLinearProcessNumbered"/>
    <dgm:cxn modelId="{98194172-F0F0-354A-A74A-3508722816B1}" type="presParOf" srcId="{6111C468-D2DE-A44A-AA28-FF846ECA8FEC}" destId="{87598ABB-DD3A-B44D-98C9-533A729EF4A5}" srcOrd="0" destOrd="0" presId="urn:microsoft.com/office/officeart/2016/7/layout/BasicLinearProcessNumbered"/>
    <dgm:cxn modelId="{8FF9290F-D810-1149-87B2-8B77DDAEFA63}" type="presParOf" srcId="{6111C468-D2DE-A44A-AA28-FF846ECA8FEC}" destId="{8EF0FFDE-6567-B948-8E27-5159861043DC}" srcOrd="1" destOrd="0" presId="urn:microsoft.com/office/officeart/2016/7/layout/BasicLinearProcessNumbered"/>
    <dgm:cxn modelId="{538D6903-89D1-E944-BD84-849561A69B9D}" type="presParOf" srcId="{6111C468-D2DE-A44A-AA28-FF846ECA8FEC}" destId="{5DEEA237-B541-7348-A56B-2B6231BD1DBA}" srcOrd="2" destOrd="0" presId="urn:microsoft.com/office/officeart/2016/7/layout/BasicLinearProcessNumbered"/>
    <dgm:cxn modelId="{32649DA9-A845-DD43-A152-9E943F2A71A0}" type="presParOf" srcId="{6111C468-D2DE-A44A-AA28-FF846ECA8FEC}" destId="{273DE56D-4C1C-D74A-B53B-222221CBB3C3}" srcOrd="3" destOrd="0" presId="urn:microsoft.com/office/officeart/2016/7/layout/BasicLinearProcessNumbered"/>
    <dgm:cxn modelId="{BAE796F2-9A63-294E-93FC-A27759FCC403}" type="presParOf" srcId="{74361426-34B4-9D4C-B9F1-8ADFC8EFB895}" destId="{E67BB2C8-A478-324B-9D3C-DAE1A3CB137E}" srcOrd="3" destOrd="0" presId="urn:microsoft.com/office/officeart/2016/7/layout/BasicLinearProcessNumbered"/>
    <dgm:cxn modelId="{7121007D-F47F-914D-B5D4-8738021CDA2B}" type="presParOf" srcId="{74361426-34B4-9D4C-B9F1-8ADFC8EFB895}" destId="{A71E41B9-A568-374D-86C6-DBAF69152334}" srcOrd="4" destOrd="0" presId="urn:microsoft.com/office/officeart/2016/7/layout/BasicLinearProcessNumbered"/>
    <dgm:cxn modelId="{4EA148FE-7E36-384F-9B1F-749A2AD95B1D}" type="presParOf" srcId="{A71E41B9-A568-374D-86C6-DBAF69152334}" destId="{5A4D729C-9B8A-754D-BED5-1C528C43378C}" srcOrd="0" destOrd="0" presId="urn:microsoft.com/office/officeart/2016/7/layout/BasicLinearProcessNumbered"/>
    <dgm:cxn modelId="{DE2A08B1-A23C-6343-B46F-8589288AD8D0}" type="presParOf" srcId="{A71E41B9-A568-374D-86C6-DBAF69152334}" destId="{E6115B44-7355-D344-A89A-414905FEB4FF}" srcOrd="1" destOrd="0" presId="urn:microsoft.com/office/officeart/2016/7/layout/BasicLinearProcessNumbered"/>
    <dgm:cxn modelId="{DAB3C2F8-0F61-4840-A002-A17EF3B48674}" type="presParOf" srcId="{A71E41B9-A568-374D-86C6-DBAF69152334}" destId="{CF45FB68-7919-9143-A95A-D5C0AB403796}" srcOrd="2" destOrd="0" presId="urn:microsoft.com/office/officeart/2016/7/layout/BasicLinearProcessNumbered"/>
    <dgm:cxn modelId="{CF6ADDFE-C5D8-DB4F-A9A5-70A23C126E00}" type="presParOf" srcId="{A71E41B9-A568-374D-86C6-DBAF69152334}" destId="{B7FCDB52-2238-3843-8AB0-81CD5642E88B}" srcOrd="3" destOrd="0" presId="urn:microsoft.com/office/officeart/2016/7/layout/BasicLinearProcessNumbered"/>
    <dgm:cxn modelId="{6F064852-DFCF-3946-8129-7CA4D7F223B7}" type="presParOf" srcId="{74361426-34B4-9D4C-B9F1-8ADFC8EFB895}" destId="{6D7D523E-3C80-0A40-B19A-E5C5711D43DD}" srcOrd="5" destOrd="0" presId="urn:microsoft.com/office/officeart/2016/7/layout/BasicLinearProcessNumbered"/>
    <dgm:cxn modelId="{542D887C-8F64-3541-9E0B-FEDCAA8E0C78}" type="presParOf" srcId="{74361426-34B4-9D4C-B9F1-8ADFC8EFB895}" destId="{4352A243-321C-3648-97C8-2C71B8E3E000}" srcOrd="6" destOrd="0" presId="urn:microsoft.com/office/officeart/2016/7/layout/BasicLinearProcessNumbered"/>
    <dgm:cxn modelId="{1E919771-B8F1-474D-A0F2-0618109842AC}" type="presParOf" srcId="{4352A243-321C-3648-97C8-2C71B8E3E000}" destId="{AE185E89-0F15-4D43-9526-9AD9408861F6}" srcOrd="0" destOrd="0" presId="urn:microsoft.com/office/officeart/2016/7/layout/BasicLinearProcessNumbered"/>
    <dgm:cxn modelId="{AE4578F5-2F40-F040-8B9A-FAF68ACCFD31}" type="presParOf" srcId="{4352A243-321C-3648-97C8-2C71B8E3E000}" destId="{D1CD9116-209C-C24C-AAF4-F893070A21E9}" srcOrd="1" destOrd="0" presId="urn:microsoft.com/office/officeart/2016/7/layout/BasicLinearProcessNumbered"/>
    <dgm:cxn modelId="{5BF29A33-C134-534C-B06E-AEE97C342F5B}" type="presParOf" srcId="{4352A243-321C-3648-97C8-2C71B8E3E000}" destId="{0041C6B3-3561-5E47-8465-C3B9CD93895E}" srcOrd="2" destOrd="0" presId="urn:microsoft.com/office/officeart/2016/7/layout/BasicLinearProcessNumbered"/>
    <dgm:cxn modelId="{723670D0-4AB7-154F-BC14-341BA1BAB07A}" type="presParOf" srcId="{4352A243-321C-3648-97C8-2C71B8E3E000}" destId="{1E8EC254-AE6C-034C-83D2-D906DFDBDD7C}" srcOrd="3" destOrd="0" presId="urn:microsoft.com/office/officeart/2016/7/layout/BasicLinearProcessNumbered"/>
    <dgm:cxn modelId="{93CBB9B8-276E-2548-B58E-14B2ECBE804A}" type="presParOf" srcId="{74361426-34B4-9D4C-B9F1-8ADFC8EFB895}" destId="{51DA16B2-88A9-0D40-A663-0637264B700D}" srcOrd="7" destOrd="0" presId="urn:microsoft.com/office/officeart/2016/7/layout/BasicLinearProcessNumbered"/>
    <dgm:cxn modelId="{0A40125E-8305-4740-964F-E480AA6DDAC9}" type="presParOf" srcId="{74361426-34B4-9D4C-B9F1-8ADFC8EFB895}" destId="{1543EA7F-7345-7043-A1DB-6171C5FE61FB}" srcOrd="8" destOrd="0" presId="urn:microsoft.com/office/officeart/2016/7/layout/BasicLinearProcessNumbered"/>
    <dgm:cxn modelId="{8D7BD053-EF26-424C-8A95-505367D07B45}" type="presParOf" srcId="{1543EA7F-7345-7043-A1DB-6171C5FE61FB}" destId="{62F5ADB4-E775-004D-B012-1C3E8CD8D41E}" srcOrd="0" destOrd="0" presId="urn:microsoft.com/office/officeart/2016/7/layout/BasicLinearProcessNumbered"/>
    <dgm:cxn modelId="{C3C9A307-3DD3-A442-9E5B-8F73647BB13F}" type="presParOf" srcId="{1543EA7F-7345-7043-A1DB-6171C5FE61FB}" destId="{26E21102-A587-5C49-85E0-06E0A8A62997}" srcOrd="1" destOrd="0" presId="urn:microsoft.com/office/officeart/2016/7/layout/BasicLinearProcessNumbered"/>
    <dgm:cxn modelId="{31DD0CF3-4917-8744-864C-7897CF8D4C39}" type="presParOf" srcId="{1543EA7F-7345-7043-A1DB-6171C5FE61FB}" destId="{346A0E0B-A095-A749-B926-262B0B76866B}" srcOrd="2" destOrd="0" presId="urn:microsoft.com/office/officeart/2016/7/layout/BasicLinearProcessNumbered"/>
    <dgm:cxn modelId="{26105B14-AD31-6C4E-A338-BE7E088B9F61}" type="presParOf" srcId="{1543EA7F-7345-7043-A1DB-6171C5FE61FB}" destId="{679EE914-2690-2E49-ABDB-47733A1312C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2291DCD-C768-4460-8651-993FC4087046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60B9B01-21C2-4D3B-83A7-D4050A39E136}">
      <dgm:prSet/>
      <dgm:spPr/>
      <dgm:t>
        <a:bodyPr/>
        <a:lstStyle/>
        <a:p>
          <a:r>
            <a:rPr lang="en-US"/>
            <a:t>Select</a:t>
          </a:r>
        </a:p>
      </dgm:t>
    </dgm:pt>
    <dgm:pt modelId="{B259E97E-D4E4-408B-9E38-F2D0EDBBC331}" type="parTrans" cxnId="{01D87E5D-E414-425A-8D7D-5657ED3FE737}">
      <dgm:prSet/>
      <dgm:spPr/>
      <dgm:t>
        <a:bodyPr/>
        <a:lstStyle/>
        <a:p>
          <a:endParaRPr lang="en-US"/>
        </a:p>
      </dgm:t>
    </dgm:pt>
    <dgm:pt modelId="{00DA0856-28E1-4591-BABD-98D951B1F3FA}" type="sibTrans" cxnId="{01D87E5D-E414-425A-8D7D-5657ED3FE737}">
      <dgm:prSet/>
      <dgm:spPr/>
      <dgm:t>
        <a:bodyPr/>
        <a:lstStyle/>
        <a:p>
          <a:endParaRPr lang="en-US"/>
        </a:p>
      </dgm:t>
    </dgm:pt>
    <dgm:pt modelId="{826BACAD-C5FD-4BDD-8CCB-92B9A5F4A35D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cs typeface="Calibri" panose="020F0502020204030204" pitchFamily="34" charset="0"/>
            </a:rPr>
            <a:t>Select a significance level (SL) for P-value e.g. 5% (0.05)</a:t>
          </a:r>
        </a:p>
      </dgm:t>
    </dgm:pt>
    <dgm:pt modelId="{65C0B9FA-3844-4B4F-A1AC-CC27E42FDC10}" type="parTrans" cxnId="{D5EDF041-7AFF-484B-B960-22C8B36C849C}">
      <dgm:prSet/>
      <dgm:spPr/>
      <dgm:t>
        <a:bodyPr/>
        <a:lstStyle/>
        <a:p>
          <a:endParaRPr lang="en-US"/>
        </a:p>
      </dgm:t>
    </dgm:pt>
    <dgm:pt modelId="{361D4A4C-3A2D-477A-9887-0D8383774DF5}" type="sibTrans" cxnId="{D5EDF041-7AFF-484B-B960-22C8B36C849C}">
      <dgm:prSet/>
      <dgm:spPr/>
      <dgm:t>
        <a:bodyPr/>
        <a:lstStyle/>
        <a:p>
          <a:endParaRPr lang="en-US"/>
        </a:p>
      </dgm:t>
    </dgm:pt>
    <dgm:pt modelId="{4BD02EAC-A2D1-4B3F-BDC1-E9DC1B908E73}">
      <dgm:prSet/>
      <dgm:spPr/>
      <dgm:t>
        <a:bodyPr/>
        <a:lstStyle/>
        <a:p>
          <a:r>
            <a:rPr lang="en-US"/>
            <a:t>Fit</a:t>
          </a:r>
        </a:p>
      </dgm:t>
    </dgm:pt>
    <dgm:pt modelId="{83740DB8-4FCA-434C-926D-35C44DF4C2DC}" type="parTrans" cxnId="{A450FAD0-9487-4AA7-8961-62ED34FBBF66}">
      <dgm:prSet/>
      <dgm:spPr/>
      <dgm:t>
        <a:bodyPr/>
        <a:lstStyle/>
        <a:p>
          <a:endParaRPr lang="en-US"/>
        </a:p>
      </dgm:t>
    </dgm:pt>
    <dgm:pt modelId="{06428BCA-F211-4088-AF3A-7BFE89DA159A}" type="sibTrans" cxnId="{A450FAD0-9487-4AA7-8961-62ED34FBBF66}">
      <dgm:prSet/>
      <dgm:spPr/>
      <dgm:t>
        <a:bodyPr/>
        <a:lstStyle/>
        <a:p>
          <a:endParaRPr lang="en-US"/>
        </a:p>
      </dgm:t>
    </dgm:pt>
    <dgm:pt modelId="{7367F42E-EEF5-47E5-8D20-C44EEF6E6052}">
      <dgm:prSet/>
      <dgm:spPr/>
      <dgm:t>
        <a:bodyPr/>
        <a:lstStyle/>
        <a:p>
          <a:r>
            <a:rPr lang="en-US"/>
            <a:t>Fit all the predictors y-&gt;xn one at a time and select one with the lowest P-value</a:t>
          </a:r>
        </a:p>
      </dgm:t>
    </dgm:pt>
    <dgm:pt modelId="{45BD7B1A-C3D4-492F-A417-2C049FF70697}" type="parTrans" cxnId="{3AC17157-40BE-4908-9FD5-5EFE35773B44}">
      <dgm:prSet/>
      <dgm:spPr/>
      <dgm:t>
        <a:bodyPr/>
        <a:lstStyle/>
        <a:p>
          <a:endParaRPr lang="en-US"/>
        </a:p>
      </dgm:t>
    </dgm:pt>
    <dgm:pt modelId="{1BE13B6D-7308-481E-ABFB-286198A736A6}" type="sibTrans" cxnId="{3AC17157-40BE-4908-9FD5-5EFE35773B44}">
      <dgm:prSet/>
      <dgm:spPr/>
      <dgm:t>
        <a:bodyPr/>
        <a:lstStyle/>
        <a:p>
          <a:endParaRPr lang="en-US"/>
        </a:p>
      </dgm:t>
    </dgm:pt>
    <dgm:pt modelId="{20C5474C-1D56-45C5-9AB3-98BB9BFB9AD3}">
      <dgm:prSet/>
      <dgm:spPr/>
      <dgm:t>
        <a:bodyPr/>
        <a:lstStyle/>
        <a:p>
          <a:r>
            <a:rPr lang="en-US"/>
            <a:t>Keep</a:t>
          </a:r>
        </a:p>
      </dgm:t>
    </dgm:pt>
    <dgm:pt modelId="{69D46185-22EA-4439-8145-D7F592754BC7}" type="parTrans" cxnId="{04DF74BF-F559-441F-A4AD-ABE600C8A6FC}">
      <dgm:prSet/>
      <dgm:spPr/>
      <dgm:t>
        <a:bodyPr/>
        <a:lstStyle/>
        <a:p>
          <a:endParaRPr lang="en-US"/>
        </a:p>
      </dgm:t>
    </dgm:pt>
    <dgm:pt modelId="{6F72F15C-92A6-45D1-9D46-0DE4C74DD3DF}" type="sibTrans" cxnId="{04DF74BF-F559-441F-A4AD-ABE600C8A6FC}">
      <dgm:prSet/>
      <dgm:spPr/>
      <dgm:t>
        <a:bodyPr/>
        <a:lstStyle/>
        <a:p>
          <a:endParaRPr lang="en-US"/>
        </a:p>
      </dgm:t>
    </dgm:pt>
    <dgm:pt modelId="{129394BB-EE96-487C-8B8A-31C08A0C963B}">
      <dgm:prSet/>
      <dgm:spPr/>
      <dgm:t>
        <a:bodyPr/>
        <a:lstStyle/>
        <a:p>
          <a:r>
            <a:rPr lang="en-US"/>
            <a:t>Keep this variable and fit all possible models with one extra predictor i.e., add one predictor to the variables you already have.</a:t>
          </a:r>
        </a:p>
      </dgm:t>
    </dgm:pt>
    <dgm:pt modelId="{D12935F3-48AE-4663-B209-C790A081B073}" type="parTrans" cxnId="{39171A33-1999-4458-87CD-728BC48D5599}">
      <dgm:prSet/>
      <dgm:spPr/>
      <dgm:t>
        <a:bodyPr/>
        <a:lstStyle/>
        <a:p>
          <a:endParaRPr lang="en-US"/>
        </a:p>
      </dgm:t>
    </dgm:pt>
    <dgm:pt modelId="{35F8CA05-E4BF-4E5D-A51C-F11999262B16}" type="sibTrans" cxnId="{39171A33-1999-4458-87CD-728BC48D5599}">
      <dgm:prSet/>
      <dgm:spPr/>
      <dgm:t>
        <a:bodyPr/>
        <a:lstStyle/>
        <a:p>
          <a:endParaRPr lang="en-US"/>
        </a:p>
      </dgm:t>
    </dgm:pt>
    <dgm:pt modelId="{A72EC85A-C659-46DA-83AD-E7106778A808}">
      <dgm:prSet/>
      <dgm:spPr/>
      <dgm:t>
        <a:bodyPr/>
        <a:lstStyle/>
        <a:p>
          <a:r>
            <a:rPr lang="en-US"/>
            <a:t>Consider</a:t>
          </a:r>
        </a:p>
      </dgm:t>
    </dgm:pt>
    <dgm:pt modelId="{CAAA282E-CBE7-4343-A3E2-061976FF9BBF}" type="parTrans" cxnId="{C46DB828-A4E4-441D-8D59-C45D3976FDCA}">
      <dgm:prSet/>
      <dgm:spPr/>
      <dgm:t>
        <a:bodyPr/>
        <a:lstStyle/>
        <a:p>
          <a:endParaRPr lang="en-US"/>
        </a:p>
      </dgm:t>
    </dgm:pt>
    <dgm:pt modelId="{0CA39639-2745-4291-BD6F-603F624AF4ED}" type="sibTrans" cxnId="{C46DB828-A4E4-441D-8D59-C45D3976FDCA}">
      <dgm:prSet/>
      <dgm:spPr/>
      <dgm:t>
        <a:bodyPr/>
        <a:lstStyle/>
        <a:p>
          <a:endParaRPr lang="en-US"/>
        </a:p>
      </dgm:t>
    </dgm:pt>
    <dgm:pt modelId="{CCB30BCF-D428-4FA9-9681-CB3F73275404}">
      <dgm:prSet/>
      <dgm:spPr/>
      <dgm:t>
        <a:bodyPr/>
        <a:lstStyle/>
        <a:p>
          <a:r>
            <a:rPr lang="en-US"/>
            <a:t>Consider the predictor with the least P-value. If P&lt;SL, go to step 3, otherwise finish. (keep the previous model) </a:t>
          </a:r>
        </a:p>
      </dgm:t>
    </dgm:pt>
    <dgm:pt modelId="{636E2F50-47A5-4258-907B-7AB90F945152}" type="parTrans" cxnId="{75E33EBD-0DF2-4545-BEF1-49FDB84F180D}">
      <dgm:prSet/>
      <dgm:spPr/>
      <dgm:t>
        <a:bodyPr/>
        <a:lstStyle/>
        <a:p>
          <a:endParaRPr lang="en-US"/>
        </a:p>
      </dgm:t>
    </dgm:pt>
    <dgm:pt modelId="{803CC72C-FDB8-4F94-8585-DAF43087F0E4}" type="sibTrans" cxnId="{75E33EBD-0DF2-4545-BEF1-49FDB84F180D}">
      <dgm:prSet/>
      <dgm:spPr/>
      <dgm:t>
        <a:bodyPr/>
        <a:lstStyle/>
        <a:p>
          <a:endParaRPr lang="en-US"/>
        </a:p>
      </dgm:t>
    </dgm:pt>
    <dgm:pt modelId="{1CC62CAD-34A2-F848-9421-EB22716657EF}" type="pres">
      <dgm:prSet presAssocID="{52291DCD-C768-4460-8651-993FC4087046}" presName="Name0" presStyleCnt="0">
        <dgm:presLayoutVars>
          <dgm:dir/>
          <dgm:animLvl val="lvl"/>
          <dgm:resizeHandles val="exact"/>
        </dgm:presLayoutVars>
      </dgm:prSet>
      <dgm:spPr/>
    </dgm:pt>
    <dgm:pt modelId="{D319AF63-B15B-9540-9854-75F790137677}" type="pres">
      <dgm:prSet presAssocID="{160B9B01-21C2-4D3B-83A7-D4050A39E136}" presName="linNode" presStyleCnt="0"/>
      <dgm:spPr/>
    </dgm:pt>
    <dgm:pt modelId="{E17C927A-DB3C-6847-92EB-D64A22A42022}" type="pres">
      <dgm:prSet presAssocID="{160B9B01-21C2-4D3B-83A7-D4050A39E136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BD1E98AE-D7C7-9E41-8116-916AC524C0FB}" type="pres">
      <dgm:prSet presAssocID="{160B9B01-21C2-4D3B-83A7-D4050A39E136}" presName="descendantText" presStyleLbl="alignAccFollowNode1" presStyleIdx="0" presStyleCnt="4">
        <dgm:presLayoutVars>
          <dgm:bulletEnabled val="1"/>
        </dgm:presLayoutVars>
      </dgm:prSet>
      <dgm:spPr/>
    </dgm:pt>
    <dgm:pt modelId="{13128F5E-B1AF-B043-B3E2-637EAE306E46}" type="pres">
      <dgm:prSet presAssocID="{00DA0856-28E1-4591-BABD-98D951B1F3FA}" presName="sp" presStyleCnt="0"/>
      <dgm:spPr/>
    </dgm:pt>
    <dgm:pt modelId="{4CB1C6EB-F594-1444-A81C-2A906BB81B0F}" type="pres">
      <dgm:prSet presAssocID="{4BD02EAC-A2D1-4B3F-BDC1-E9DC1B908E73}" presName="linNode" presStyleCnt="0"/>
      <dgm:spPr/>
    </dgm:pt>
    <dgm:pt modelId="{73EC9EF7-7C5C-5944-BF08-6A0BE2773584}" type="pres">
      <dgm:prSet presAssocID="{4BD02EAC-A2D1-4B3F-BDC1-E9DC1B908E7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BE203FB5-94AD-1E46-B501-4D78557F75F1}" type="pres">
      <dgm:prSet presAssocID="{4BD02EAC-A2D1-4B3F-BDC1-E9DC1B908E73}" presName="descendantText" presStyleLbl="alignAccFollowNode1" presStyleIdx="1" presStyleCnt="4">
        <dgm:presLayoutVars>
          <dgm:bulletEnabled val="1"/>
        </dgm:presLayoutVars>
      </dgm:prSet>
      <dgm:spPr/>
    </dgm:pt>
    <dgm:pt modelId="{DCED4743-F2E8-5E45-8896-AFB8AEAC8B5A}" type="pres">
      <dgm:prSet presAssocID="{06428BCA-F211-4088-AF3A-7BFE89DA159A}" presName="sp" presStyleCnt="0"/>
      <dgm:spPr/>
    </dgm:pt>
    <dgm:pt modelId="{3E8F2F3E-43F4-5B46-BE7F-2E2E98F928FD}" type="pres">
      <dgm:prSet presAssocID="{20C5474C-1D56-45C5-9AB3-98BB9BFB9AD3}" presName="linNode" presStyleCnt="0"/>
      <dgm:spPr/>
    </dgm:pt>
    <dgm:pt modelId="{0F815B80-9E5B-044A-B25E-7DDAEB04E03B}" type="pres">
      <dgm:prSet presAssocID="{20C5474C-1D56-45C5-9AB3-98BB9BFB9AD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DCAD053-59EB-6644-9CB9-B8DBFC7AA091}" type="pres">
      <dgm:prSet presAssocID="{20C5474C-1D56-45C5-9AB3-98BB9BFB9AD3}" presName="descendantText" presStyleLbl="alignAccFollowNode1" presStyleIdx="2" presStyleCnt="4">
        <dgm:presLayoutVars>
          <dgm:bulletEnabled val="1"/>
        </dgm:presLayoutVars>
      </dgm:prSet>
      <dgm:spPr/>
    </dgm:pt>
    <dgm:pt modelId="{7D246B49-D0C1-A44A-B9ED-95CCF37C5A15}" type="pres">
      <dgm:prSet presAssocID="{6F72F15C-92A6-45D1-9D46-0DE4C74DD3DF}" presName="sp" presStyleCnt="0"/>
      <dgm:spPr/>
    </dgm:pt>
    <dgm:pt modelId="{305EE0B7-D3B6-7D4D-B998-558C1BCC7450}" type="pres">
      <dgm:prSet presAssocID="{A72EC85A-C659-46DA-83AD-E7106778A808}" presName="linNode" presStyleCnt="0"/>
      <dgm:spPr/>
    </dgm:pt>
    <dgm:pt modelId="{41D02025-C275-414B-B16F-53413D4CD2C0}" type="pres">
      <dgm:prSet presAssocID="{A72EC85A-C659-46DA-83AD-E7106778A80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C8BAED23-1B03-7E4D-9223-760F28D48C20}" type="pres">
      <dgm:prSet presAssocID="{A72EC85A-C659-46DA-83AD-E7106778A80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46DB828-A4E4-441D-8D59-C45D3976FDCA}" srcId="{52291DCD-C768-4460-8651-993FC4087046}" destId="{A72EC85A-C659-46DA-83AD-E7106778A808}" srcOrd="3" destOrd="0" parTransId="{CAAA282E-CBE7-4343-A3E2-061976FF9BBF}" sibTransId="{0CA39639-2745-4291-BD6F-603F624AF4ED}"/>
    <dgm:cxn modelId="{84253530-7D02-1E49-BF66-1DD11B13686A}" type="presOf" srcId="{CCB30BCF-D428-4FA9-9681-CB3F73275404}" destId="{C8BAED23-1B03-7E4D-9223-760F28D48C20}" srcOrd="0" destOrd="0" presId="urn:microsoft.com/office/officeart/2005/8/layout/vList5"/>
    <dgm:cxn modelId="{80564532-1860-E24F-A446-C66EDDE74B3E}" type="presOf" srcId="{A72EC85A-C659-46DA-83AD-E7106778A808}" destId="{41D02025-C275-414B-B16F-53413D4CD2C0}" srcOrd="0" destOrd="0" presId="urn:microsoft.com/office/officeart/2005/8/layout/vList5"/>
    <dgm:cxn modelId="{39171A33-1999-4458-87CD-728BC48D5599}" srcId="{20C5474C-1D56-45C5-9AB3-98BB9BFB9AD3}" destId="{129394BB-EE96-487C-8B8A-31C08A0C963B}" srcOrd="0" destOrd="0" parTransId="{D12935F3-48AE-4663-B209-C790A081B073}" sibTransId="{35F8CA05-E4BF-4E5D-A51C-F11999262B16}"/>
    <dgm:cxn modelId="{3CFAB833-DBA4-8D49-9F99-E06A31E15222}" type="presOf" srcId="{4BD02EAC-A2D1-4B3F-BDC1-E9DC1B908E73}" destId="{73EC9EF7-7C5C-5944-BF08-6A0BE2773584}" srcOrd="0" destOrd="0" presId="urn:microsoft.com/office/officeart/2005/8/layout/vList5"/>
    <dgm:cxn modelId="{2A5F4036-7163-1C4C-B395-69EF7BB5B5A2}" type="presOf" srcId="{129394BB-EE96-487C-8B8A-31C08A0C963B}" destId="{9DCAD053-59EB-6644-9CB9-B8DBFC7AA091}" srcOrd="0" destOrd="0" presId="urn:microsoft.com/office/officeart/2005/8/layout/vList5"/>
    <dgm:cxn modelId="{D5EDF041-7AFF-484B-B960-22C8B36C849C}" srcId="{160B9B01-21C2-4D3B-83A7-D4050A39E136}" destId="{826BACAD-C5FD-4BDD-8CCB-92B9A5F4A35D}" srcOrd="0" destOrd="0" parTransId="{65C0B9FA-3844-4B4F-A1AC-CC27E42FDC10}" sibTransId="{361D4A4C-3A2D-477A-9887-0D8383774DF5}"/>
    <dgm:cxn modelId="{DFF31D55-5450-CC4A-A3B2-018A019327F5}" type="presOf" srcId="{826BACAD-C5FD-4BDD-8CCB-92B9A5F4A35D}" destId="{BD1E98AE-D7C7-9E41-8116-916AC524C0FB}" srcOrd="0" destOrd="0" presId="urn:microsoft.com/office/officeart/2005/8/layout/vList5"/>
    <dgm:cxn modelId="{3AC17157-40BE-4908-9FD5-5EFE35773B44}" srcId="{4BD02EAC-A2D1-4B3F-BDC1-E9DC1B908E73}" destId="{7367F42E-EEF5-47E5-8D20-C44EEF6E6052}" srcOrd="0" destOrd="0" parTransId="{45BD7B1A-C3D4-492F-A417-2C049FF70697}" sibTransId="{1BE13B6D-7308-481E-ABFB-286198A736A6}"/>
    <dgm:cxn modelId="{01D87E5D-E414-425A-8D7D-5657ED3FE737}" srcId="{52291DCD-C768-4460-8651-993FC4087046}" destId="{160B9B01-21C2-4D3B-83A7-D4050A39E136}" srcOrd="0" destOrd="0" parTransId="{B259E97E-D4E4-408B-9E38-F2D0EDBBC331}" sibTransId="{00DA0856-28E1-4591-BABD-98D951B1F3FA}"/>
    <dgm:cxn modelId="{75B8E894-351A-1C49-ABB1-CE6BEAF052CC}" type="presOf" srcId="{52291DCD-C768-4460-8651-993FC4087046}" destId="{1CC62CAD-34A2-F848-9421-EB22716657EF}" srcOrd="0" destOrd="0" presId="urn:microsoft.com/office/officeart/2005/8/layout/vList5"/>
    <dgm:cxn modelId="{75E33EBD-0DF2-4545-BEF1-49FDB84F180D}" srcId="{A72EC85A-C659-46DA-83AD-E7106778A808}" destId="{CCB30BCF-D428-4FA9-9681-CB3F73275404}" srcOrd="0" destOrd="0" parTransId="{636E2F50-47A5-4258-907B-7AB90F945152}" sibTransId="{803CC72C-FDB8-4F94-8585-DAF43087F0E4}"/>
    <dgm:cxn modelId="{04DF74BF-F559-441F-A4AD-ABE600C8A6FC}" srcId="{52291DCD-C768-4460-8651-993FC4087046}" destId="{20C5474C-1D56-45C5-9AB3-98BB9BFB9AD3}" srcOrd="2" destOrd="0" parTransId="{69D46185-22EA-4439-8145-D7F592754BC7}" sibTransId="{6F72F15C-92A6-45D1-9D46-0DE4C74DD3DF}"/>
    <dgm:cxn modelId="{644D0AC8-FD4A-DE44-9FDB-05A2F8C4D28B}" type="presOf" srcId="{20C5474C-1D56-45C5-9AB3-98BB9BFB9AD3}" destId="{0F815B80-9E5B-044A-B25E-7DDAEB04E03B}" srcOrd="0" destOrd="0" presId="urn:microsoft.com/office/officeart/2005/8/layout/vList5"/>
    <dgm:cxn modelId="{6E790BC9-2085-6448-8A56-33627A64F7C1}" type="presOf" srcId="{160B9B01-21C2-4D3B-83A7-D4050A39E136}" destId="{E17C927A-DB3C-6847-92EB-D64A22A42022}" srcOrd="0" destOrd="0" presId="urn:microsoft.com/office/officeart/2005/8/layout/vList5"/>
    <dgm:cxn modelId="{A450FAD0-9487-4AA7-8961-62ED34FBBF66}" srcId="{52291DCD-C768-4460-8651-993FC4087046}" destId="{4BD02EAC-A2D1-4B3F-BDC1-E9DC1B908E73}" srcOrd="1" destOrd="0" parTransId="{83740DB8-4FCA-434C-926D-35C44DF4C2DC}" sibTransId="{06428BCA-F211-4088-AF3A-7BFE89DA159A}"/>
    <dgm:cxn modelId="{054358E6-AD8D-2A47-B852-0C45F06B6716}" type="presOf" srcId="{7367F42E-EEF5-47E5-8D20-C44EEF6E6052}" destId="{BE203FB5-94AD-1E46-B501-4D78557F75F1}" srcOrd="0" destOrd="0" presId="urn:microsoft.com/office/officeart/2005/8/layout/vList5"/>
    <dgm:cxn modelId="{D4F60807-1393-7A40-86A1-56D0171F378E}" type="presParOf" srcId="{1CC62CAD-34A2-F848-9421-EB22716657EF}" destId="{D319AF63-B15B-9540-9854-75F790137677}" srcOrd="0" destOrd="0" presId="urn:microsoft.com/office/officeart/2005/8/layout/vList5"/>
    <dgm:cxn modelId="{D7696A6B-E9AD-314B-9304-B61644610187}" type="presParOf" srcId="{D319AF63-B15B-9540-9854-75F790137677}" destId="{E17C927A-DB3C-6847-92EB-D64A22A42022}" srcOrd="0" destOrd="0" presId="urn:microsoft.com/office/officeart/2005/8/layout/vList5"/>
    <dgm:cxn modelId="{65698ACD-427B-A741-A5E2-0F00161894D4}" type="presParOf" srcId="{D319AF63-B15B-9540-9854-75F790137677}" destId="{BD1E98AE-D7C7-9E41-8116-916AC524C0FB}" srcOrd="1" destOrd="0" presId="urn:microsoft.com/office/officeart/2005/8/layout/vList5"/>
    <dgm:cxn modelId="{6F3C3A2D-B92E-AF43-9A3A-1D2E968A48F9}" type="presParOf" srcId="{1CC62CAD-34A2-F848-9421-EB22716657EF}" destId="{13128F5E-B1AF-B043-B3E2-637EAE306E46}" srcOrd="1" destOrd="0" presId="urn:microsoft.com/office/officeart/2005/8/layout/vList5"/>
    <dgm:cxn modelId="{3B426102-8D96-DA45-83A1-4FE12C21A242}" type="presParOf" srcId="{1CC62CAD-34A2-F848-9421-EB22716657EF}" destId="{4CB1C6EB-F594-1444-A81C-2A906BB81B0F}" srcOrd="2" destOrd="0" presId="urn:microsoft.com/office/officeart/2005/8/layout/vList5"/>
    <dgm:cxn modelId="{EF0C10AE-CEE7-DC44-9110-67C3C1DEC376}" type="presParOf" srcId="{4CB1C6EB-F594-1444-A81C-2A906BB81B0F}" destId="{73EC9EF7-7C5C-5944-BF08-6A0BE2773584}" srcOrd="0" destOrd="0" presId="urn:microsoft.com/office/officeart/2005/8/layout/vList5"/>
    <dgm:cxn modelId="{AB5AF49E-6CD5-9E4B-A5EF-391838D8F9AB}" type="presParOf" srcId="{4CB1C6EB-F594-1444-A81C-2A906BB81B0F}" destId="{BE203FB5-94AD-1E46-B501-4D78557F75F1}" srcOrd="1" destOrd="0" presId="urn:microsoft.com/office/officeart/2005/8/layout/vList5"/>
    <dgm:cxn modelId="{60437C39-474E-B24F-B783-5882D0D74DC5}" type="presParOf" srcId="{1CC62CAD-34A2-F848-9421-EB22716657EF}" destId="{DCED4743-F2E8-5E45-8896-AFB8AEAC8B5A}" srcOrd="3" destOrd="0" presId="urn:microsoft.com/office/officeart/2005/8/layout/vList5"/>
    <dgm:cxn modelId="{DC868999-F80D-5049-A0BA-7C2E139E7587}" type="presParOf" srcId="{1CC62CAD-34A2-F848-9421-EB22716657EF}" destId="{3E8F2F3E-43F4-5B46-BE7F-2E2E98F928FD}" srcOrd="4" destOrd="0" presId="urn:microsoft.com/office/officeart/2005/8/layout/vList5"/>
    <dgm:cxn modelId="{3AD3F943-9FEE-4045-8AE6-FB83D71182F4}" type="presParOf" srcId="{3E8F2F3E-43F4-5B46-BE7F-2E2E98F928FD}" destId="{0F815B80-9E5B-044A-B25E-7DDAEB04E03B}" srcOrd="0" destOrd="0" presId="urn:microsoft.com/office/officeart/2005/8/layout/vList5"/>
    <dgm:cxn modelId="{228794B7-863C-4340-B9A0-F6764788A110}" type="presParOf" srcId="{3E8F2F3E-43F4-5B46-BE7F-2E2E98F928FD}" destId="{9DCAD053-59EB-6644-9CB9-B8DBFC7AA091}" srcOrd="1" destOrd="0" presId="urn:microsoft.com/office/officeart/2005/8/layout/vList5"/>
    <dgm:cxn modelId="{9FB44F87-3088-7441-B686-C13C52A154AA}" type="presParOf" srcId="{1CC62CAD-34A2-F848-9421-EB22716657EF}" destId="{7D246B49-D0C1-A44A-B9ED-95CCF37C5A15}" srcOrd="5" destOrd="0" presId="urn:microsoft.com/office/officeart/2005/8/layout/vList5"/>
    <dgm:cxn modelId="{8BCFC247-D970-C946-8B28-B85CF0835948}" type="presParOf" srcId="{1CC62CAD-34A2-F848-9421-EB22716657EF}" destId="{305EE0B7-D3B6-7D4D-B998-558C1BCC7450}" srcOrd="6" destOrd="0" presId="urn:microsoft.com/office/officeart/2005/8/layout/vList5"/>
    <dgm:cxn modelId="{01EFE5B4-A8A0-D54A-A0D3-D24FF442A516}" type="presParOf" srcId="{305EE0B7-D3B6-7D4D-B998-558C1BCC7450}" destId="{41D02025-C275-414B-B16F-53413D4CD2C0}" srcOrd="0" destOrd="0" presId="urn:microsoft.com/office/officeart/2005/8/layout/vList5"/>
    <dgm:cxn modelId="{1AA45D7B-9C55-A64A-9594-71B8D411EF7D}" type="presParOf" srcId="{305EE0B7-D3B6-7D4D-B998-558C1BCC7450}" destId="{C8BAED23-1B03-7E4D-9223-760F28D48C2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46D34F0-A51B-4238-B0AC-1152DCDB674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56ED0F0-927F-4D22-B8D3-124771530A50}">
      <dgm:prSet/>
      <dgm:spPr/>
      <dgm:t>
        <a:bodyPr/>
        <a:lstStyle/>
        <a:p>
          <a:r>
            <a:rPr lang="en-US" baseline="0"/>
            <a:t>Select a significance level to enter (SL_Enter) and stay (SL_stay) in the model.</a:t>
          </a:r>
          <a:endParaRPr lang="en-US"/>
        </a:p>
      </dgm:t>
    </dgm:pt>
    <dgm:pt modelId="{3322F48F-3A36-4CBA-8B90-551353DABC31}" type="parTrans" cxnId="{AF60338B-1C38-4377-9AD7-D35FD995DFCB}">
      <dgm:prSet/>
      <dgm:spPr/>
      <dgm:t>
        <a:bodyPr/>
        <a:lstStyle/>
        <a:p>
          <a:endParaRPr lang="en-US"/>
        </a:p>
      </dgm:t>
    </dgm:pt>
    <dgm:pt modelId="{92C46498-C69A-48ED-B3BD-62FBAA89511A}" type="sibTrans" cxnId="{AF60338B-1C38-4377-9AD7-D35FD995DFCB}">
      <dgm:prSet/>
      <dgm:spPr/>
      <dgm:t>
        <a:bodyPr/>
        <a:lstStyle/>
        <a:p>
          <a:endParaRPr lang="en-US"/>
        </a:p>
      </dgm:t>
    </dgm:pt>
    <dgm:pt modelId="{5BDF5F96-E564-47E9-B9DA-5196683646C5}">
      <dgm:prSet/>
      <dgm:spPr/>
      <dgm:t>
        <a:bodyPr/>
        <a:lstStyle/>
        <a:p>
          <a:r>
            <a:rPr lang="en-US" baseline="0" dirty="0"/>
            <a:t>Perform the next step of forward selection (new variables must enter if P &lt; </a:t>
          </a:r>
          <a:r>
            <a:rPr lang="en-US" baseline="0" dirty="0" err="1"/>
            <a:t>SL_enter</a:t>
          </a:r>
          <a:r>
            <a:rPr lang="en-US" baseline="0" dirty="0"/>
            <a:t>)</a:t>
          </a:r>
          <a:endParaRPr lang="en-US" dirty="0"/>
        </a:p>
      </dgm:t>
    </dgm:pt>
    <dgm:pt modelId="{9EC42BE4-1125-4B89-829B-F3B64D734A1E}" type="parTrans" cxnId="{940E80CD-7F1E-459E-88D9-5D14A426E53D}">
      <dgm:prSet/>
      <dgm:spPr/>
      <dgm:t>
        <a:bodyPr/>
        <a:lstStyle/>
        <a:p>
          <a:endParaRPr lang="en-US"/>
        </a:p>
      </dgm:t>
    </dgm:pt>
    <dgm:pt modelId="{BE91542A-0DFF-4916-AAFF-3B24F580A453}" type="sibTrans" cxnId="{940E80CD-7F1E-459E-88D9-5D14A426E53D}">
      <dgm:prSet/>
      <dgm:spPr/>
      <dgm:t>
        <a:bodyPr/>
        <a:lstStyle/>
        <a:p>
          <a:endParaRPr lang="en-US"/>
        </a:p>
      </dgm:t>
    </dgm:pt>
    <dgm:pt modelId="{79272274-FE54-4239-A619-717133A4176E}">
      <dgm:prSet/>
      <dgm:spPr/>
      <dgm:t>
        <a:bodyPr/>
        <a:lstStyle/>
        <a:p>
          <a:r>
            <a:rPr lang="en-US" baseline="0"/>
            <a:t>Pefrom all steps of backward elimination (old variables must have P&lt;SL_stay to stay in the model)</a:t>
          </a:r>
          <a:endParaRPr lang="en-US"/>
        </a:p>
      </dgm:t>
    </dgm:pt>
    <dgm:pt modelId="{BDB95B61-5736-4592-826B-A386E47433DE}" type="parTrans" cxnId="{A8241150-4D7B-4207-8B8F-29ADBFB6D057}">
      <dgm:prSet/>
      <dgm:spPr/>
      <dgm:t>
        <a:bodyPr/>
        <a:lstStyle/>
        <a:p>
          <a:endParaRPr lang="en-US"/>
        </a:p>
      </dgm:t>
    </dgm:pt>
    <dgm:pt modelId="{B19E0303-FC94-462A-BF48-C572B5E5BB84}" type="sibTrans" cxnId="{A8241150-4D7B-4207-8B8F-29ADBFB6D057}">
      <dgm:prSet/>
      <dgm:spPr/>
      <dgm:t>
        <a:bodyPr/>
        <a:lstStyle/>
        <a:p>
          <a:endParaRPr lang="en-US"/>
        </a:p>
      </dgm:t>
    </dgm:pt>
    <dgm:pt modelId="{73B732A7-0216-4557-A22A-51F5B5350F24}">
      <dgm:prSet/>
      <dgm:spPr/>
      <dgm:t>
        <a:bodyPr/>
        <a:lstStyle/>
        <a:p>
          <a:r>
            <a:rPr lang="en-US" baseline="0"/>
            <a:t>No new variables can enter and no old variables can exit</a:t>
          </a:r>
          <a:endParaRPr lang="en-US"/>
        </a:p>
      </dgm:t>
    </dgm:pt>
    <dgm:pt modelId="{AD54BCF8-F950-4016-89EA-7E73B3D5F64D}" type="parTrans" cxnId="{F3C27E4D-905E-4A71-B736-F7D12A39E141}">
      <dgm:prSet/>
      <dgm:spPr/>
      <dgm:t>
        <a:bodyPr/>
        <a:lstStyle/>
        <a:p>
          <a:endParaRPr lang="en-US"/>
        </a:p>
      </dgm:t>
    </dgm:pt>
    <dgm:pt modelId="{BA8F03AF-C4E9-48E1-AA42-D745169C2C3D}" type="sibTrans" cxnId="{F3C27E4D-905E-4A71-B736-F7D12A39E141}">
      <dgm:prSet/>
      <dgm:spPr/>
      <dgm:t>
        <a:bodyPr/>
        <a:lstStyle/>
        <a:p>
          <a:endParaRPr lang="en-US"/>
        </a:p>
      </dgm:t>
    </dgm:pt>
    <dgm:pt modelId="{ED2AAA50-3594-49FC-AA2F-AD7981BB80FA}">
      <dgm:prSet/>
      <dgm:spPr/>
      <dgm:t>
        <a:bodyPr/>
        <a:lstStyle/>
        <a:p>
          <a:r>
            <a:rPr lang="en-US" baseline="0"/>
            <a:t>FIN: model is ready</a:t>
          </a:r>
          <a:endParaRPr lang="en-US"/>
        </a:p>
      </dgm:t>
    </dgm:pt>
    <dgm:pt modelId="{DED3CA90-FA89-481F-8C17-E84870FB371C}" type="parTrans" cxnId="{46A4D3D8-1B10-4494-85E6-3A32CBFFCE6C}">
      <dgm:prSet/>
      <dgm:spPr/>
      <dgm:t>
        <a:bodyPr/>
        <a:lstStyle/>
        <a:p>
          <a:endParaRPr lang="en-US"/>
        </a:p>
      </dgm:t>
    </dgm:pt>
    <dgm:pt modelId="{EA1B7BF0-8C4B-4620-A5F8-6011ECF761FB}" type="sibTrans" cxnId="{46A4D3D8-1B10-4494-85E6-3A32CBFFCE6C}">
      <dgm:prSet/>
      <dgm:spPr/>
      <dgm:t>
        <a:bodyPr/>
        <a:lstStyle/>
        <a:p>
          <a:endParaRPr lang="en-US"/>
        </a:p>
      </dgm:t>
    </dgm:pt>
    <dgm:pt modelId="{FDF8BA5C-C30A-4343-8360-7228D8DA8FF5}" type="pres">
      <dgm:prSet presAssocID="{D46D34F0-A51B-4238-B0AC-1152DCDB6747}" presName="outerComposite" presStyleCnt="0">
        <dgm:presLayoutVars>
          <dgm:chMax val="5"/>
          <dgm:dir/>
          <dgm:resizeHandles val="exact"/>
        </dgm:presLayoutVars>
      </dgm:prSet>
      <dgm:spPr/>
    </dgm:pt>
    <dgm:pt modelId="{78BB1FA2-636C-9B45-8FDB-B3C4F6737F12}" type="pres">
      <dgm:prSet presAssocID="{D46D34F0-A51B-4238-B0AC-1152DCDB6747}" presName="dummyMaxCanvas" presStyleCnt="0">
        <dgm:presLayoutVars/>
      </dgm:prSet>
      <dgm:spPr/>
    </dgm:pt>
    <dgm:pt modelId="{3DD4757D-1AC1-A347-BD1B-4D140890E37E}" type="pres">
      <dgm:prSet presAssocID="{D46D34F0-A51B-4238-B0AC-1152DCDB6747}" presName="FiveNodes_1" presStyleLbl="node1" presStyleIdx="0" presStyleCnt="5">
        <dgm:presLayoutVars>
          <dgm:bulletEnabled val="1"/>
        </dgm:presLayoutVars>
      </dgm:prSet>
      <dgm:spPr/>
    </dgm:pt>
    <dgm:pt modelId="{D91FB298-72DE-B843-BA2C-99806A2E6A3D}" type="pres">
      <dgm:prSet presAssocID="{D46D34F0-A51B-4238-B0AC-1152DCDB6747}" presName="FiveNodes_2" presStyleLbl="node1" presStyleIdx="1" presStyleCnt="5">
        <dgm:presLayoutVars>
          <dgm:bulletEnabled val="1"/>
        </dgm:presLayoutVars>
      </dgm:prSet>
      <dgm:spPr/>
    </dgm:pt>
    <dgm:pt modelId="{29E75DD1-2CA6-7B47-9FBF-19544DB16A11}" type="pres">
      <dgm:prSet presAssocID="{D46D34F0-A51B-4238-B0AC-1152DCDB6747}" presName="FiveNodes_3" presStyleLbl="node1" presStyleIdx="2" presStyleCnt="5">
        <dgm:presLayoutVars>
          <dgm:bulletEnabled val="1"/>
        </dgm:presLayoutVars>
      </dgm:prSet>
      <dgm:spPr/>
    </dgm:pt>
    <dgm:pt modelId="{EDBA8DA9-A5FE-F34C-AB77-70AFDEC1D201}" type="pres">
      <dgm:prSet presAssocID="{D46D34F0-A51B-4238-B0AC-1152DCDB6747}" presName="FiveNodes_4" presStyleLbl="node1" presStyleIdx="3" presStyleCnt="5">
        <dgm:presLayoutVars>
          <dgm:bulletEnabled val="1"/>
        </dgm:presLayoutVars>
      </dgm:prSet>
      <dgm:spPr/>
    </dgm:pt>
    <dgm:pt modelId="{EA01E486-F0E3-BA49-976C-FEFB6524697D}" type="pres">
      <dgm:prSet presAssocID="{D46D34F0-A51B-4238-B0AC-1152DCDB6747}" presName="FiveNodes_5" presStyleLbl="node1" presStyleIdx="4" presStyleCnt="5">
        <dgm:presLayoutVars>
          <dgm:bulletEnabled val="1"/>
        </dgm:presLayoutVars>
      </dgm:prSet>
      <dgm:spPr/>
    </dgm:pt>
    <dgm:pt modelId="{4138153F-2940-3B40-947C-3AF6FA7E7921}" type="pres">
      <dgm:prSet presAssocID="{D46D34F0-A51B-4238-B0AC-1152DCDB6747}" presName="FiveConn_1-2" presStyleLbl="fgAccFollowNode1" presStyleIdx="0" presStyleCnt="4">
        <dgm:presLayoutVars>
          <dgm:bulletEnabled val="1"/>
        </dgm:presLayoutVars>
      </dgm:prSet>
      <dgm:spPr/>
    </dgm:pt>
    <dgm:pt modelId="{CCDD21EB-627C-4145-A301-89A0BAB4AADC}" type="pres">
      <dgm:prSet presAssocID="{D46D34F0-A51B-4238-B0AC-1152DCDB6747}" presName="FiveConn_2-3" presStyleLbl="fgAccFollowNode1" presStyleIdx="1" presStyleCnt="4">
        <dgm:presLayoutVars>
          <dgm:bulletEnabled val="1"/>
        </dgm:presLayoutVars>
      </dgm:prSet>
      <dgm:spPr/>
    </dgm:pt>
    <dgm:pt modelId="{496058D1-680D-BC4C-9D62-3F65F58832DD}" type="pres">
      <dgm:prSet presAssocID="{D46D34F0-A51B-4238-B0AC-1152DCDB6747}" presName="FiveConn_3-4" presStyleLbl="fgAccFollowNode1" presStyleIdx="2" presStyleCnt="4">
        <dgm:presLayoutVars>
          <dgm:bulletEnabled val="1"/>
        </dgm:presLayoutVars>
      </dgm:prSet>
      <dgm:spPr/>
    </dgm:pt>
    <dgm:pt modelId="{E204A89F-6102-A043-9544-7A4E0EFC44D8}" type="pres">
      <dgm:prSet presAssocID="{D46D34F0-A51B-4238-B0AC-1152DCDB6747}" presName="FiveConn_4-5" presStyleLbl="fgAccFollowNode1" presStyleIdx="3" presStyleCnt="4">
        <dgm:presLayoutVars>
          <dgm:bulletEnabled val="1"/>
        </dgm:presLayoutVars>
      </dgm:prSet>
      <dgm:spPr/>
    </dgm:pt>
    <dgm:pt modelId="{7526238C-D9D3-DA49-BF92-34EBCB491B51}" type="pres">
      <dgm:prSet presAssocID="{D46D34F0-A51B-4238-B0AC-1152DCDB6747}" presName="FiveNodes_1_text" presStyleLbl="node1" presStyleIdx="4" presStyleCnt="5">
        <dgm:presLayoutVars>
          <dgm:bulletEnabled val="1"/>
        </dgm:presLayoutVars>
      </dgm:prSet>
      <dgm:spPr/>
    </dgm:pt>
    <dgm:pt modelId="{7F0C8D29-C233-4B46-AE33-6B81AB60B889}" type="pres">
      <dgm:prSet presAssocID="{D46D34F0-A51B-4238-B0AC-1152DCDB6747}" presName="FiveNodes_2_text" presStyleLbl="node1" presStyleIdx="4" presStyleCnt="5">
        <dgm:presLayoutVars>
          <dgm:bulletEnabled val="1"/>
        </dgm:presLayoutVars>
      </dgm:prSet>
      <dgm:spPr/>
    </dgm:pt>
    <dgm:pt modelId="{17E79961-6A74-2146-8AE2-806C9E115C45}" type="pres">
      <dgm:prSet presAssocID="{D46D34F0-A51B-4238-B0AC-1152DCDB6747}" presName="FiveNodes_3_text" presStyleLbl="node1" presStyleIdx="4" presStyleCnt="5">
        <dgm:presLayoutVars>
          <dgm:bulletEnabled val="1"/>
        </dgm:presLayoutVars>
      </dgm:prSet>
      <dgm:spPr/>
    </dgm:pt>
    <dgm:pt modelId="{E2EF5359-E0C3-214F-A983-69536AB5C3B7}" type="pres">
      <dgm:prSet presAssocID="{D46D34F0-A51B-4238-B0AC-1152DCDB6747}" presName="FiveNodes_4_text" presStyleLbl="node1" presStyleIdx="4" presStyleCnt="5">
        <dgm:presLayoutVars>
          <dgm:bulletEnabled val="1"/>
        </dgm:presLayoutVars>
      </dgm:prSet>
      <dgm:spPr/>
    </dgm:pt>
    <dgm:pt modelId="{A4A16CD6-08AF-3D46-AE32-542DC5A1277E}" type="pres">
      <dgm:prSet presAssocID="{D46D34F0-A51B-4238-B0AC-1152DCDB674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837DE1A-8E92-554A-9EC5-D714FD3643CC}" type="presOf" srcId="{556ED0F0-927F-4D22-B8D3-124771530A50}" destId="{7526238C-D9D3-DA49-BF92-34EBCB491B51}" srcOrd="1" destOrd="0" presId="urn:microsoft.com/office/officeart/2005/8/layout/vProcess5"/>
    <dgm:cxn modelId="{23CAE92F-B8FE-BE46-A746-43070AEF4F3F}" type="presOf" srcId="{73B732A7-0216-4557-A22A-51F5B5350F24}" destId="{EDBA8DA9-A5FE-F34C-AB77-70AFDEC1D201}" srcOrd="0" destOrd="0" presId="urn:microsoft.com/office/officeart/2005/8/layout/vProcess5"/>
    <dgm:cxn modelId="{788F9432-CEC7-9D40-BE55-D5D5F0EFE4EE}" type="presOf" srcId="{79272274-FE54-4239-A619-717133A4176E}" destId="{29E75DD1-2CA6-7B47-9FBF-19544DB16A11}" srcOrd="0" destOrd="0" presId="urn:microsoft.com/office/officeart/2005/8/layout/vProcess5"/>
    <dgm:cxn modelId="{FE8C6943-1AE7-1042-95BF-B8EDCB32B142}" type="presOf" srcId="{ED2AAA50-3594-49FC-AA2F-AD7981BB80FA}" destId="{EA01E486-F0E3-BA49-976C-FEFB6524697D}" srcOrd="0" destOrd="0" presId="urn:microsoft.com/office/officeart/2005/8/layout/vProcess5"/>
    <dgm:cxn modelId="{F3C27E4D-905E-4A71-B736-F7D12A39E141}" srcId="{D46D34F0-A51B-4238-B0AC-1152DCDB6747}" destId="{73B732A7-0216-4557-A22A-51F5B5350F24}" srcOrd="3" destOrd="0" parTransId="{AD54BCF8-F950-4016-89EA-7E73B3D5F64D}" sibTransId="{BA8F03AF-C4E9-48E1-AA42-D745169C2C3D}"/>
    <dgm:cxn modelId="{A8241150-4D7B-4207-8B8F-29ADBFB6D057}" srcId="{D46D34F0-A51B-4238-B0AC-1152DCDB6747}" destId="{79272274-FE54-4239-A619-717133A4176E}" srcOrd="2" destOrd="0" parTransId="{BDB95B61-5736-4592-826B-A386E47433DE}" sibTransId="{B19E0303-FC94-462A-BF48-C572B5E5BB84}"/>
    <dgm:cxn modelId="{0E878F56-A27A-394F-86DC-93E8A3027350}" type="presOf" srcId="{92C46498-C69A-48ED-B3BD-62FBAA89511A}" destId="{4138153F-2940-3B40-947C-3AF6FA7E7921}" srcOrd="0" destOrd="0" presId="urn:microsoft.com/office/officeart/2005/8/layout/vProcess5"/>
    <dgm:cxn modelId="{D44E0E59-86A3-F849-BCC8-F4B1CC1C200A}" type="presOf" srcId="{D46D34F0-A51B-4238-B0AC-1152DCDB6747}" destId="{FDF8BA5C-C30A-4343-8360-7228D8DA8FF5}" srcOrd="0" destOrd="0" presId="urn:microsoft.com/office/officeart/2005/8/layout/vProcess5"/>
    <dgm:cxn modelId="{AF3F5C88-3E3F-9D4D-9E3C-FED124C1D10D}" type="presOf" srcId="{79272274-FE54-4239-A619-717133A4176E}" destId="{17E79961-6A74-2146-8AE2-806C9E115C45}" srcOrd="1" destOrd="0" presId="urn:microsoft.com/office/officeart/2005/8/layout/vProcess5"/>
    <dgm:cxn modelId="{AF60338B-1C38-4377-9AD7-D35FD995DFCB}" srcId="{D46D34F0-A51B-4238-B0AC-1152DCDB6747}" destId="{556ED0F0-927F-4D22-B8D3-124771530A50}" srcOrd="0" destOrd="0" parTransId="{3322F48F-3A36-4CBA-8B90-551353DABC31}" sibTransId="{92C46498-C69A-48ED-B3BD-62FBAA89511A}"/>
    <dgm:cxn modelId="{B6C23194-D892-7A40-8F91-921E83668D3F}" type="presOf" srcId="{5BDF5F96-E564-47E9-B9DA-5196683646C5}" destId="{7F0C8D29-C233-4B46-AE33-6B81AB60B889}" srcOrd="1" destOrd="0" presId="urn:microsoft.com/office/officeart/2005/8/layout/vProcess5"/>
    <dgm:cxn modelId="{8B639399-6344-5740-A482-912F191B892B}" type="presOf" srcId="{B19E0303-FC94-462A-BF48-C572B5E5BB84}" destId="{496058D1-680D-BC4C-9D62-3F65F58832DD}" srcOrd="0" destOrd="0" presId="urn:microsoft.com/office/officeart/2005/8/layout/vProcess5"/>
    <dgm:cxn modelId="{F6861EA6-5469-9A49-A605-B513AF5CB816}" type="presOf" srcId="{556ED0F0-927F-4D22-B8D3-124771530A50}" destId="{3DD4757D-1AC1-A347-BD1B-4D140890E37E}" srcOrd="0" destOrd="0" presId="urn:microsoft.com/office/officeart/2005/8/layout/vProcess5"/>
    <dgm:cxn modelId="{6B3BB4CA-9D14-854C-BAD9-6B273F4E475B}" type="presOf" srcId="{BA8F03AF-C4E9-48E1-AA42-D745169C2C3D}" destId="{E204A89F-6102-A043-9544-7A4E0EFC44D8}" srcOrd="0" destOrd="0" presId="urn:microsoft.com/office/officeart/2005/8/layout/vProcess5"/>
    <dgm:cxn modelId="{940E80CD-7F1E-459E-88D9-5D14A426E53D}" srcId="{D46D34F0-A51B-4238-B0AC-1152DCDB6747}" destId="{5BDF5F96-E564-47E9-B9DA-5196683646C5}" srcOrd="1" destOrd="0" parTransId="{9EC42BE4-1125-4B89-829B-F3B64D734A1E}" sibTransId="{BE91542A-0DFF-4916-AAFF-3B24F580A453}"/>
    <dgm:cxn modelId="{46A4D3D8-1B10-4494-85E6-3A32CBFFCE6C}" srcId="{D46D34F0-A51B-4238-B0AC-1152DCDB6747}" destId="{ED2AAA50-3594-49FC-AA2F-AD7981BB80FA}" srcOrd="4" destOrd="0" parTransId="{DED3CA90-FA89-481F-8C17-E84870FB371C}" sibTransId="{EA1B7BF0-8C4B-4620-A5F8-6011ECF761FB}"/>
    <dgm:cxn modelId="{506F87DB-FDEB-0541-A5F9-AC2534261193}" type="presOf" srcId="{BE91542A-0DFF-4916-AAFF-3B24F580A453}" destId="{CCDD21EB-627C-4145-A301-89A0BAB4AADC}" srcOrd="0" destOrd="0" presId="urn:microsoft.com/office/officeart/2005/8/layout/vProcess5"/>
    <dgm:cxn modelId="{AE8A99EF-2B7C-1649-B90E-C0D585B342F8}" type="presOf" srcId="{5BDF5F96-E564-47E9-B9DA-5196683646C5}" destId="{D91FB298-72DE-B843-BA2C-99806A2E6A3D}" srcOrd="0" destOrd="0" presId="urn:microsoft.com/office/officeart/2005/8/layout/vProcess5"/>
    <dgm:cxn modelId="{90A2F5EF-834E-A140-A7E3-39EBC694E6AD}" type="presOf" srcId="{73B732A7-0216-4557-A22A-51F5B5350F24}" destId="{E2EF5359-E0C3-214F-A983-69536AB5C3B7}" srcOrd="1" destOrd="0" presId="urn:microsoft.com/office/officeart/2005/8/layout/vProcess5"/>
    <dgm:cxn modelId="{C23670F5-113F-B646-919C-FE006BF08DE2}" type="presOf" srcId="{ED2AAA50-3594-49FC-AA2F-AD7981BB80FA}" destId="{A4A16CD6-08AF-3D46-AE32-542DC5A1277E}" srcOrd="1" destOrd="0" presId="urn:microsoft.com/office/officeart/2005/8/layout/vProcess5"/>
    <dgm:cxn modelId="{9174FA25-CA08-0B4D-AB12-DFD61856A1AD}" type="presParOf" srcId="{FDF8BA5C-C30A-4343-8360-7228D8DA8FF5}" destId="{78BB1FA2-636C-9B45-8FDB-B3C4F6737F12}" srcOrd="0" destOrd="0" presId="urn:microsoft.com/office/officeart/2005/8/layout/vProcess5"/>
    <dgm:cxn modelId="{BEAB8D73-B098-1D40-A69B-549AC95CD90A}" type="presParOf" srcId="{FDF8BA5C-C30A-4343-8360-7228D8DA8FF5}" destId="{3DD4757D-1AC1-A347-BD1B-4D140890E37E}" srcOrd="1" destOrd="0" presId="urn:microsoft.com/office/officeart/2005/8/layout/vProcess5"/>
    <dgm:cxn modelId="{AC1D4756-C3BD-CF4F-886B-68FB53EED75F}" type="presParOf" srcId="{FDF8BA5C-C30A-4343-8360-7228D8DA8FF5}" destId="{D91FB298-72DE-B843-BA2C-99806A2E6A3D}" srcOrd="2" destOrd="0" presId="urn:microsoft.com/office/officeart/2005/8/layout/vProcess5"/>
    <dgm:cxn modelId="{C9159EF0-6C50-9142-91B3-5E9B64D5D9FB}" type="presParOf" srcId="{FDF8BA5C-C30A-4343-8360-7228D8DA8FF5}" destId="{29E75DD1-2CA6-7B47-9FBF-19544DB16A11}" srcOrd="3" destOrd="0" presId="urn:microsoft.com/office/officeart/2005/8/layout/vProcess5"/>
    <dgm:cxn modelId="{0871730B-EC58-FA4C-A8EA-81523442B94C}" type="presParOf" srcId="{FDF8BA5C-C30A-4343-8360-7228D8DA8FF5}" destId="{EDBA8DA9-A5FE-F34C-AB77-70AFDEC1D201}" srcOrd="4" destOrd="0" presId="urn:microsoft.com/office/officeart/2005/8/layout/vProcess5"/>
    <dgm:cxn modelId="{1C368D9F-997A-4D41-8BFB-03E9A216C7A8}" type="presParOf" srcId="{FDF8BA5C-C30A-4343-8360-7228D8DA8FF5}" destId="{EA01E486-F0E3-BA49-976C-FEFB6524697D}" srcOrd="5" destOrd="0" presId="urn:microsoft.com/office/officeart/2005/8/layout/vProcess5"/>
    <dgm:cxn modelId="{CBDAB73E-2B89-4B4F-A4C5-77EB4D0925F6}" type="presParOf" srcId="{FDF8BA5C-C30A-4343-8360-7228D8DA8FF5}" destId="{4138153F-2940-3B40-947C-3AF6FA7E7921}" srcOrd="6" destOrd="0" presId="urn:microsoft.com/office/officeart/2005/8/layout/vProcess5"/>
    <dgm:cxn modelId="{EB814F97-1AB3-FC43-9D2C-9FAC3CCC4613}" type="presParOf" srcId="{FDF8BA5C-C30A-4343-8360-7228D8DA8FF5}" destId="{CCDD21EB-627C-4145-A301-89A0BAB4AADC}" srcOrd="7" destOrd="0" presId="urn:microsoft.com/office/officeart/2005/8/layout/vProcess5"/>
    <dgm:cxn modelId="{6402C0FD-CADC-A14C-A280-3CA9612ED3DE}" type="presParOf" srcId="{FDF8BA5C-C30A-4343-8360-7228D8DA8FF5}" destId="{496058D1-680D-BC4C-9D62-3F65F58832DD}" srcOrd="8" destOrd="0" presId="urn:microsoft.com/office/officeart/2005/8/layout/vProcess5"/>
    <dgm:cxn modelId="{AA5F38C3-C7FD-784A-A9BC-773E9E1DC3F5}" type="presParOf" srcId="{FDF8BA5C-C30A-4343-8360-7228D8DA8FF5}" destId="{E204A89F-6102-A043-9544-7A4E0EFC44D8}" srcOrd="9" destOrd="0" presId="urn:microsoft.com/office/officeart/2005/8/layout/vProcess5"/>
    <dgm:cxn modelId="{B74D9C1A-7503-0348-B7D0-592884EEEABB}" type="presParOf" srcId="{FDF8BA5C-C30A-4343-8360-7228D8DA8FF5}" destId="{7526238C-D9D3-DA49-BF92-34EBCB491B51}" srcOrd="10" destOrd="0" presId="urn:microsoft.com/office/officeart/2005/8/layout/vProcess5"/>
    <dgm:cxn modelId="{FB759E95-BA5A-894B-814B-5E2338B09185}" type="presParOf" srcId="{FDF8BA5C-C30A-4343-8360-7228D8DA8FF5}" destId="{7F0C8D29-C233-4B46-AE33-6B81AB60B889}" srcOrd="11" destOrd="0" presId="urn:microsoft.com/office/officeart/2005/8/layout/vProcess5"/>
    <dgm:cxn modelId="{D2D7DD19-1967-4449-9577-2473E9E568EB}" type="presParOf" srcId="{FDF8BA5C-C30A-4343-8360-7228D8DA8FF5}" destId="{17E79961-6A74-2146-8AE2-806C9E115C45}" srcOrd="12" destOrd="0" presId="urn:microsoft.com/office/officeart/2005/8/layout/vProcess5"/>
    <dgm:cxn modelId="{7BB4C954-8098-D44C-B8C5-8133C641FE85}" type="presParOf" srcId="{FDF8BA5C-C30A-4343-8360-7228D8DA8FF5}" destId="{E2EF5359-E0C3-214F-A983-69536AB5C3B7}" srcOrd="13" destOrd="0" presId="urn:microsoft.com/office/officeart/2005/8/layout/vProcess5"/>
    <dgm:cxn modelId="{524D8D6D-0EF8-D348-8B93-5F454255AF45}" type="presParOf" srcId="{FDF8BA5C-C30A-4343-8360-7228D8DA8FF5}" destId="{A4A16CD6-08AF-3D46-AE32-542DC5A1277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18F4655-9257-4979-B26B-AE80CA16503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813FB53-EF08-4C22-9261-DBF07437ACBE}">
      <dgm:prSet/>
      <dgm:spPr/>
      <dgm:t>
        <a:bodyPr/>
        <a:lstStyle/>
        <a:p>
          <a:r>
            <a:rPr lang="en-US" baseline="0" dirty="0"/>
            <a:t>Q: Do we need to normalize the data in MLR</a:t>
          </a:r>
          <a:endParaRPr lang="en-US" dirty="0"/>
        </a:p>
      </dgm:t>
    </dgm:pt>
    <dgm:pt modelId="{043ADB79-7F59-4E8C-8853-09DC0BC825FF}" type="parTrans" cxnId="{902475BF-0795-4F27-9BC5-B3F645B21D7B}">
      <dgm:prSet/>
      <dgm:spPr/>
      <dgm:t>
        <a:bodyPr/>
        <a:lstStyle/>
        <a:p>
          <a:endParaRPr lang="en-US"/>
        </a:p>
      </dgm:t>
    </dgm:pt>
    <dgm:pt modelId="{E28C1EA5-7C7F-4746-833D-97E468267136}" type="sibTrans" cxnId="{902475BF-0795-4F27-9BC5-B3F645B21D7B}">
      <dgm:prSet/>
      <dgm:spPr/>
      <dgm:t>
        <a:bodyPr/>
        <a:lstStyle/>
        <a:p>
          <a:endParaRPr lang="en-US"/>
        </a:p>
      </dgm:t>
    </dgm:pt>
    <dgm:pt modelId="{49E70524-781E-41CC-B711-9C1AC8B14531}">
      <dgm:prSet/>
      <dgm:spPr/>
      <dgm:t>
        <a:bodyPr/>
        <a:lstStyle/>
        <a:p>
          <a:r>
            <a:rPr lang="en-US" dirty="0"/>
            <a:t>A: No, we do not need to perform normalization for MLR, since the coefficients b0, b1, b2,… in the MLR model automatically does that.</a:t>
          </a:r>
        </a:p>
      </dgm:t>
    </dgm:pt>
    <dgm:pt modelId="{D12F612A-7DDB-45BD-B37D-2A8D51684E47}" type="parTrans" cxnId="{F7F8AD65-E64E-4AB2-BB3C-75238267BEFD}">
      <dgm:prSet/>
      <dgm:spPr/>
      <dgm:t>
        <a:bodyPr/>
        <a:lstStyle/>
        <a:p>
          <a:endParaRPr lang="en-US"/>
        </a:p>
      </dgm:t>
    </dgm:pt>
    <dgm:pt modelId="{955C8492-0BED-4C80-A24A-0A79645885AB}" type="sibTrans" cxnId="{F7F8AD65-E64E-4AB2-BB3C-75238267BEFD}">
      <dgm:prSet/>
      <dgm:spPr/>
      <dgm:t>
        <a:bodyPr/>
        <a:lstStyle/>
        <a:p>
          <a:endParaRPr lang="en-US"/>
        </a:p>
      </dgm:t>
    </dgm:pt>
    <dgm:pt modelId="{BFE6DAE1-FF0E-45F6-951A-852C1704567E}">
      <dgm:prSet/>
      <dgm:spPr/>
      <dgm:t>
        <a:bodyPr/>
        <a:lstStyle/>
        <a:p>
          <a:r>
            <a:rPr lang="en-US" baseline="0" dirty="0"/>
            <a:t>Q: Do we need to check the assumptions of linear regression</a:t>
          </a:r>
          <a:endParaRPr lang="en-US" dirty="0"/>
        </a:p>
      </dgm:t>
    </dgm:pt>
    <dgm:pt modelId="{77A16CC0-9685-430E-B81A-141D774E5ED9}" type="parTrans" cxnId="{20CD322F-1DB1-4862-BB05-F261AC928437}">
      <dgm:prSet/>
      <dgm:spPr/>
      <dgm:t>
        <a:bodyPr/>
        <a:lstStyle/>
        <a:p>
          <a:endParaRPr lang="en-US"/>
        </a:p>
      </dgm:t>
    </dgm:pt>
    <dgm:pt modelId="{C226CC45-B868-4906-AA3C-CA1EDA9488FB}" type="sibTrans" cxnId="{20CD322F-1DB1-4862-BB05-F261AC928437}">
      <dgm:prSet/>
      <dgm:spPr/>
      <dgm:t>
        <a:bodyPr/>
        <a:lstStyle/>
        <a:p>
          <a:endParaRPr lang="en-US"/>
        </a:p>
      </dgm:t>
    </dgm:pt>
    <dgm:pt modelId="{B5201258-A97E-4377-8F18-3BCBF3111B9C}">
      <dgm:prSet/>
      <dgm:spPr/>
      <dgm:t>
        <a:bodyPr/>
        <a:lstStyle/>
        <a:p>
          <a:r>
            <a:rPr lang="en-US" dirty="0"/>
            <a:t>A: Absolutely not, for a new dataset play and experiment with it. If there are redundant features it will perform poorly.</a:t>
          </a:r>
        </a:p>
      </dgm:t>
    </dgm:pt>
    <dgm:pt modelId="{9B4813F3-6BEB-4633-B27B-D5E3DAC4FC20}" type="parTrans" cxnId="{2CEF7A3B-7656-490B-B80D-B7F103E55DAA}">
      <dgm:prSet/>
      <dgm:spPr/>
      <dgm:t>
        <a:bodyPr/>
        <a:lstStyle/>
        <a:p>
          <a:endParaRPr lang="en-US"/>
        </a:p>
      </dgm:t>
    </dgm:pt>
    <dgm:pt modelId="{7B0FD49E-511E-47D0-9FF1-6868DD8395CE}" type="sibTrans" cxnId="{2CEF7A3B-7656-490B-B80D-B7F103E55DAA}">
      <dgm:prSet/>
      <dgm:spPr/>
      <dgm:t>
        <a:bodyPr/>
        <a:lstStyle/>
        <a:p>
          <a:endParaRPr lang="en-US"/>
        </a:p>
      </dgm:t>
    </dgm:pt>
    <dgm:pt modelId="{2ABE8041-64C6-49AA-A571-711C7168CDDC}">
      <dgm:prSet/>
      <dgm:spPr/>
      <dgm:t>
        <a:bodyPr/>
        <a:lstStyle/>
        <a:p>
          <a:r>
            <a:rPr lang="en-US" baseline="0"/>
            <a:t>Q: Do we need to use some strategy to avoid the dummy variable trap</a:t>
          </a:r>
          <a:endParaRPr lang="en-US"/>
        </a:p>
      </dgm:t>
    </dgm:pt>
    <dgm:pt modelId="{84B3CE86-3596-4C4F-AA31-3C8E1C28273F}" type="parTrans" cxnId="{09DD0655-CA0D-47AD-BCAA-63345E108140}">
      <dgm:prSet/>
      <dgm:spPr/>
      <dgm:t>
        <a:bodyPr/>
        <a:lstStyle/>
        <a:p>
          <a:endParaRPr lang="en-US"/>
        </a:p>
      </dgm:t>
    </dgm:pt>
    <dgm:pt modelId="{B1D48E19-636A-4422-9C49-80323BD92FB9}" type="sibTrans" cxnId="{09DD0655-CA0D-47AD-BCAA-63345E108140}">
      <dgm:prSet/>
      <dgm:spPr/>
      <dgm:t>
        <a:bodyPr/>
        <a:lstStyle/>
        <a:p>
          <a:endParaRPr lang="en-US"/>
        </a:p>
      </dgm:t>
    </dgm:pt>
    <dgm:pt modelId="{FAAE541E-DDBD-4D4F-A941-C8F85372457A}">
      <dgm:prSet/>
      <dgm:spPr/>
      <dgm:t>
        <a:bodyPr/>
        <a:lstStyle/>
        <a:p>
          <a:r>
            <a:rPr lang="en-US"/>
            <a:t>A: The class used here in python will automatically do that</a:t>
          </a:r>
        </a:p>
      </dgm:t>
    </dgm:pt>
    <dgm:pt modelId="{6AB9BF93-C6DC-47CA-A976-A87687BAE295}" type="parTrans" cxnId="{2F71C932-01D8-4E2B-BBE6-2D1F41274A72}">
      <dgm:prSet/>
      <dgm:spPr/>
      <dgm:t>
        <a:bodyPr/>
        <a:lstStyle/>
        <a:p>
          <a:endParaRPr lang="en-US"/>
        </a:p>
      </dgm:t>
    </dgm:pt>
    <dgm:pt modelId="{C6C4AA3B-E4F5-4876-960B-F7B55ED15046}" type="sibTrans" cxnId="{2F71C932-01D8-4E2B-BBE6-2D1F41274A72}">
      <dgm:prSet/>
      <dgm:spPr/>
      <dgm:t>
        <a:bodyPr/>
        <a:lstStyle/>
        <a:p>
          <a:endParaRPr lang="en-US"/>
        </a:p>
      </dgm:t>
    </dgm:pt>
    <dgm:pt modelId="{2A2819F5-8E58-48FA-8AC7-412DEF4E189F}">
      <dgm:prSet/>
      <dgm:spPr/>
      <dgm:t>
        <a:bodyPr/>
        <a:lstStyle/>
        <a:p>
          <a:r>
            <a:rPr lang="en-US" baseline="0"/>
            <a:t>Q: Do we have to use techniques such as backward elimination etc, before applying MLR.</a:t>
          </a:r>
          <a:endParaRPr lang="en-US"/>
        </a:p>
      </dgm:t>
    </dgm:pt>
    <dgm:pt modelId="{39342996-904F-4523-BA92-D1F54C7A3976}" type="parTrans" cxnId="{EEF1B670-9517-484B-B72A-3B33EE173069}">
      <dgm:prSet/>
      <dgm:spPr/>
      <dgm:t>
        <a:bodyPr/>
        <a:lstStyle/>
        <a:p>
          <a:endParaRPr lang="en-US"/>
        </a:p>
      </dgm:t>
    </dgm:pt>
    <dgm:pt modelId="{8B0DA5DA-40BC-46F2-B22A-68E72DA2303D}" type="sibTrans" cxnId="{EEF1B670-9517-484B-B72A-3B33EE173069}">
      <dgm:prSet/>
      <dgm:spPr/>
      <dgm:t>
        <a:bodyPr/>
        <a:lstStyle/>
        <a:p>
          <a:endParaRPr lang="en-US"/>
        </a:p>
      </dgm:t>
    </dgm:pt>
    <dgm:pt modelId="{0592E73F-88BC-46C4-8A85-378513A831A1}">
      <dgm:prSet/>
      <dgm:spPr/>
      <dgm:t>
        <a:bodyPr/>
        <a:lstStyle/>
        <a:p>
          <a:r>
            <a:rPr lang="en-US"/>
            <a:t>A: No, because the class we use will automatically do that.</a:t>
          </a:r>
        </a:p>
      </dgm:t>
    </dgm:pt>
    <dgm:pt modelId="{5897B038-969C-4098-B440-24E6840B1769}" type="parTrans" cxnId="{BAB2CF9A-984D-4CEB-A3D9-1AE9603ACCE8}">
      <dgm:prSet/>
      <dgm:spPr/>
      <dgm:t>
        <a:bodyPr/>
        <a:lstStyle/>
        <a:p>
          <a:endParaRPr lang="en-US"/>
        </a:p>
      </dgm:t>
    </dgm:pt>
    <dgm:pt modelId="{9806B2C2-979A-454B-949A-33598AD5D4EA}" type="sibTrans" cxnId="{BAB2CF9A-984D-4CEB-A3D9-1AE9603ACCE8}">
      <dgm:prSet/>
      <dgm:spPr/>
      <dgm:t>
        <a:bodyPr/>
        <a:lstStyle/>
        <a:p>
          <a:endParaRPr lang="en-US"/>
        </a:p>
      </dgm:t>
    </dgm:pt>
    <dgm:pt modelId="{CCB27708-0D85-46C2-9453-F7057280F7DD}" type="pres">
      <dgm:prSet presAssocID="{018F4655-9257-4979-B26B-AE80CA165032}" presName="linear" presStyleCnt="0">
        <dgm:presLayoutVars>
          <dgm:animLvl val="lvl"/>
          <dgm:resizeHandles val="exact"/>
        </dgm:presLayoutVars>
      </dgm:prSet>
      <dgm:spPr/>
    </dgm:pt>
    <dgm:pt modelId="{36B7FD54-C3BC-44BC-97A0-0D2EB37E9A82}" type="pres">
      <dgm:prSet presAssocID="{B813FB53-EF08-4C22-9261-DBF07437ACB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82A1EF7-AA55-4251-A44D-3171A1D47B89}" type="pres">
      <dgm:prSet presAssocID="{B813FB53-EF08-4C22-9261-DBF07437ACBE}" presName="childText" presStyleLbl="revTx" presStyleIdx="0" presStyleCnt="4">
        <dgm:presLayoutVars>
          <dgm:bulletEnabled val="1"/>
        </dgm:presLayoutVars>
      </dgm:prSet>
      <dgm:spPr/>
    </dgm:pt>
    <dgm:pt modelId="{2B65872F-32DE-4F61-A411-D9F935C5CBC2}" type="pres">
      <dgm:prSet presAssocID="{BFE6DAE1-FF0E-45F6-951A-852C170456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FADA4B-F6E7-4E22-A7D0-5A4ED3D329E4}" type="pres">
      <dgm:prSet presAssocID="{BFE6DAE1-FF0E-45F6-951A-852C1704567E}" presName="childText" presStyleLbl="revTx" presStyleIdx="1" presStyleCnt="4">
        <dgm:presLayoutVars>
          <dgm:bulletEnabled val="1"/>
        </dgm:presLayoutVars>
      </dgm:prSet>
      <dgm:spPr/>
    </dgm:pt>
    <dgm:pt modelId="{8E9E72E2-F7FE-40C5-81C8-831C1E672588}" type="pres">
      <dgm:prSet presAssocID="{2ABE8041-64C6-49AA-A571-711C7168CD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1911C4A-361E-49C5-8174-D0169EC3CF3B}" type="pres">
      <dgm:prSet presAssocID="{2ABE8041-64C6-49AA-A571-711C7168CDDC}" presName="childText" presStyleLbl="revTx" presStyleIdx="2" presStyleCnt="4">
        <dgm:presLayoutVars>
          <dgm:bulletEnabled val="1"/>
        </dgm:presLayoutVars>
      </dgm:prSet>
      <dgm:spPr/>
    </dgm:pt>
    <dgm:pt modelId="{5438497E-C4B3-4FD2-AE9C-9ABCD1EF89CC}" type="pres">
      <dgm:prSet presAssocID="{2A2819F5-8E58-48FA-8AC7-412DEF4E189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393FE7A-9EBC-4E46-80BA-66497041CAA8}" type="pres">
      <dgm:prSet presAssocID="{2A2819F5-8E58-48FA-8AC7-412DEF4E189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B9090318-5578-4DCE-8E11-AEAEDB36C8D2}" type="presOf" srcId="{0592E73F-88BC-46C4-8A85-378513A831A1}" destId="{6393FE7A-9EBC-4E46-80BA-66497041CAA8}" srcOrd="0" destOrd="0" presId="urn:microsoft.com/office/officeart/2005/8/layout/vList2"/>
    <dgm:cxn modelId="{20CD322F-1DB1-4862-BB05-F261AC928437}" srcId="{018F4655-9257-4979-B26B-AE80CA165032}" destId="{BFE6DAE1-FF0E-45F6-951A-852C1704567E}" srcOrd="1" destOrd="0" parTransId="{77A16CC0-9685-430E-B81A-141D774E5ED9}" sibTransId="{C226CC45-B868-4906-AA3C-CA1EDA9488FB}"/>
    <dgm:cxn modelId="{2F71C932-01D8-4E2B-BBE6-2D1F41274A72}" srcId="{2ABE8041-64C6-49AA-A571-711C7168CDDC}" destId="{FAAE541E-DDBD-4D4F-A941-C8F85372457A}" srcOrd="0" destOrd="0" parTransId="{6AB9BF93-C6DC-47CA-A976-A87687BAE295}" sibTransId="{C6C4AA3B-E4F5-4876-960B-F7B55ED15046}"/>
    <dgm:cxn modelId="{EED34735-DA40-4FFF-B160-CFA4556E05D9}" type="presOf" srcId="{B813FB53-EF08-4C22-9261-DBF07437ACBE}" destId="{36B7FD54-C3BC-44BC-97A0-0D2EB37E9A82}" srcOrd="0" destOrd="0" presId="urn:microsoft.com/office/officeart/2005/8/layout/vList2"/>
    <dgm:cxn modelId="{2CEF7A3B-7656-490B-B80D-B7F103E55DAA}" srcId="{BFE6DAE1-FF0E-45F6-951A-852C1704567E}" destId="{B5201258-A97E-4377-8F18-3BCBF3111B9C}" srcOrd="0" destOrd="0" parTransId="{9B4813F3-6BEB-4633-B27B-D5E3DAC4FC20}" sibTransId="{7B0FD49E-511E-47D0-9FF1-6868DD8395CE}"/>
    <dgm:cxn modelId="{09DD0655-CA0D-47AD-BCAA-63345E108140}" srcId="{018F4655-9257-4979-B26B-AE80CA165032}" destId="{2ABE8041-64C6-49AA-A571-711C7168CDDC}" srcOrd="2" destOrd="0" parTransId="{84B3CE86-3596-4C4F-AA31-3C8E1C28273F}" sibTransId="{B1D48E19-636A-4422-9C49-80323BD92FB9}"/>
    <dgm:cxn modelId="{0AFAED62-7B29-43C3-BA9C-B996B8E2689F}" type="presOf" srcId="{BFE6DAE1-FF0E-45F6-951A-852C1704567E}" destId="{2B65872F-32DE-4F61-A411-D9F935C5CBC2}" srcOrd="0" destOrd="0" presId="urn:microsoft.com/office/officeart/2005/8/layout/vList2"/>
    <dgm:cxn modelId="{F7F8AD65-E64E-4AB2-BB3C-75238267BEFD}" srcId="{B813FB53-EF08-4C22-9261-DBF07437ACBE}" destId="{49E70524-781E-41CC-B711-9C1AC8B14531}" srcOrd="0" destOrd="0" parTransId="{D12F612A-7DDB-45BD-B37D-2A8D51684E47}" sibTransId="{955C8492-0BED-4C80-A24A-0A79645885AB}"/>
    <dgm:cxn modelId="{EEF1B670-9517-484B-B72A-3B33EE173069}" srcId="{018F4655-9257-4979-B26B-AE80CA165032}" destId="{2A2819F5-8E58-48FA-8AC7-412DEF4E189F}" srcOrd="3" destOrd="0" parTransId="{39342996-904F-4523-BA92-D1F54C7A3976}" sibTransId="{8B0DA5DA-40BC-46F2-B22A-68E72DA2303D}"/>
    <dgm:cxn modelId="{371DA076-D3AA-4260-8912-44FA5B94F4B5}" type="presOf" srcId="{2ABE8041-64C6-49AA-A571-711C7168CDDC}" destId="{8E9E72E2-F7FE-40C5-81C8-831C1E672588}" srcOrd="0" destOrd="0" presId="urn:microsoft.com/office/officeart/2005/8/layout/vList2"/>
    <dgm:cxn modelId="{5B77037A-E23F-4229-8AF1-901FF9442C72}" type="presOf" srcId="{B5201258-A97E-4377-8F18-3BCBF3111B9C}" destId="{00FADA4B-F6E7-4E22-A7D0-5A4ED3D329E4}" srcOrd="0" destOrd="0" presId="urn:microsoft.com/office/officeart/2005/8/layout/vList2"/>
    <dgm:cxn modelId="{3940D18B-F545-4C26-8D24-2BAA36E213DB}" type="presOf" srcId="{49E70524-781E-41CC-B711-9C1AC8B14531}" destId="{F82A1EF7-AA55-4251-A44D-3171A1D47B89}" srcOrd="0" destOrd="0" presId="urn:microsoft.com/office/officeart/2005/8/layout/vList2"/>
    <dgm:cxn modelId="{BAB2CF9A-984D-4CEB-A3D9-1AE9603ACCE8}" srcId="{2A2819F5-8E58-48FA-8AC7-412DEF4E189F}" destId="{0592E73F-88BC-46C4-8A85-378513A831A1}" srcOrd="0" destOrd="0" parTransId="{5897B038-969C-4098-B440-24E6840B1769}" sibTransId="{9806B2C2-979A-454B-949A-33598AD5D4EA}"/>
    <dgm:cxn modelId="{3D1D65A3-DB91-4AE1-B1A3-451A07111B83}" type="presOf" srcId="{2A2819F5-8E58-48FA-8AC7-412DEF4E189F}" destId="{5438497E-C4B3-4FD2-AE9C-9ABCD1EF89CC}" srcOrd="0" destOrd="0" presId="urn:microsoft.com/office/officeart/2005/8/layout/vList2"/>
    <dgm:cxn modelId="{35E076B4-98ED-446D-8C32-A7329A3FED72}" type="presOf" srcId="{FAAE541E-DDBD-4D4F-A941-C8F85372457A}" destId="{D1911C4A-361E-49C5-8174-D0169EC3CF3B}" srcOrd="0" destOrd="0" presId="urn:microsoft.com/office/officeart/2005/8/layout/vList2"/>
    <dgm:cxn modelId="{902475BF-0795-4F27-9BC5-B3F645B21D7B}" srcId="{018F4655-9257-4979-B26B-AE80CA165032}" destId="{B813FB53-EF08-4C22-9261-DBF07437ACBE}" srcOrd="0" destOrd="0" parTransId="{043ADB79-7F59-4E8C-8853-09DC0BC825FF}" sibTransId="{E28C1EA5-7C7F-4746-833D-97E468267136}"/>
    <dgm:cxn modelId="{68BA71E5-842C-47B8-A935-F6548284B260}" type="presOf" srcId="{018F4655-9257-4979-B26B-AE80CA165032}" destId="{CCB27708-0D85-46C2-9453-F7057280F7DD}" srcOrd="0" destOrd="0" presId="urn:microsoft.com/office/officeart/2005/8/layout/vList2"/>
    <dgm:cxn modelId="{00388517-9C9D-404F-86F3-45D4B8E8FD4A}" type="presParOf" srcId="{CCB27708-0D85-46C2-9453-F7057280F7DD}" destId="{36B7FD54-C3BC-44BC-97A0-0D2EB37E9A82}" srcOrd="0" destOrd="0" presId="urn:microsoft.com/office/officeart/2005/8/layout/vList2"/>
    <dgm:cxn modelId="{D0E23696-7942-4FA2-8EF8-45EF08EA4CB7}" type="presParOf" srcId="{CCB27708-0D85-46C2-9453-F7057280F7DD}" destId="{F82A1EF7-AA55-4251-A44D-3171A1D47B89}" srcOrd="1" destOrd="0" presId="urn:microsoft.com/office/officeart/2005/8/layout/vList2"/>
    <dgm:cxn modelId="{3C41C0FE-9B8E-4F37-94F5-B5D8FA204C71}" type="presParOf" srcId="{CCB27708-0D85-46C2-9453-F7057280F7DD}" destId="{2B65872F-32DE-4F61-A411-D9F935C5CBC2}" srcOrd="2" destOrd="0" presId="urn:microsoft.com/office/officeart/2005/8/layout/vList2"/>
    <dgm:cxn modelId="{308CAB6F-E88B-4AF5-970E-E590B6E98244}" type="presParOf" srcId="{CCB27708-0D85-46C2-9453-F7057280F7DD}" destId="{00FADA4B-F6E7-4E22-A7D0-5A4ED3D329E4}" srcOrd="3" destOrd="0" presId="urn:microsoft.com/office/officeart/2005/8/layout/vList2"/>
    <dgm:cxn modelId="{7AD39FCE-A65D-4EE4-98E9-73B2E3F11013}" type="presParOf" srcId="{CCB27708-0D85-46C2-9453-F7057280F7DD}" destId="{8E9E72E2-F7FE-40C5-81C8-831C1E672588}" srcOrd="4" destOrd="0" presId="urn:microsoft.com/office/officeart/2005/8/layout/vList2"/>
    <dgm:cxn modelId="{432A062E-EDC1-4D78-BF20-B6D75837D89D}" type="presParOf" srcId="{CCB27708-0D85-46C2-9453-F7057280F7DD}" destId="{D1911C4A-361E-49C5-8174-D0169EC3CF3B}" srcOrd="5" destOrd="0" presId="urn:microsoft.com/office/officeart/2005/8/layout/vList2"/>
    <dgm:cxn modelId="{59E594B1-6ECE-4001-838B-02977266B852}" type="presParOf" srcId="{CCB27708-0D85-46C2-9453-F7057280F7DD}" destId="{5438497E-C4B3-4FD2-AE9C-9ABCD1EF89CC}" srcOrd="6" destOrd="0" presId="urn:microsoft.com/office/officeart/2005/8/layout/vList2"/>
    <dgm:cxn modelId="{357C3194-73E3-48D8-871F-12B9AA593D39}" type="presParOf" srcId="{CCB27708-0D85-46C2-9453-F7057280F7DD}" destId="{6393FE7A-9EBC-4E46-80BA-66497041CAA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6BDF5-7A6C-0C49-8B02-25968B5F170C}">
      <dsp:nvSpPr>
        <dsp:cNvPr id="0" name=""/>
        <dsp:cNvSpPr/>
      </dsp:nvSpPr>
      <dsp:spPr>
        <a:xfrm>
          <a:off x="0" y="0"/>
          <a:ext cx="110296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72527-BD86-3C4A-8235-CCEFBDC63439}">
      <dsp:nvSpPr>
        <dsp:cNvPr id="0" name=""/>
        <dsp:cNvSpPr/>
      </dsp:nvSpPr>
      <dsp:spPr>
        <a:xfrm>
          <a:off x="0" y="0"/>
          <a:ext cx="11029615" cy="759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b="1" i="0" kern="1200" baseline="0" dirty="0"/>
            <a:t>Machine Learning for Robotics </a:t>
          </a:r>
          <a:endParaRPr lang="en-US" sz="3400" kern="1200" dirty="0"/>
        </a:p>
      </dsp:txBody>
      <dsp:txXfrm>
        <a:off x="0" y="0"/>
        <a:ext cx="11029615" cy="759182"/>
      </dsp:txXfrm>
    </dsp:sp>
    <dsp:sp modelId="{C7F165C2-2C6B-7B48-81CF-CFC27CF5E06A}">
      <dsp:nvSpPr>
        <dsp:cNvPr id="0" name=""/>
        <dsp:cNvSpPr/>
      </dsp:nvSpPr>
      <dsp:spPr>
        <a:xfrm>
          <a:off x="0" y="759182"/>
          <a:ext cx="110296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28085-CC8D-FF47-9E91-14A4CC5A6628}">
      <dsp:nvSpPr>
        <dsp:cNvPr id="0" name=""/>
        <dsp:cNvSpPr/>
      </dsp:nvSpPr>
      <dsp:spPr>
        <a:xfrm>
          <a:off x="0" y="759182"/>
          <a:ext cx="11029615" cy="759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Week # 12: Regression </a:t>
          </a:r>
          <a:endParaRPr lang="en-US" sz="3400" kern="1200" spc="-2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+mn-lt"/>
            <a:ea typeface="+mn-ea"/>
            <a:cs typeface="+mn-cs"/>
          </a:endParaRPr>
        </a:p>
      </dsp:txBody>
      <dsp:txXfrm>
        <a:off x="0" y="759182"/>
        <a:ext cx="11029615" cy="7591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306D4-BD08-4933-A8E8-92392E80F133}">
      <dsp:nvSpPr>
        <dsp:cNvPr id="0" name=""/>
        <dsp:cNvSpPr/>
      </dsp:nvSpPr>
      <dsp:spPr>
        <a:xfrm>
          <a:off x="0" y="3934"/>
          <a:ext cx="10515600" cy="8618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113A09-BF55-4C4C-9DB4-EB90C884F71F}">
      <dsp:nvSpPr>
        <dsp:cNvPr id="0" name=""/>
        <dsp:cNvSpPr/>
      </dsp:nvSpPr>
      <dsp:spPr>
        <a:xfrm>
          <a:off x="260709" y="197850"/>
          <a:ext cx="474481" cy="4740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96C71-A219-4857-AF8F-4683A9A702B1}">
      <dsp:nvSpPr>
        <dsp:cNvPr id="0" name=""/>
        <dsp:cNvSpPr/>
      </dsp:nvSpPr>
      <dsp:spPr>
        <a:xfrm>
          <a:off x="995901" y="3934"/>
          <a:ext cx="9489533" cy="915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3" tIns="96913" rIns="96913" bIns="9691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 statistics, simple linear regression is a linear regression model with a single explanatory variable. </a:t>
          </a:r>
        </a:p>
      </dsp:txBody>
      <dsp:txXfrm>
        <a:off x="995901" y="3934"/>
        <a:ext cx="9489533" cy="915716"/>
      </dsp:txXfrm>
    </dsp:sp>
    <dsp:sp modelId="{C52AA937-4CCE-488B-92A1-016637F4099B}">
      <dsp:nvSpPr>
        <dsp:cNvPr id="0" name=""/>
        <dsp:cNvSpPr/>
      </dsp:nvSpPr>
      <dsp:spPr>
        <a:xfrm>
          <a:off x="0" y="1148580"/>
          <a:ext cx="10515600" cy="8618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53C39-E4EB-47B2-9568-7D9B71D6F57E}">
      <dsp:nvSpPr>
        <dsp:cNvPr id="0" name=""/>
        <dsp:cNvSpPr/>
      </dsp:nvSpPr>
      <dsp:spPr>
        <a:xfrm>
          <a:off x="260709" y="1342497"/>
          <a:ext cx="474481" cy="4740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025DF-8562-4295-87AA-DA18F0871C20}">
      <dsp:nvSpPr>
        <dsp:cNvPr id="0" name=""/>
        <dsp:cNvSpPr/>
      </dsp:nvSpPr>
      <dsp:spPr>
        <a:xfrm>
          <a:off x="995901" y="1148580"/>
          <a:ext cx="9489533" cy="915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3" tIns="96913" rIns="96913" bIns="9691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It concerns two-dimensional sample points with one independent variable and one dependent variable (conventionally, the x and y coordinates in a Cartesian coordinate system) </a:t>
          </a:r>
        </a:p>
      </dsp:txBody>
      <dsp:txXfrm>
        <a:off x="995901" y="1148580"/>
        <a:ext cx="9489533" cy="915716"/>
      </dsp:txXfrm>
    </dsp:sp>
    <dsp:sp modelId="{F9DC4090-E408-4C4F-A68A-126714DB0779}">
      <dsp:nvSpPr>
        <dsp:cNvPr id="0" name=""/>
        <dsp:cNvSpPr/>
      </dsp:nvSpPr>
      <dsp:spPr>
        <a:xfrm>
          <a:off x="0" y="2293226"/>
          <a:ext cx="10515600" cy="8618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0F2E82-CCE5-464B-ACA2-719E9675371F}">
      <dsp:nvSpPr>
        <dsp:cNvPr id="0" name=""/>
        <dsp:cNvSpPr/>
      </dsp:nvSpPr>
      <dsp:spPr>
        <a:xfrm>
          <a:off x="260709" y="2487143"/>
          <a:ext cx="474481" cy="4740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8E21B-8FE8-4E35-B4BB-595DF003FDC5}">
      <dsp:nvSpPr>
        <dsp:cNvPr id="0" name=""/>
        <dsp:cNvSpPr/>
      </dsp:nvSpPr>
      <dsp:spPr>
        <a:xfrm>
          <a:off x="995901" y="2293226"/>
          <a:ext cx="9489533" cy="915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3" tIns="96913" rIns="96913" bIns="9691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It finds a linear function (a non-vertical straight line) that, as accurately as possible, predicts the dependent variable values as a function of the independent variable.</a:t>
          </a:r>
        </a:p>
      </dsp:txBody>
      <dsp:txXfrm>
        <a:off x="995901" y="2293226"/>
        <a:ext cx="9489533" cy="915716"/>
      </dsp:txXfrm>
    </dsp:sp>
    <dsp:sp modelId="{9B07A6E8-080A-456B-AA37-3709857FBF12}">
      <dsp:nvSpPr>
        <dsp:cNvPr id="0" name=""/>
        <dsp:cNvSpPr/>
      </dsp:nvSpPr>
      <dsp:spPr>
        <a:xfrm>
          <a:off x="0" y="3437872"/>
          <a:ext cx="10515600" cy="8618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3C970-3C27-429C-AA05-DB7A268858D2}">
      <dsp:nvSpPr>
        <dsp:cNvPr id="0" name=""/>
        <dsp:cNvSpPr/>
      </dsp:nvSpPr>
      <dsp:spPr>
        <a:xfrm>
          <a:off x="260709" y="3631789"/>
          <a:ext cx="474481" cy="4740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B24E7-A1DA-48C2-B87F-70A65088C861}">
      <dsp:nvSpPr>
        <dsp:cNvPr id="0" name=""/>
        <dsp:cNvSpPr/>
      </dsp:nvSpPr>
      <dsp:spPr>
        <a:xfrm>
          <a:off x="995901" y="3437872"/>
          <a:ext cx="9489533" cy="915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3" tIns="96913" rIns="96913" bIns="969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Simply put, Simple linear regression is used to estimate the relationship between two quantitative variables.</a:t>
          </a:r>
        </a:p>
      </dsp:txBody>
      <dsp:txXfrm>
        <a:off x="995901" y="3437872"/>
        <a:ext cx="9489533" cy="9157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93789-72CF-4CFA-B0FA-0DC88FDED312}">
      <dsp:nvSpPr>
        <dsp:cNvPr id="0" name=""/>
        <dsp:cNvSpPr/>
      </dsp:nvSpPr>
      <dsp:spPr>
        <a:xfrm>
          <a:off x="1492326" y="5673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E0F68-F2FA-4192-A026-A02459AABBA4}">
      <dsp:nvSpPr>
        <dsp:cNvPr id="0" name=""/>
        <dsp:cNvSpPr/>
      </dsp:nvSpPr>
      <dsp:spPr>
        <a:xfrm>
          <a:off x="304326" y="242005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/>
            <a:t>Two or more independent variables (predictor variables).</a:t>
          </a:r>
          <a:endParaRPr lang="en-US" sz="2000" kern="1200"/>
        </a:p>
      </dsp:txBody>
      <dsp:txXfrm>
        <a:off x="304326" y="2420059"/>
        <a:ext cx="4320000" cy="720000"/>
      </dsp:txXfrm>
    </dsp:sp>
    <dsp:sp modelId="{F9D1E045-0A9F-4E19-B6A6-11E88ED42161}">
      <dsp:nvSpPr>
        <dsp:cNvPr id="0" name=""/>
        <dsp:cNvSpPr/>
      </dsp:nvSpPr>
      <dsp:spPr>
        <a:xfrm>
          <a:off x="6568326" y="5673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7A00A-2E9B-4935-BB17-B3BF590FBFDB}">
      <dsp:nvSpPr>
        <dsp:cNvPr id="0" name=""/>
        <dsp:cNvSpPr/>
      </dsp:nvSpPr>
      <dsp:spPr>
        <a:xfrm>
          <a:off x="5380326" y="242005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/>
            <a:t>Sample size: &gt;= 50 (at least 10 times as many cases as independent variables)</a:t>
          </a:r>
          <a:endParaRPr lang="en-US" sz="2000" kern="1200"/>
        </a:p>
      </dsp:txBody>
      <dsp:txXfrm>
        <a:off x="5380326" y="2420059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3D20EE-93DC-1542-9140-18889803B714}">
      <dsp:nvSpPr>
        <dsp:cNvPr id="0" name=""/>
        <dsp:cNvSpPr/>
      </dsp:nvSpPr>
      <dsp:spPr>
        <a:xfrm>
          <a:off x="1402474" y="1471"/>
          <a:ext cx="5609896" cy="150839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5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8848" tIns="383132" rIns="108848" bIns="383132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Coin toss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Two possible outcomes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H0 = This is a fair coin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H1 = This is not a fair coin</a:t>
          </a:r>
        </a:p>
      </dsp:txBody>
      <dsp:txXfrm>
        <a:off x="1402474" y="1471"/>
        <a:ext cx="5609896" cy="1508393"/>
      </dsp:txXfrm>
    </dsp:sp>
    <dsp:sp modelId="{342D2344-CE34-B740-8FCF-BEE2874B9F34}">
      <dsp:nvSpPr>
        <dsp:cNvPr id="0" name=""/>
        <dsp:cNvSpPr/>
      </dsp:nvSpPr>
      <dsp:spPr>
        <a:xfrm>
          <a:off x="0" y="1471"/>
          <a:ext cx="1402474" cy="15083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14" tIns="148996" rIns="74214" bIns="1489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Coin</a:t>
          </a:r>
        </a:p>
      </dsp:txBody>
      <dsp:txXfrm>
        <a:off x="0" y="1471"/>
        <a:ext cx="1402474" cy="1508393"/>
      </dsp:txXfrm>
    </dsp:sp>
    <dsp:sp modelId="{DEF2481F-53E6-8A43-8FDB-652D84649FD0}">
      <dsp:nvSpPr>
        <dsp:cNvPr id="0" name=""/>
        <dsp:cNvSpPr/>
      </dsp:nvSpPr>
      <dsp:spPr>
        <a:xfrm>
          <a:off x="1402474" y="1600368"/>
          <a:ext cx="5609896" cy="1508393"/>
        </a:xfrm>
        <a:prstGeom prst="rect">
          <a:avLst/>
        </a:prstGeom>
        <a:gradFill rotWithShape="0">
          <a:gsLst>
            <a:gs pos="0">
              <a:schemeClr val="accent5">
                <a:hueOff val="1596504"/>
                <a:satOff val="-1531"/>
                <a:lumOff val="-10098"/>
                <a:alphaOff val="0"/>
                <a:tint val="98000"/>
                <a:lumMod val="110000"/>
              </a:schemeClr>
            </a:gs>
            <a:gs pos="84000">
              <a:schemeClr val="accent5">
                <a:hueOff val="1596504"/>
                <a:satOff val="-1531"/>
                <a:lumOff val="-10098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1596504"/>
              <a:satOff val="-1531"/>
              <a:lumOff val="-1009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8848" tIns="383132" rIns="108848" bIns="383132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P-value test will assume that the H0 hypothesis is true i.e., the coin is fair</a:t>
          </a:r>
        </a:p>
      </dsp:txBody>
      <dsp:txXfrm>
        <a:off x="1402474" y="1600368"/>
        <a:ext cx="5609896" cy="1508393"/>
      </dsp:txXfrm>
    </dsp:sp>
    <dsp:sp modelId="{CDC1F3D0-73B5-674E-9E9E-437DAECB2544}">
      <dsp:nvSpPr>
        <dsp:cNvPr id="0" name=""/>
        <dsp:cNvSpPr/>
      </dsp:nvSpPr>
      <dsp:spPr>
        <a:xfrm>
          <a:off x="0" y="1600368"/>
          <a:ext cx="1402474" cy="15083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1596504"/>
              <a:satOff val="-1531"/>
              <a:lumOff val="-1009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14" tIns="148996" rIns="74214" bIns="1489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Assume</a:t>
          </a:r>
        </a:p>
      </dsp:txBody>
      <dsp:txXfrm>
        <a:off x="0" y="1600368"/>
        <a:ext cx="1402474" cy="1508393"/>
      </dsp:txXfrm>
    </dsp:sp>
    <dsp:sp modelId="{AFEF133C-EA9B-9145-814F-CCD7B0BCD46C}">
      <dsp:nvSpPr>
        <dsp:cNvPr id="0" name=""/>
        <dsp:cNvSpPr/>
      </dsp:nvSpPr>
      <dsp:spPr>
        <a:xfrm>
          <a:off x="1402474" y="3199265"/>
          <a:ext cx="5609896" cy="1508393"/>
        </a:xfrm>
        <a:prstGeom prst="rect">
          <a:avLst/>
        </a:prstGeom>
        <a:gradFill rotWithShape="0">
          <a:gsLst>
            <a:gs pos="0">
              <a:schemeClr val="accent5">
                <a:hueOff val="3193008"/>
                <a:satOff val="-3062"/>
                <a:lumOff val="-20195"/>
                <a:alphaOff val="0"/>
                <a:tint val="98000"/>
                <a:lumMod val="110000"/>
              </a:schemeClr>
            </a:gs>
            <a:gs pos="84000">
              <a:schemeClr val="accent5">
                <a:hueOff val="3193008"/>
                <a:satOff val="-3062"/>
                <a:lumOff val="-20195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3193008"/>
              <a:satOff val="-3062"/>
              <a:lumOff val="-2019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8848" tIns="383132" rIns="108848" bIns="383132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Let us assume our threshold value to be 5% i.e., 0.05</a:t>
          </a:r>
        </a:p>
      </dsp:txBody>
      <dsp:txXfrm>
        <a:off x="1402474" y="3199265"/>
        <a:ext cx="5609896" cy="1508393"/>
      </dsp:txXfrm>
    </dsp:sp>
    <dsp:sp modelId="{686324B5-7B25-D042-AF8D-469140F91646}">
      <dsp:nvSpPr>
        <dsp:cNvPr id="0" name=""/>
        <dsp:cNvSpPr/>
      </dsp:nvSpPr>
      <dsp:spPr>
        <a:xfrm>
          <a:off x="0" y="3199265"/>
          <a:ext cx="1402474" cy="15083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3193008"/>
              <a:satOff val="-3062"/>
              <a:lumOff val="-2019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14" tIns="148996" rIns="74214" bIns="1489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Let</a:t>
          </a:r>
        </a:p>
      </dsp:txBody>
      <dsp:txXfrm>
        <a:off x="0" y="3199265"/>
        <a:ext cx="1402474" cy="15083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C1A25-1AEA-5247-800D-16B0A6D1A695}">
      <dsp:nvSpPr>
        <dsp:cNvPr id="0" name=""/>
        <dsp:cNvSpPr/>
      </dsp:nvSpPr>
      <dsp:spPr>
        <a:xfrm>
          <a:off x="3770" y="410288"/>
          <a:ext cx="2041187" cy="285766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39" tIns="330200" rIns="159139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Select a significance level (SL) for P-value e.g. 5% (0.05)</a:t>
          </a:r>
        </a:p>
      </dsp:txBody>
      <dsp:txXfrm>
        <a:off x="3770" y="1496199"/>
        <a:ext cx="2041187" cy="1714597"/>
      </dsp:txXfrm>
    </dsp:sp>
    <dsp:sp modelId="{BF2589FE-559D-E247-8A1B-F31264C411C3}">
      <dsp:nvSpPr>
        <dsp:cNvPr id="0" name=""/>
        <dsp:cNvSpPr/>
      </dsp:nvSpPr>
      <dsp:spPr>
        <a:xfrm>
          <a:off x="595714" y="696054"/>
          <a:ext cx="857298" cy="8572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838" tIns="12700" rIns="66838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21262" y="821602"/>
        <a:ext cx="606202" cy="606202"/>
      </dsp:txXfrm>
    </dsp:sp>
    <dsp:sp modelId="{D44C6652-BA9E-6945-BB9C-B2375CEA54F7}">
      <dsp:nvSpPr>
        <dsp:cNvPr id="0" name=""/>
        <dsp:cNvSpPr/>
      </dsp:nvSpPr>
      <dsp:spPr>
        <a:xfrm>
          <a:off x="3770" y="3267877"/>
          <a:ext cx="2041187" cy="72"/>
        </a:xfrm>
        <a:prstGeom prst="rect">
          <a:avLst/>
        </a:prstGeom>
        <a:solidFill>
          <a:schemeClr val="accent2">
            <a:hueOff val="-67968"/>
            <a:satOff val="3615"/>
            <a:lumOff val="1046"/>
            <a:alphaOff val="0"/>
          </a:schemeClr>
        </a:solidFill>
        <a:ln w="22225" cap="rnd" cmpd="sng" algn="ctr">
          <a:solidFill>
            <a:schemeClr val="accent2">
              <a:hueOff val="-67968"/>
              <a:satOff val="3615"/>
              <a:lumOff val="10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98ABB-DD3A-B44D-98C9-533A729EF4A5}">
      <dsp:nvSpPr>
        <dsp:cNvPr id="0" name=""/>
        <dsp:cNvSpPr/>
      </dsp:nvSpPr>
      <dsp:spPr>
        <a:xfrm>
          <a:off x="2249075" y="410288"/>
          <a:ext cx="2041187" cy="2857661"/>
        </a:xfrm>
        <a:prstGeom prst="rect">
          <a:avLst/>
        </a:prstGeom>
        <a:solidFill>
          <a:schemeClr val="accent2">
            <a:tint val="40000"/>
            <a:alpha val="90000"/>
            <a:hueOff val="-181321"/>
            <a:satOff val="9306"/>
            <a:lumOff val="788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81321"/>
              <a:satOff val="9306"/>
              <a:lumOff val="7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39" tIns="330200" rIns="159139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Fit the model will all predictors</a:t>
          </a:r>
        </a:p>
      </dsp:txBody>
      <dsp:txXfrm>
        <a:off x="2249075" y="1496199"/>
        <a:ext cx="2041187" cy="1714597"/>
      </dsp:txXfrm>
    </dsp:sp>
    <dsp:sp modelId="{8EF0FFDE-6567-B948-8E27-5159861043DC}">
      <dsp:nvSpPr>
        <dsp:cNvPr id="0" name=""/>
        <dsp:cNvSpPr/>
      </dsp:nvSpPr>
      <dsp:spPr>
        <a:xfrm>
          <a:off x="2841019" y="696054"/>
          <a:ext cx="857298" cy="857298"/>
        </a:xfrm>
        <a:prstGeom prst="ellipse">
          <a:avLst/>
        </a:prstGeom>
        <a:solidFill>
          <a:schemeClr val="accent2">
            <a:hueOff val="-135935"/>
            <a:satOff val="7230"/>
            <a:lumOff val="2091"/>
            <a:alphaOff val="0"/>
          </a:schemeClr>
        </a:solidFill>
        <a:ln w="22225" cap="rnd" cmpd="sng" algn="ctr">
          <a:solidFill>
            <a:schemeClr val="accent2">
              <a:hueOff val="-135935"/>
              <a:satOff val="7230"/>
              <a:lumOff val="20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838" tIns="12700" rIns="66838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66567" y="821602"/>
        <a:ext cx="606202" cy="606202"/>
      </dsp:txXfrm>
    </dsp:sp>
    <dsp:sp modelId="{5DEEA237-B541-7348-A56B-2B6231BD1DBA}">
      <dsp:nvSpPr>
        <dsp:cNvPr id="0" name=""/>
        <dsp:cNvSpPr/>
      </dsp:nvSpPr>
      <dsp:spPr>
        <a:xfrm>
          <a:off x="2249075" y="3267877"/>
          <a:ext cx="2041187" cy="72"/>
        </a:xfrm>
        <a:prstGeom prst="rect">
          <a:avLst/>
        </a:prstGeom>
        <a:solidFill>
          <a:schemeClr val="accent2">
            <a:hueOff val="-203903"/>
            <a:satOff val="10845"/>
            <a:lumOff val="3137"/>
            <a:alphaOff val="0"/>
          </a:schemeClr>
        </a:solidFill>
        <a:ln w="22225" cap="rnd" cmpd="sng" algn="ctr">
          <a:solidFill>
            <a:schemeClr val="accent2">
              <a:hueOff val="-203903"/>
              <a:satOff val="10845"/>
              <a:lumOff val="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D729C-9B8A-754D-BED5-1C528C43378C}">
      <dsp:nvSpPr>
        <dsp:cNvPr id="0" name=""/>
        <dsp:cNvSpPr/>
      </dsp:nvSpPr>
      <dsp:spPr>
        <a:xfrm>
          <a:off x="4494381" y="410288"/>
          <a:ext cx="2041187" cy="2857661"/>
        </a:xfrm>
        <a:prstGeom prst="rect">
          <a:avLst/>
        </a:prstGeom>
        <a:solidFill>
          <a:schemeClr val="accent2">
            <a:tint val="40000"/>
            <a:alpha val="90000"/>
            <a:hueOff val="-362642"/>
            <a:satOff val="18611"/>
            <a:lumOff val="1576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362642"/>
              <a:satOff val="18611"/>
              <a:lumOff val="15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39" tIns="330200" rIns="159139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Consider the predictor with highest P-value. If P&gt;SL go to step 4, otherwise include the predictor in your feature set</a:t>
          </a:r>
        </a:p>
      </dsp:txBody>
      <dsp:txXfrm>
        <a:off x="4494381" y="1496199"/>
        <a:ext cx="2041187" cy="1714597"/>
      </dsp:txXfrm>
    </dsp:sp>
    <dsp:sp modelId="{E6115B44-7355-D344-A89A-414905FEB4FF}">
      <dsp:nvSpPr>
        <dsp:cNvPr id="0" name=""/>
        <dsp:cNvSpPr/>
      </dsp:nvSpPr>
      <dsp:spPr>
        <a:xfrm>
          <a:off x="5086325" y="696054"/>
          <a:ext cx="857298" cy="857298"/>
        </a:xfrm>
        <a:prstGeom prst="ellipse">
          <a:avLst/>
        </a:prstGeom>
        <a:solidFill>
          <a:schemeClr val="accent2">
            <a:hueOff val="-271871"/>
            <a:satOff val="14460"/>
            <a:lumOff val="4183"/>
            <a:alphaOff val="0"/>
          </a:schemeClr>
        </a:solidFill>
        <a:ln w="22225" cap="rnd" cmpd="sng" algn="ctr">
          <a:solidFill>
            <a:schemeClr val="accent2">
              <a:hueOff val="-271871"/>
              <a:satOff val="14460"/>
              <a:lumOff val="41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838" tIns="12700" rIns="66838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211873" y="821602"/>
        <a:ext cx="606202" cy="606202"/>
      </dsp:txXfrm>
    </dsp:sp>
    <dsp:sp modelId="{CF45FB68-7919-9143-A95A-D5C0AB403796}">
      <dsp:nvSpPr>
        <dsp:cNvPr id="0" name=""/>
        <dsp:cNvSpPr/>
      </dsp:nvSpPr>
      <dsp:spPr>
        <a:xfrm>
          <a:off x="4494381" y="3267877"/>
          <a:ext cx="2041187" cy="72"/>
        </a:xfrm>
        <a:prstGeom prst="rect">
          <a:avLst/>
        </a:prstGeom>
        <a:solidFill>
          <a:schemeClr val="accent2">
            <a:hueOff val="-339838"/>
            <a:satOff val="18075"/>
            <a:lumOff val="5228"/>
            <a:alphaOff val="0"/>
          </a:schemeClr>
        </a:solidFill>
        <a:ln w="22225" cap="rnd" cmpd="sng" algn="ctr">
          <a:solidFill>
            <a:schemeClr val="accent2">
              <a:hueOff val="-339838"/>
              <a:satOff val="18075"/>
              <a:lumOff val="52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185E89-0F15-4D43-9526-9AD9408861F6}">
      <dsp:nvSpPr>
        <dsp:cNvPr id="0" name=""/>
        <dsp:cNvSpPr/>
      </dsp:nvSpPr>
      <dsp:spPr>
        <a:xfrm>
          <a:off x="6739687" y="410288"/>
          <a:ext cx="2041187" cy="2857661"/>
        </a:xfrm>
        <a:prstGeom prst="rect">
          <a:avLst/>
        </a:prstGeom>
        <a:solidFill>
          <a:schemeClr val="accent2">
            <a:tint val="40000"/>
            <a:alpha val="90000"/>
            <a:hueOff val="-543963"/>
            <a:satOff val="27916"/>
            <a:lumOff val="2365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543963"/>
              <a:satOff val="27916"/>
              <a:lumOff val="23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39" tIns="330200" rIns="159139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Remove variable with P&gt;SL</a:t>
          </a:r>
        </a:p>
      </dsp:txBody>
      <dsp:txXfrm>
        <a:off x="6739687" y="1496199"/>
        <a:ext cx="2041187" cy="1714597"/>
      </dsp:txXfrm>
    </dsp:sp>
    <dsp:sp modelId="{D1CD9116-209C-C24C-AAF4-F893070A21E9}">
      <dsp:nvSpPr>
        <dsp:cNvPr id="0" name=""/>
        <dsp:cNvSpPr/>
      </dsp:nvSpPr>
      <dsp:spPr>
        <a:xfrm>
          <a:off x="7331631" y="696054"/>
          <a:ext cx="857298" cy="857298"/>
        </a:xfrm>
        <a:prstGeom prst="ellipse">
          <a:avLst/>
        </a:prstGeom>
        <a:solidFill>
          <a:schemeClr val="accent2">
            <a:hueOff val="-407806"/>
            <a:satOff val="21690"/>
            <a:lumOff val="6274"/>
            <a:alphaOff val="0"/>
          </a:schemeClr>
        </a:solidFill>
        <a:ln w="22225" cap="rnd" cmpd="sng" algn="ctr">
          <a:solidFill>
            <a:schemeClr val="accent2">
              <a:hueOff val="-407806"/>
              <a:satOff val="21690"/>
              <a:lumOff val="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838" tIns="12700" rIns="66838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457179" y="821602"/>
        <a:ext cx="606202" cy="606202"/>
      </dsp:txXfrm>
    </dsp:sp>
    <dsp:sp modelId="{0041C6B3-3561-5E47-8465-C3B9CD93895E}">
      <dsp:nvSpPr>
        <dsp:cNvPr id="0" name=""/>
        <dsp:cNvSpPr/>
      </dsp:nvSpPr>
      <dsp:spPr>
        <a:xfrm>
          <a:off x="6739687" y="3267877"/>
          <a:ext cx="2041187" cy="72"/>
        </a:xfrm>
        <a:prstGeom prst="rect">
          <a:avLst/>
        </a:prstGeom>
        <a:solidFill>
          <a:schemeClr val="accent2">
            <a:hueOff val="-475773"/>
            <a:satOff val="25305"/>
            <a:lumOff val="7320"/>
            <a:alphaOff val="0"/>
          </a:schemeClr>
        </a:solidFill>
        <a:ln w="22225" cap="rnd" cmpd="sng" algn="ctr">
          <a:solidFill>
            <a:schemeClr val="accent2">
              <a:hueOff val="-475773"/>
              <a:satOff val="25305"/>
              <a:lumOff val="73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5ADB4-E775-004D-B012-1C3E8CD8D41E}">
      <dsp:nvSpPr>
        <dsp:cNvPr id="0" name=""/>
        <dsp:cNvSpPr/>
      </dsp:nvSpPr>
      <dsp:spPr>
        <a:xfrm>
          <a:off x="8984992" y="410288"/>
          <a:ext cx="2041187" cy="2857661"/>
        </a:xfrm>
        <a:prstGeom prst="rect">
          <a:avLst/>
        </a:prstGeom>
        <a:solidFill>
          <a:schemeClr val="accent2">
            <a:tint val="40000"/>
            <a:alpha val="90000"/>
            <a:hueOff val="-725284"/>
            <a:satOff val="37222"/>
            <a:lumOff val="3153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725284"/>
              <a:satOff val="37222"/>
              <a:lumOff val="31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39" tIns="330200" rIns="159139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Fit model without the variable and go to step 3 if all features have not been exhausted. Otherwise terminate</a:t>
          </a:r>
        </a:p>
      </dsp:txBody>
      <dsp:txXfrm>
        <a:off x="8984992" y="1496199"/>
        <a:ext cx="2041187" cy="1714597"/>
      </dsp:txXfrm>
    </dsp:sp>
    <dsp:sp modelId="{26E21102-A587-5C49-85E0-06E0A8A62997}">
      <dsp:nvSpPr>
        <dsp:cNvPr id="0" name=""/>
        <dsp:cNvSpPr/>
      </dsp:nvSpPr>
      <dsp:spPr>
        <a:xfrm>
          <a:off x="9576937" y="696054"/>
          <a:ext cx="857298" cy="857298"/>
        </a:xfrm>
        <a:prstGeom prst="ellipse">
          <a:avLst/>
        </a:prstGeom>
        <a:solidFill>
          <a:schemeClr val="accent2">
            <a:hueOff val="-543741"/>
            <a:satOff val="28920"/>
            <a:lumOff val="8365"/>
            <a:alphaOff val="0"/>
          </a:schemeClr>
        </a:solidFill>
        <a:ln w="22225" cap="rnd" cmpd="sng" algn="ctr">
          <a:solidFill>
            <a:schemeClr val="accent2">
              <a:hueOff val="-543741"/>
              <a:satOff val="28920"/>
              <a:lumOff val="83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838" tIns="12700" rIns="66838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702485" y="821602"/>
        <a:ext cx="606202" cy="606202"/>
      </dsp:txXfrm>
    </dsp:sp>
    <dsp:sp modelId="{346A0E0B-A095-A749-B926-262B0B76866B}">
      <dsp:nvSpPr>
        <dsp:cNvPr id="0" name=""/>
        <dsp:cNvSpPr/>
      </dsp:nvSpPr>
      <dsp:spPr>
        <a:xfrm>
          <a:off x="8984992" y="3267877"/>
          <a:ext cx="2041187" cy="72"/>
        </a:xfrm>
        <a:prstGeom prst="rect">
          <a:avLst/>
        </a:prstGeom>
        <a:solidFill>
          <a:schemeClr val="accent2">
            <a:hueOff val="-611709"/>
            <a:satOff val="32535"/>
            <a:lumOff val="9411"/>
            <a:alphaOff val="0"/>
          </a:schemeClr>
        </a:solidFill>
        <a:ln w="22225" cap="rnd" cmpd="sng" algn="ctr">
          <a:solidFill>
            <a:schemeClr val="accent2">
              <a:hueOff val="-611709"/>
              <a:satOff val="32535"/>
              <a:lumOff val="94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1E98AE-D7C7-9E41-8116-916AC524C0FB}">
      <dsp:nvSpPr>
        <dsp:cNvPr id="0" name=""/>
        <dsp:cNvSpPr/>
      </dsp:nvSpPr>
      <dsp:spPr>
        <a:xfrm rot="5400000">
          <a:off x="7146191" y="-3085025"/>
          <a:ext cx="708348" cy="705916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Calibri" panose="020F0502020204030204" pitchFamily="34" charset="0"/>
              <a:cs typeface="Calibri" panose="020F0502020204030204" pitchFamily="34" charset="0"/>
            </a:rPr>
            <a:t>Select a significance level (SL) for P-value e.g. 5% (0.05)</a:t>
          </a:r>
        </a:p>
      </dsp:txBody>
      <dsp:txXfrm rot="-5400000">
        <a:off x="3970782" y="124963"/>
        <a:ext cx="7024589" cy="639190"/>
      </dsp:txXfrm>
    </dsp:sp>
    <dsp:sp modelId="{E17C927A-DB3C-6847-92EB-D64A22A42022}">
      <dsp:nvSpPr>
        <dsp:cNvPr id="0" name=""/>
        <dsp:cNvSpPr/>
      </dsp:nvSpPr>
      <dsp:spPr>
        <a:xfrm>
          <a:off x="0" y="1840"/>
          <a:ext cx="3970782" cy="8854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Select</a:t>
          </a:r>
        </a:p>
      </dsp:txBody>
      <dsp:txXfrm>
        <a:off x="43223" y="45063"/>
        <a:ext cx="3884336" cy="798989"/>
      </dsp:txXfrm>
    </dsp:sp>
    <dsp:sp modelId="{BE203FB5-94AD-1E46-B501-4D78557F75F1}">
      <dsp:nvSpPr>
        <dsp:cNvPr id="0" name=""/>
        <dsp:cNvSpPr/>
      </dsp:nvSpPr>
      <dsp:spPr>
        <a:xfrm rot="5400000">
          <a:off x="7146191" y="-2155318"/>
          <a:ext cx="708348" cy="705916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Fit all the predictors y-&gt;xn one at a time and select one with the lowest P-value</a:t>
          </a:r>
        </a:p>
      </dsp:txBody>
      <dsp:txXfrm rot="-5400000">
        <a:off x="3970782" y="1054670"/>
        <a:ext cx="7024589" cy="639190"/>
      </dsp:txXfrm>
    </dsp:sp>
    <dsp:sp modelId="{73EC9EF7-7C5C-5944-BF08-6A0BE2773584}">
      <dsp:nvSpPr>
        <dsp:cNvPr id="0" name=""/>
        <dsp:cNvSpPr/>
      </dsp:nvSpPr>
      <dsp:spPr>
        <a:xfrm>
          <a:off x="0" y="931547"/>
          <a:ext cx="3970782" cy="8854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Fit</a:t>
          </a:r>
        </a:p>
      </dsp:txBody>
      <dsp:txXfrm>
        <a:off x="43223" y="974770"/>
        <a:ext cx="3884336" cy="798989"/>
      </dsp:txXfrm>
    </dsp:sp>
    <dsp:sp modelId="{9DCAD053-59EB-6644-9CB9-B8DBFC7AA091}">
      <dsp:nvSpPr>
        <dsp:cNvPr id="0" name=""/>
        <dsp:cNvSpPr/>
      </dsp:nvSpPr>
      <dsp:spPr>
        <a:xfrm rot="5400000">
          <a:off x="7146191" y="-1225611"/>
          <a:ext cx="708348" cy="705916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Keep this variable and fit all possible models with one extra predictor i.e., add one predictor to the variables you already have.</a:t>
          </a:r>
        </a:p>
      </dsp:txBody>
      <dsp:txXfrm rot="-5400000">
        <a:off x="3970782" y="1984377"/>
        <a:ext cx="7024589" cy="639190"/>
      </dsp:txXfrm>
    </dsp:sp>
    <dsp:sp modelId="{0F815B80-9E5B-044A-B25E-7DDAEB04E03B}">
      <dsp:nvSpPr>
        <dsp:cNvPr id="0" name=""/>
        <dsp:cNvSpPr/>
      </dsp:nvSpPr>
      <dsp:spPr>
        <a:xfrm>
          <a:off x="0" y="1861254"/>
          <a:ext cx="3970782" cy="8854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Keep</a:t>
          </a:r>
        </a:p>
      </dsp:txBody>
      <dsp:txXfrm>
        <a:off x="43223" y="1904477"/>
        <a:ext cx="3884336" cy="798989"/>
      </dsp:txXfrm>
    </dsp:sp>
    <dsp:sp modelId="{C8BAED23-1B03-7E4D-9223-760F28D48C20}">
      <dsp:nvSpPr>
        <dsp:cNvPr id="0" name=""/>
        <dsp:cNvSpPr/>
      </dsp:nvSpPr>
      <dsp:spPr>
        <a:xfrm rot="5400000">
          <a:off x="7146191" y="-295904"/>
          <a:ext cx="708348" cy="705916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Consider the predictor with the least P-value. If P&lt;SL, go to step 3, otherwise finish. (keep the previous model) </a:t>
          </a:r>
        </a:p>
      </dsp:txBody>
      <dsp:txXfrm rot="-5400000">
        <a:off x="3970782" y="2914084"/>
        <a:ext cx="7024589" cy="639190"/>
      </dsp:txXfrm>
    </dsp:sp>
    <dsp:sp modelId="{41D02025-C275-414B-B16F-53413D4CD2C0}">
      <dsp:nvSpPr>
        <dsp:cNvPr id="0" name=""/>
        <dsp:cNvSpPr/>
      </dsp:nvSpPr>
      <dsp:spPr>
        <a:xfrm>
          <a:off x="0" y="2790961"/>
          <a:ext cx="3970782" cy="8854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Consider</a:t>
          </a:r>
        </a:p>
      </dsp:txBody>
      <dsp:txXfrm>
        <a:off x="43223" y="2834184"/>
        <a:ext cx="3884336" cy="7989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4757D-1AC1-A347-BD1B-4D140890E37E}">
      <dsp:nvSpPr>
        <dsp:cNvPr id="0" name=""/>
        <dsp:cNvSpPr/>
      </dsp:nvSpPr>
      <dsp:spPr>
        <a:xfrm>
          <a:off x="0" y="0"/>
          <a:ext cx="8493061" cy="66208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Select a significance level to enter (SL_Enter) and stay (SL_stay) in the model.</a:t>
          </a:r>
          <a:endParaRPr lang="en-US" sz="1700" kern="1200"/>
        </a:p>
      </dsp:txBody>
      <dsp:txXfrm>
        <a:off x="19392" y="19392"/>
        <a:ext cx="7701158" cy="623298"/>
      </dsp:txXfrm>
    </dsp:sp>
    <dsp:sp modelId="{D91FB298-72DE-B843-BA2C-99806A2E6A3D}">
      <dsp:nvSpPr>
        <dsp:cNvPr id="0" name=""/>
        <dsp:cNvSpPr/>
      </dsp:nvSpPr>
      <dsp:spPr>
        <a:xfrm>
          <a:off x="634222" y="754038"/>
          <a:ext cx="8493061" cy="66208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 dirty="0"/>
            <a:t>Perform the next step of forward selection (new variables must enter if P &lt; </a:t>
          </a:r>
          <a:r>
            <a:rPr lang="en-US" sz="1700" kern="1200" baseline="0" dirty="0" err="1"/>
            <a:t>SL_enter</a:t>
          </a:r>
          <a:r>
            <a:rPr lang="en-US" sz="1700" kern="1200" baseline="0" dirty="0"/>
            <a:t>)</a:t>
          </a:r>
          <a:endParaRPr lang="en-US" sz="1700" kern="1200" dirty="0"/>
        </a:p>
      </dsp:txBody>
      <dsp:txXfrm>
        <a:off x="653614" y="773430"/>
        <a:ext cx="7389701" cy="623298"/>
      </dsp:txXfrm>
    </dsp:sp>
    <dsp:sp modelId="{29E75DD1-2CA6-7B47-9FBF-19544DB16A11}">
      <dsp:nvSpPr>
        <dsp:cNvPr id="0" name=""/>
        <dsp:cNvSpPr/>
      </dsp:nvSpPr>
      <dsp:spPr>
        <a:xfrm>
          <a:off x="1268444" y="1508077"/>
          <a:ext cx="8493061" cy="66208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Pefrom all steps of backward elimination (old variables must have P&lt;SL_stay to stay in the model)</a:t>
          </a:r>
          <a:endParaRPr lang="en-US" sz="1700" kern="1200"/>
        </a:p>
      </dsp:txBody>
      <dsp:txXfrm>
        <a:off x="1287836" y="1527469"/>
        <a:ext cx="7389701" cy="623298"/>
      </dsp:txXfrm>
    </dsp:sp>
    <dsp:sp modelId="{EDBA8DA9-A5FE-F34C-AB77-70AFDEC1D201}">
      <dsp:nvSpPr>
        <dsp:cNvPr id="0" name=""/>
        <dsp:cNvSpPr/>
      </dsp:nvSpPr>
      <dsp:spPr>
        <a:xfrm>
          <a:off x="1902666" y="2262116"/>
          <a:ext cx="8493061" cy="6620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No new variables can enter and no old variables can exit</a:t>
          </a:r>
          <a:endParaRPr lang="en-US" sz="1700" kern="1200"/>
        </a:p>
      </dsp:txBody>
      <dsp:txXfrm>
        <a:off x="1922058" y="2281508"/>
        <a:ext cx="7389701" cy="623298"/>
      </dsp:txXfrm>
    </dsp:sp>
    <dsp:sp modelId="{EA01E486-F0E3-BA49-976C-FEFB6524697D}">
      <dsp:nvSpPr>
        <dsp:cNvPr id="0" name=""/>
        <dsp:cNvSpPr/>
      </dsp:nvSpPr>
      <dsp:spPr>
        <a:xfrm>
          <a:off x="2536888" y="3016155"/>
          <a:ext cx="8493061" cy="66208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FIN: model is ready</a:t>
          </a:r>
          <a:endParaRPr lang="en-US" sz="1700" kern="1200"/>
        </a:p>
      </dsp:txBody>
      <dsp:txXfrm>
        <a:off x="2556280" y="3035547"/>
        <a:ext cx="7389701" cy="623298"/>
      </dsp:txXfrm>
    </dsp:sp>
    <dsp:sp modelId="{4138153F-2940-3B40-947C-3AF6FA7E7921}">
      <dsp:nvSpPr>
        <dsp:cNvPr id="0" name=""/>
        <dsp:cNvSpPr/>
      </dsp:nvSpPr>
      <dsp:spPr>
        <a:xfrm>
          <a:off x="8062707" y="483688"/>
          <a:ext cx="430353" cy="43035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159536" y="483688"/>
        <a:ext cx="236695" cy="323841"/>
      </dsp:txXfrm>
    </dsp:sp>
    <dsp:sp modelId="{CCDD21EB-627C-4145-A301-89A0BAB4AADC}">
      <dsp:nvSpPr>
        <dsp:cNvPr id="0" name=""/>
        <dsp:cNvSpPr/>
      </dsp:nvSpPr>
      <dsp:spPr>
        <a:xfrm>
          <a:off x="8696929" y="1237727"/>
          <a:ext cx="430353" cy="43035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793758" y="1237727"/>
        <a:ext cx="236695" cy="323841"/>
      </dsp:txXfrm>
    </dsp:sp>
    <dsp:sp modelId="{496058D1-680D-BC4C-9D62-3F65F58832DD}">
      <dsp:nvSpPr>
        <dsp:cNvPr id="0" name=""/>
        <dsp:cNvSpPr/>
      </dsp:nvSpPr>
      <dsp:spPr>
        <a:xfrm>
          <a:off x="9331151" y="1980731"/>
          <a:ext cx="430353" cy="430353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427980" y="1980731"/>
        <a:ext cx="236695" cy="323841"/>
      </dsp:txXfrm>
    </dsp:sp>
    <dsp:sp modelId="{E204A89F-6102-A043-9544-7A4E0EFC44D8}">
      <dsp:nvSpPr>
        <dsp:cNvPr id="0" name=""/>
        <dsp:cNvSpPr/>
      </dsp:nvSpPr>
      <dsp:spPr>
        <a:xfrm>
          <a:off x="9965374" y="2742126"/>
          <a:ext cx="430353" cy="43035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0062203" y="2742126"/>
        <a:ext cx="236695" cy="3238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B7FD54-C3BC-44BC-97A0-0D2EB37E9A82}">
      <dsp:nvSpPr>
        <dsp:cNvPr id="0" name=""/>
        <dsp:cNvSpPr/>
      </dsp:nvSpPr>
      <dsp:spPr>
        <a:xfrm>
          <a:off x="0" y="602426"/>
          <a:ext cx="6484937" cy="8952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Q: Do we need to normalize the data in MLR</a:t>
          </a:r>
          <a:endParaRPr lang="en-US" sz="2200" kern="1200" dirty="0"/>
        </a:p>
      </dsp:txBody>
      <dsp:txXfrm>
        <a:off x="43703" y="646129"/>
        <a:ext cx="6397531" cy="807863"/>
      </dsp:txXfrm>
    </dsp:sp>
    <dsp:sp modelId="{F82A1EF7-AA55-4251-A44D-3171A1D47B89}">
      <dsp:nvSpPr>
        <dsp:cNvPr id="0" name=""/>
        <dsp:cNvSpPr/>
      </dsp:nvSpPr>
      <dsp:spPr>
        <a:xfrm>
          <a:off x="0" y="1497695"/>
          <a:ext cx="6484937" cy="796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89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A: No, we do not need to perform normalization for MLR, since the coefficients b0, b1, b2,… in the MLR model automatically does that.</a:t>
          </a:r>
        </a:p>
      </dsp:txBody>
      <dsp:txXfrm>
        <a:off x="0" y="1497695"/>
        <a:ext cx="6484937" cy="796950"/>
      </dsp:txXfrm>
    </dsp:sp>
    <dsp:sp modelId="{2B65872F-32DE-4F61-A411-D9F935C5CBC2}">
      <dsp:nvSpPr>
        <dsp:cNvPr id="0" name=""/>
        <dsp:cNvSpPr/>
      </dsp:nvSpPr>
      <dsp:spPr>
        <a:xfrm>
          <a:off x="0" y="2294645"/>
          <a:ext cx="6484937" cy="89526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Q: Do we need to check the assumptions of linear regression</a:t>
          </a:r>
          <a:endParaRPr lang="en-US" sz="2200" kern="1200" dirty="0"/>
        </a:p>
      </dsp:txBody>
      <dsp:txXfrm>
        <a:off x="43703" y="2338348"/>
        <a:ext cx="6397531" cy="807863"/>
      </dsp:txXfrm>
    </dsp:sp>
    <dsp:sp modelId="{00FADA4B-F6E7-4E22-A7D0-5A4ED3D329E4}">
      <dsp:nvSpPr>
        <dsp:cNvPr id="0" name=""/>
        <dsp:cNvSpPr/>
      </dsp:nvSpPr>
      <dsp:spPr>
        <a:xfrm>
          <a:off x="0" y="3189914"/>
          <a:ext cx="6484937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89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A: Absolutely not, for a new dataset play and experiment with it. If there are redundant features it will perform poorly.</a:t>
          </a:r>
        </a:p>
      </dsp:txBody>
      <dsp:txXfrm>
        <a:off x="0" y="3189914"/>
        <a:ext cx="6484937" cy="546480"/>
      </dsp:txXfrm>
    </dsp:sp>
    <dsp:sp modelId="{8E9E72E2-F7FE-40C5-81C8-831C1E672588}">
      <dsp:nvSpPr>
        <dsp:cNvPr id="0" name=""/>
        <dsp:cNvSpPr/>
      </dsp:nvSpPr>
      <dsp:spPr>
        <a:xfrm>
          <a:off x="0" y="3736395"/>
          <a:ext cx="6484937" cy="89526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Q: Do we need to use some strategy to avoid the dummy variable trap</a:t>
          </a:r>
          <a:endParaRPr lang="en-US" sz="2200" kern="1200"/>
        </a:p>
      </dsp:txBody>
      <dsp:txXfrm>
        <a:off x="43703" y="3780098"/>
        <a:ext cx="6397531" cy="807863"/>
      </dsp:txXfrm>
    </dsp:sp>
    <dsp:sp modelId="{D1911C4A-361E-49C5-8174-D0169EC3CF3B}">
      <dsp:nvSpPr>
        <dsp:cNvPr id="0" name=""/>
        <dsp:cNvSpPr/>
      </dsp:nvSpPr>
      <dsp:spPr>
        <a:xfrm>
          <a:off x="0" y="4631664"/>
          <a:ext cx="6484937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89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A: The class used here in python will automatically do that</a:t>
          </a:r>
        </a:p>
      </dsp:txBody>
      <dsp:txXfrm>
        <a:off x="0" y="4631664"/>
        <a:ext cx="6484937" cy="364320"/>
      </dsp:txXfrm>
    </dsp:sp>
    <dsp:sp modelId="{5438497E-C4B3-4FD2-AE9C-9ABCD1EF89CC}">
      <dsp:nvSpPr>
        <dsp:cNvPr id="0" name=""/>
        <dsp:cNvSpPr/>
      </dsp:nvSpPr>
      <dsp:spPr>
        <a:xfrm>
          <a:off x="0" y="4995984"/>
          <a:ext cx="6484937" cy="89526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Q: Do we have to use techniques such as backward elimination etc, before applying MLR.</a:t>
          </a:r>
          <a:endParaRPr lang="en-US" sz="2200" kern="1200"/>
        </a:p>
      </dsp:txBody>
      <dsp:txXfrm>
        <a:off x="43703" y="5039687"/>
        <a:ext cx="6397531" cy="807863"/>
      </dsp:txXfrm>
    </dsp:sp>
    <dsp:sp modelId="{6393FE7A-9EBC-4E46-80BA-66497041CAA8}">
      <dsp:nvSpPr>
        <dsp:cNvPr id="0" name=""/>
        <dsp:cNvSpPr/>
      </dsp:nvSpPr>
      <dsp:spPr>
        <a:xfrm>
          <a:off x="0" y="5891253"/>
          <a:ext cx="6484937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89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A: No, because the class we use will automatically do that.</a:t>
          </a:r>
        </a:p>
      </dsp:txBody>
      <dsp:txXfrm>
        <a:off x="0" y="5891253"/>
        <a:ext cx="6484937" cy="364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5590E-F5C9-4D78-8E5C-FD7502686FBA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E57CC-F887-4B02-9F38-094E4D00B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9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E57CC-F887-4B02-9F38-094E4D00BB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50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>
            <a:extLst>
              <a:ext uri="{FF2B5EF4-FFF2-40B4-BE49-F238E27FC236}">
                <a16:creationId xmlns:a16="http://schemas.microsoft.com/office/drawing/2014/main" id="{D7FAE16D-4736-4C47-8BE6-8E984FE89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A89A9D-304E-426C-9AE4-6BD39F4BE238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E8C53641-5DBE-4EE6-9610-49A35DDF20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F3BA18D-CCAC-4E12-86E9-8AC24DFD6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F44338-CAB2-7644-80E1-3C752C3AB395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1E4380-C34E-448B-BAE9-81DA3796D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32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89054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361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4032-1534-954B-90E6-A63261837308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7508" y="6316936"/>
            <a:ext cx="1052508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</a:defRPr>
            </a:lvl1pPr>
          </a:lstStyle>
          <a:p>
            <a:fld id="{3A1E4380-C34E-448B-BAE9-81DA3796DC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63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801063-937B-B54B-B095-30604DC02AFC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1E4380-C34E-448B-BAE9-81DA3796D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6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C76C-68B4-1941-8B39-E6911A92D63A}" type="datetime1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4380-C34E-448B-BAE9-81DA3796D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2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2838-8200-734A-91D6-777895478D0B}" type="datetime1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4380-C34E-448B-BAE9-81DA3796D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7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0FE7-FFD4-9346-B995-8900DA3F9D27}" type="datetime1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19695" y="6151104"/>
            <a:ext cx="1052510" cy="365125"/>
          </a:xfrm>
        </p:spPr>
        <p:txBody>
          <a:bodyPr/>
          <a:lstStyle>
            <a:lvl1pPr>
              <a:defRPr sz="1200" b="1">
                <a:solidFill>
                  <a:srgbClr val="002060"/>
                </a:solidFill>
              </a:defRPr>
            </a:lvl1pPr>
          </a:lstStyle>
          <a:p>
            <a:fld id="{3A1E4380-C34E-448B-BAE9-81DA3796D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5"/>
            <a:ext cx="11300036" cy="101269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69909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629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D3DA-74E7-F846-85CE-3A7DAD009E97}" type="datetime1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931524" y="6306486"/>
            <a:ext cx="105251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</a:defRPr>
            </a:lvl1pPr>
          </a:lstStyle>
          <a:p>
            <a:fld id="{3A1E4380-C34E-448B-BAE9-81DA3796DC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6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A5801FB-D8F9-1142-B3E2-11BBAC07C100}" type="datetime1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1E4380-C34E-448B-BAE9-81DA3796D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3B55-98F3-D346-9B58-82C26A49DAB2}" type="datetime1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4380-C34E-448B-BAE9-81DA3796D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0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B8805-FB11-484A-AA34-5EA04A4494C0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4380-C34E-448B-BAE9-81DA3796D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9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9E0113C-B6CE-C64E-9A3C-F9E2C683A163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1E4380-C34E-448B-BAE9-81DA3796D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6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46F1679-7056-9949-BBCE-1110CA607ACC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A1E4380-C34E-448B-BAE9-81DA3796DC4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8787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aryamiqbal.buic@bahria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ribbr.com/statistics/p-valu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hand holding a robot&#10;&#10;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262" y="1508165"/>
            <a:ext cx="11305309" cy="406611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5465" y="5973781"/>
            <a:ext cx="2783205" cy="34624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lang="en-US" sz="2175" b="1" dirty="0">
                <a:cs typeface="Times New Roman" panose="02020603050405020304" pitchFamily="18" charset="0"/>
              </a:rPr>
              <a:t>Dr. Maryam Iqbal</a:t>
            </a:r>
          </a:p>
        </p:txBody>
      </p:sp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97D0134E-1498-BE6C-BD51-80C0219C69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842806"/>
              </p:ext>
            </p:extLst>
          </p:nvPr>
        </p:nvGraphicFramePr>
        <p:xfrm>
          <a:off x="581192" y="3260466"/>
          <a:ext cx="11029615" cy="1518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C1399-B8F6-C84A-24DB-AE39072C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GB" dirty="0">
                <a:latin typeface="Book Antiqua" panose="02040602050305030304" pitchFamily="18" charset="0"/>
              </a:rPr>
              <a:t>About Instructor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356C4-125F-AB8A-A9DA-8EF49B5AF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23" y="2198520"/>
            <a:ext cx="11444553" cy="4400413"/>
          </a:xfrm>
        </p:spPr>
        <p:txBody>
          <a:bodyPr>
            <a:noAutofit/>
          </a:bodyPr>
          <a:lstStyle/>
          <a:p>
            <a:r>
              <a:rPr lang="en-GB" sz="2000" dirty="0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PhD EE (Controls, Automation &amp; Rehabilitation Robotics)</a:t>
            </a:r>
          </a:p>
          <a:p>
            <a:r>
              <a:rPr lang="en-GB" sz="2000" dirty="0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Research areas: Robotics &amp; Automation, Artificial Intelligence, Machine Learning, Biomechanics, AI in Healthcare</a:t>
            </a:r>
          </a:p>
          <a:p>
            <a:r>
              <a:rPr lang="en-GB" sz="2000" dirty="0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In charge : BSRIS Program at Bahria University</a:t>
            </a:r>
          </a:p>
          <a:p>
            <a:r>
              <a:rPr lang="en-GB" sz="2000" dirty="0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Research Publications, Funded Projects and Patents</a:t>
            </a:r>
          </a:p>
          <a:p>
            <a:r>
              <a:rPr lang="en-GB" sz="2000" dirty="0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Member of AI Task Force (</a:t>
            </a:r>
            <a:r>
              <a:rPr lang="en-PK" altLang="en-PK" sz="2000" dirty="0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Ministry of Planning, Development &amp; Special Initiatives of Pakistan</a:t>
            </a:r>
            <a:r>
              <a:rPr lang="en-US" altLang="en-PK" sz="2000" dirty="0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)</a:t>
            </a:r>
          </a:p>
          <a:p>
            <a:r>
              <a:rPr lang="en-GB" sz="2000" dirty="0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Senior Member IEEE (Region 10)|General Secretary IEEE RAS (Region 3)|Member IEEE CSS</a:t>
            </a:r>
          </a:p>
          <a:p>
            <a:r>
              <a:rPr lang="en-GB" sz="2000" dirty="0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Email: </a:t>
            </a:r>
            <a:r>
              <a:rPr lang="en-GB" sz="2000" u="sng" dirty="0">
                <a:solidFill>
                  <a:schemeClr val="accent1"/>
                </a:solidFill>
                <a:latin typeface="Book Antiqua" panose="02040602050305030304" pitchFamily="18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maryamiqbal.buic@bahria.edu.pk</a:t>
            </a:r>
            <a:endParaRPr lang="en-GB" sz="2000" u="sng" dirty="0">
              <a:solidFill>
                <a:schemeClr val="accent1"/>
              </a:solidFill>
              <a:latin typeface="Book Antiqua" panose="02040602050305030304" pitchFamily="18" charset="0"/>
              <a:cs typeface="Arial" panose="020B0604020202020204" pitchFamily="34" charset="0"/>
            </a:endParaRPr>
          </a:p>
          <a:p>
            <a:r>
              <a:rPr lang="en-GB" sz="2000" dirty="0">
                <a:solidFill>
                  <a:schemeClr val="accent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LinkedIn: linkedin.com/in/maryam-iqbal-3b942a66</a:t>
            </a:r>
          </a:p>
          <a:p>
            <a:r>
              <a:rPr lang="en-GB" sz="2000" dirty="0">
                <a:solidFill>
                  <a:schemeClr val="accent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Google Scholar:  </a:t>
            </a:r>
            <a:r>
              <a:rPr lang="en-GB" sz="2000" u="sng" dirty="0">
                <a:solidFill>
                  <a:schemeClr val="accent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https://scholar.google.com/citations?user=-4togNoAAAAJ&amp;hl=en</a:t>
            </a:r>
          </a:p>
          <a:p>
            <a:endParaRPr lang="en-GB" sz="2400" u="sng" dirty="0">
              <a:solidFill>
                <a:schemeClr val="tx1"/>
              </a:solidFill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5697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F5D0F4-EA4E-47A5-87BE-9ABB1AF6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4BFB7C5-23B6-4047-BF5E-F9EEBB437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C3CD9F-A361-4496-A6E0-24338B2A6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1" y="457201"/>
            <a:ext cx="1106164" cy="585973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7DA931-62D6-4B32-9103-84C0960AE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420" y="457200"/>
            <a:ext cx="6248454" cy="58597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6346" y="849745"/>
            <a:ext cx="5526993" cy="4745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700" dirty="0">
                <a:solidFill>
                  <a:srgbClr val="FFFFFF"/>
                </a:solidFill>
              </a:rPr>
              <a:t>Multiple</a:t>
            </a:r>
            <a:br>
              <a:rPr lang="en-US" sz="4700" dirty="0">
                <a:solidFill>
                  <a:srgbClr val="FFFFFF"/>
                </a:solidFill>
              </a:rPr>
            </a:br>
            <a:r>
              <a:rPr lang="en-US" sz="4700" dirty="0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95E140-9B6E-43E9-B17E-CDFE3FCA8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453642"/>
            <a:ext cx="3615595" cy="586329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186A9-0705-46F8-B1CD-B50DB407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200" dirty="0"/>
              <a:t>multiple linear regression</a:t>
            </a:r>
            <a:endParaRPr lang="en-PK"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D90F92-D9EB-B3A9-FE96-7BADAC6790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95574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737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20B2-C715-4624-BCD5-CAF233DE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40825"/>
            <a:ext cx="11029616" cy="1013800"/>
          </a:xfrm>
        </p:spPr>
        <p:txBody>
          <a:bodyPr>
            <a:normAutofit/>
          </a:bodyPr>
          <a:lstStyle/>
          <a:p>
            <a:r>
              <a:rPr lang="en-US" sz="3600" dirty="0"/>
              <a:t>What is MLR </a:t>
            </a:r>
            <a:endParaRPr lang="en-PK" sz="3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E9758B-E361-4084-8D9F-729FA6C4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Variable">
            <a:extLst>
              <a:ext uri="{FF2B5EF4-FFF2-40B4-BE49-F238E27FC236}">
                <a16:creationId xmlns:a16="http://schemas.microsoft.com/office/drawing/2014/main" id="{EF370443-5F50-A0B3-A8C5-685E5296D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3878" y="2361056"/>
            <a:ext cx="3649219" cy="364921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4753C-4702-46A9-A190-004D919FA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Multiple linear regression is used to estimate the relationship between two or more independent variables and one dependent variable. 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257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6145F-B167-4D83-96F3-5B98EF09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multiple linear regression can help you do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F164F-294A-4A3C-8623-0B2BD4051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You can use multiple linear regression when you want to know:</a:t>
            </a:r>
          </a:p>
          <a:p>
            <a:pPr lvl="1"/>
            <a:r>
              <a:rPr lang="en-US" sz="2400" dirty="0"/>
              <a:t>How strong the relationship is between two or more independent variables and one dependent variable (e.g. how rainfall, temperature, and amount of fertilizer added affect crop growth).</a:t>
            </a:r>
          </a:p>
          <a:p>
            <a:pPr lvl="1"/>
            <a:r>
              <a:rPr lang="en-US" sz="2400" dirty="0"/>
              <a:t>The value of the dependent variable at a certain value of the independent variables (e.g. the expected yield of a crop at certain levels of rainfall, temperature, and fertilizer addition).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19775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EE251-AB25-48FC-A2FE-BED4441D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multiple linear regression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A8B55-A144-4C6E-9B18-713E16F18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Multiple linear regression makes all of the same assumptions as simple linear regression:</a:t>
            </a:r>
          </a:p>
          <a:p>
            <a:pPr lvl="1">
              <a:lnSpc>
                <a:spcPct val="90000"/>
              </a:lnSpc>
            </a:pPr>
            <a:r>
              <a:rPr lang="en-US" altLang="en-PK" sz="2400" dirty="0"/>
              <a:t>The probability distribution of </a:t>
            </a:r>
            <a:r>
              <a:rPr lang="en-US" altLang="en-PK" sz="2400" dirty="0">
                <a:latin typeface="Symbol" panose="05050102010706020507" pitchFamily="18" charset="2"/>
              </a:rPr>
              <a:t>e</a:t>
            </a:r>
            <a:r>
              <a:rPr lang="en-US" altLang="en-PK" sz="2400" dirty="0"/>
              <a:t> is normal.</a:t>
            </a:r>
          </a:p>
          <a:p>
            <a:pPr lvl="1">
              <a:lnSpc>
                <a:spcPct val="90000"/>
              </a:lnSpc>
            </a:pPr>
            <a:r>
              <a:rPr lang="en-US" altLang="en-PK" sz="2400" dirty="0"/>
              <a:t>The mean of </a:t>
            </a:r>
            <a:r>
              <a:rPr lang="en-US" altLang="en-PK" sz="2400" dirty="0">
                <a:latin typeface="Symbol" panose="05050102010706020507" pitchFamily="18" charset="2"/>
              </a:rPr>
              <a:t>e</a:t>
            </a:r>
            <a:r>
              <a:rPr lang="en-US" altLang="en-PK" sz="2400" dirty="0"/>
              <a:t> is zero: E(</a:t>
            </a:r>
            <a:r>
              <a:rPr lang="en-US" altLang="en-PK" sz="2400" dirty="0">
                <a:latin typeface="Symbol" panose="05050102010706020507" pitchFamily="18" charset="2"/>
              </a:rPr>
              <a:t>e</a:t>
            </a:r>
            <a:r>
              <a:rPr lang="en-US" altLang="en-PK" sz="2400" dirty="0"/>
              <a:t>) = 0.</a:t>
            </a:r>
          </a:p>
          <a:p>
            <a:pPr lvl="1">
              <a:lnSpc>
                <a:spcPct val="90000"/>
              </a:lnSpc>
            </a:pPr>
            <a:r>
              <a:rPr lang="en-US" altLang="en-PK" sz="2400" dirty="0"/>
              <a:t>The standard deviation of </a:t>
            </a:r>
            <a:r>
              <a:rPr lang="en-US" altLang="en-PK" sz="2400" dirty="0">
                <a:latin typeface="Symbol" panose="05050102010706020507" pitchFamily="18" charset="2"/>
              </a:rPr>
              <a:t>e</a:t>
            </a:r>
            <a:r>
              <a:rPr lang="en-US" altLang="en-PK" sz="2400" dirty="0"/>
              <a:t> is </a:t>
            </a:r>
            <a:r>
              <a:rPr lang="en-US" altLang="en-PK" sz="2400" dirty="0">
                <a:latin typeface="Symbol" panose="05050102010706020507" pitchFamily="18" charset="2"/>
              </a:rPr>
              <a:t>s</a:t>
            </a:r>
            <a:r>
              <a:rPr lang="en-US" altLang="en-PK" sz="2400" baseline="-25000" dirty="0">
                <a:latin typeface="Symbol" panose="05050102010706020507" pitchFamily="18" charset="2"/>
              </a:rPr>
              <a:t>e</a:t>
            </a:r>
            <a:r>
              <a:rPr lang="en-US" altLang="en-PK" sz="2400" baseline="-25000" dirty="0"/>
              <a:t> </a:t>
            </a:r>
            <a:r>
              <a:rPr lang="en-US" altLang="en-PK" sz="2400" dirty="0"/>
              <a:t>for all values of X.</a:t>
            </a:r>
          </a:p>
          <a:p>
            <a:pPr lvl="1">
              <a:lnSpc>
                <a:spcPct val="90000"/>
              </a:lnSpc>
            </a:pPr>
            <a:r>
              <a:rPr lang="en-US" altLang="en-PK" sz="2400" dirty="0"/>
              <a:t>The set of errors associated with different values of Y are all independent</a:t>
            </a:r>
          </a:p>
        </p:txBody>
      </p:sp>
    </p:spTree>
    <p:extLst>
      <p:ext uri="{BB962C8B-B14F-4D97-AF65-F5344CB8AC3E}">
        <p14:creationId xmlns:p14="http://schemas.microsoft.com/office/powerpoint/2010/main" val="168335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Rectangle 7180">
            <a:extLst>
              <a:ext uri="{FF2B5EF4-FFF2-40B4-BE49-F238E27FC236}">
                <a16:creationId xmlns:a16="http://schemas.microsoft.com/office/drawing/2014/main" id="{66274610-0B8D-4F68-A77F-F6160E3C8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448D59E2-BA85-491B-9717-D1AE5EB01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534" y="4999383"/>
            <a:ext cx="11293599" cy="952428"/>
          </a:xfrm>
        </p:spPr>
        <p:txBody>
          <a:bodyPr anchor="ctr">
            <a:normAutofit/>
          </a:bodyPr>
          <a:lstStyle/>
          <a:p>
            <a:r>
              <a:rPr lang="en-US" altLang="en-US" b="1" dirty="0"/>
              <a:t>Design Requirements</a:t>
            </a:r>
            <a:endParaRPr lang="en-US" altLang="en-US" dirty="0"/>
          </a:p>
        </p:txBody>
      </p:sp>
      <p:sp>
        <p:nvSpPr>
          <p:cNvPr id="7183" name="Rectangle 7182">
            <a:extLst>
              <a:ext uri="{FF2B5EF4-FFF2-40B4-BE49-F238E27FC236}">
                <a16:creationId xmlns:a16="http://schemas.microsoft.com/office/drawing/2014/main" id="{A8820321-1BC7-42E1-B710-A84C5A22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1"/>
            <a:ext cx="11298933" cy="4377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185" name="Rectangle 7184">
            <a:extLst>
              <a:ext uri="{FF2B5EF4-FFF2-40B4-BE49-F238E27FC236}">
                <a16:creationId xmlns:a16="http://schemas.microsoft.com/office/drawing/2014/main" id="{F2C26AE0-EBFE-438D-AA3D-CAA6DAC6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6057326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187" name="Rectangle 7186">
            <a:extLst>
              <a:ext uri="{FF2B5EF4-FFF2-40B4-BE49-F238E27FC236}">
                <a16:creationId xmlns:a16="http://schemas.microsoft.com/office/drawing/2014/main" id="{828057AF-D878-40E9-BA0D-638F35F05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6057326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189" name="Rectangle 7188">
            <a:extLst>
              <a:ext uri="{FF2B5EF4-FFF2-40B4-BE49-F238E27FC236}">
                <a16:creationId xmlns:a16="http://schemas.microsoft.com/office/drawing/2014/main" id="{10E46F63-BF3A-400A-A34D-308744F04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053769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7176" name="Rectangle 3">
            <a:extLst>
              <a:ext uri="{FF2B5EF4-FFF2-40B4-BE49-F238E27FC236}">
                <a16:creationId xmlns:a16="http://schemas.microsoft.com/office/drawing/2014/main" id="{A08F44D1-AADF-4EB0-8D48-C89ADC2EBA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263418"/>
              </p:ext>
            </p:extLst>
          </p:nvPr>
        </p:nvGraphicFramePr>
        <p:xfrm>
          <a:off x="1090001" y="1093924"/>
          <a:ext cx="10004654" cy="3145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5312-A90D-4B9F-9D65-FE952E8C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for a multiple linear regression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ACCF-27CE-45B8-B2E6-A30221EFA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072753" cy="4663440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y</a:t>
            </a:r>
            <a:r>
              <a:rPr lang="en-US" sz="2000" dirty="0"/>
              <a:t> = the predicted value of the dependent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B</a:t>
            </a:r>
            <a:r>
              <a:rPr lang="en-US" sz="2000" b="1" baseline="-25000" dirty="0"/>
              <a:t>0 </a:t>
            </a:r>
            <a:r>
              <a:rPr lang="en-US" sz="2000" dirty="0"/>
              <a:t>= the y-intercept (value of y when all other parameters are set to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B</a:t>
            </a:r>
            <a:r>
              <a:rPr lang="en-US" sz="2000" b="1" baseline="-25000" dirty="0"/>
              <a:t>1</a:t>
            </a:r>
            <a:r>
              <a:rPr lang="en-US" sz="2000" b="1" dirty="0"/>
              <a:t>X</a:t>
            </a:r>
            <a:r>
              <a:rPr lang="en-US" sz="2000" b="1" baseline="-25000" dirty="0"/>
              <a:t>1</a:t>
            </a:r>
            <a:r>
              <a:rPr lang="en-US" sz="2000" dirty="0"/>
              <a:t>= the regression coefficient (B</a:t>
            </a:r>
            <a:r>
              <a:rPr lang="en-US" sz="2000" baseline="-25000" dirty="0"/>
              <a:t>1</a:t>
            </a:r>
            <a:r>
              <a:rPr lang="en-US" sz="2000" dirty="0"/>
              <a:t>) of the first independent variable (</a:t>
            </a:r>
            <a:r>
              <a:rPr lang="en-US" sz="2000" b="1" dirty="0"/>
              <a:t>X</a:t>
            </a:r>
            <a:r>
              <a:rPr lang="en-US" sz="2000" b="1" baseline="-25000" dirty="0"/>
              <a:t>1</a:t>
            </a:r>
            <a:r>
              <a:rPr lang="en-US" sz="2000" dirty="0"/>
              <a:t>) (a.k.a. the effect that increasing the value of the independent variable has on the predicted </a:t>
            </a:r>
            <a:r>
              <a:rPr lang="en-US" sz="2000" b="1" dirty="0"/>
              <a:t>y</a:t>
            </a:r>
            <a:r>
              <a:rPr lang="en-US" sz="2000" dirty="0"/>
              <a:t> value)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…</a:t>
            </a:r>
            <a:r>
              <a:rPr lang="en-US" sz="2000" dirty="0"/>
              <a:t> = do the same for however many independent variables you are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/>
              <a:t>B</a:t>
            </a:r>
            <a:r>
              <a:rPr lang="en-US" sz="2000" b="1" baseline="-25000" dirty="0" err="1"/>
              <a:t>n</a:t>
            </a:r>
            <a:r>
              <a:rPr lang="en-US" sz="2000" b="1" dirty="0" err="1"/>
              <a:t>X</a:t>
            </a:r>
            <a:r>
              <a:rPr lang="en-US" sz="2000" b="1" baseline="-25000" dirty="0" err="1"/>
              <a:t>n</a:t>
            </a:r>
            <a:r>
              <a:rPr lang="en-US" sz="2000" dirty="0"/>
              <a:t> = the regression coefficient of the last independent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</a:t>
            </a:r>
            <a:r>
              <a:rPr lang="en-US" sz="2000" dirty="0"/>
              <a:t> = model error (a.k.a. how much variation there is in our estimate of </a:t>
            </a:r>
            <a:r>
              <a:rPr lang="en-US" sz="2000" b="1" dirty="0"/>
              <a:t>y</a:t>
            </a:r>
            <a:r>
              <a:rPr lang="en-US" sz="2000" dirty="0"/>
              <a:t>)</a:t>
            </a:r>
          </a:p>
          <a:p>
            <a:endParaRPr lang="en-P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CE8817-F899-40A0-957B-5B30FB085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312" y="1690688"/>
            <a:ext cx="49053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6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8793C-44C1-456F-B3D0-3119AD58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best-fit line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8D30A-E4DC-44F6-85DE-44F40B2BB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find the best-fit line for each independent variable, multiple linear regression calculates three things:</a:t>
            </a:r>
          </a:p>
          <a:p>
            <a:pPr lvl="1"/>
            <a:r>
              <a:rPr lang="en-US" sz="2400" dirty="0"/>
              <a:t>The regression coefficients that lead to the smallest overall model error.</a:t>
            </a:r>
          </a:p>
          <a:p>
            <a:pPr lvl="1"/>
            <a:r>
              <a:rPr lang="en-US" sz="2400" dirty="0"/>
              <a:t>The</a:t>
            </a:r>
            <a:r>
              <a:rPr lang="en-US" sz="2400" i="1" dirty="0"/>
              <a:t> t</a:t>
            </a:r>
            <a:r>
              <a:rPr lang="en-US" sz="2400" dirty="0"/>
              <a:t>-statistic of the overall model.</a:t>
            </a:r>
          </a:p>
          <a:p>
            <a:pPr lvl="1"/>
            <a:r>
              <a:rPr lang="en-US" sz="2400" dirty="0"/>
              <a:t>The associated </a:t>
            </a:r>
            <a:r>
              <a:rPr lang="en-US" sz="2400" i="1" dirty="0">
                <a:hlinkClick r:id="rId2"/>
              </a:rPr>
              <a:t>p</a:t>
            </a:r>
            <a:r>
              <a:rPr lang="en-US" sz="2400" dirty="0">
                <a:hlinkClick r:id="rId2"/>
              </a:rPr>
              <a:t>-value</a:t>
            </a:r>
            <a:r>
              <a:rPr lang="en-US" sz="2400" dirty="0"/>
              <a:t> (how likely it is that the t-statistic would have occurred by chance if the null hypothesis of no relationship between the independent and dependent variables was true).</a:t>
            </a:r>
          </a:p>
          <a:p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06841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0054-C852-4C57-84DD-6AD0BF12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5082"/>
            <a:ext cx="9692640" cy="1325562"/>
          </a:xfrm>
        </p:spPr>
        <p:txBody>
          <a:bodyPr>
            <a:normAutofit/>
          </a:bodyPr>
          <a:lstStyle/>
          <a:p>
            <a:r>
              <a:rPr lang="en-US" dirty="0"/>
              <a:t>T-test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BB4F0-7B7F-4895-8A41-85E5428E1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5852160" cy="4246562"/>
          </a:xfrm>
        </p:spPr>
        <p:txBody>
          <a:bodyPr>
            <a:normAutofit/>
          </a:bodyPr>
          <a:lstStyle/>
          <a:p>
            <a:r>
              <a:rPr lang="en-US" sz="2400" dirty="0"/>
              <a:t>In statistics, the t-statistic is the ratio of the departure of the estimated value of a parameter from its hypothesized value to its standard error’</a:t>
            </a:r>
          </a:p>
          <a:p>
            <a:r>
              <a:rPr lang="en-US" sz="2400" dirty="0"/>
              <a:t>It is meant for evaluating whether the two sets of data are statistically significantly different from each other.</a:t>
            </a:r>
          </a:p>
          <a:p>
            <a:endParaRPr lang="en-PK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A15C9-535B-4E27-82EB-470012D55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98664" y="2836439"/>
            <a:ext cx="3304622" cy="18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4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13182543-4EE0-405C-B281-21413902905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r="-1" b="1212"/>
          <a:stretch>
            <a:fillRect/>
          </a:stretch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3327937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6A0CB0-31FE-4124-B2B5-92A419146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6632" y="643466"/>
            <a:ext cx="711957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97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10092-A860-4EFB-963F-A14DA3648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58677-9C01-4123-BA97-D32187C2485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1192" y="2180496"/>
            <a:ext cx="7225075" cy="367830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Q.1: </a:t>
            </a:r>
            <a:r>
              <a:rPr lang="en-US" dirty="0"/>
              <a:t>Find the t-test value for the following given two sets of values:</a:t>
            </a:r>
          </a:p>
          <a:p>
            <a:r>
              <a:rPr lang="en-US" dirty="0"/>
              <a:t>A = 7, 2, 9, 8 and</a:t>
            </a:r>
          </a:p>
          <a:p>
            <a:r>
              <a:rPr lang="en-US" dirty="0"/>
              <a:t>B = 1, 2, 3, 4?</a:t>
            </a:r>
          </a:p>
          <a:p>
            <a:r>
              <a:rPr lang="en-US" dirty="0"/>
              <a:t>Solution: For first data set:</a:t>
            </a:r>
          </a:p>
          <a:p>
            <a:r>
              <a:rPr lang="en-US" dirty="0"/>
              <a:t>Number of terms in first set i.e. n_1 = 4</a:t>
            </a:r>
          </a:p>
          <a:p>
            <a:r>
              <a:rPr lang="en-US" dirty="0"/>
              <a:t>Calculate mean value for first data set using formula:</a:t>
            </a:r>
          </a:p>
        </p:txBody>
      </p:sp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96ECA84-5675-A31B-4CD1-37E9B99D67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449" b="1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3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B369A81-9E15-4957-AD6B-3A86B37A8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ED7554-AE65-4E01-8A65-9A322D4AEBD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52761" y="723899"/>
            <a:ext cx="10281500" cy="564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27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15DB35-53D7-4EDC-A965-A4349296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40C7A-182C-42BF-830A-F56990B97CA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999926" y="1208531"/>
            <a:ext cx="6381279" cy="473506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B610F9C-62FE-46FC-8607-C35030B6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97194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31E04B-3FA5-40B8-AF07-C8B365047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880" b="-1"/>
          <a:stretch>
            <a:fillRect/>
          </a:stretch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2557616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DA2F6F-0AFA-46A9-8100-FEFDD5720DD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967948" y="706505"/>
            <a:ext cx="9799983" cy="587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93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270815-0A28-448E-B232-2629614591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200"/>
          <a:stretch/>
        </p:blipFill>
        <p:spPr>
          <a:xfrm>
            <a:off x="659295" y="1784522"/>
            <a:ext cx="10215511" cy="3235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52ACB0-82AD-4B37-AB05-8ADF0CFD9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632" y="5073478"/>
            <a:ext cx="13716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72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BD4729-DBDF-40A6-9BA4-E4C97EF6D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125130-F4AB-465E-8AE2-E583FCAAB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BA65A2-0302-4468-ADA7-9EC3F9593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82F36-261B-49B3-8CA9-FB857C475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7215C3-3B83-4BE7-9213-26E084BD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A105D4-2907-419E-8223-4C266BA1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5971-75F4-4F3E-A3BF-A28D10D2F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571" y="599724"/>
            <a:ext cx="5686065" cy="520032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15301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10092-A860-4EFB-963F-A14DA3648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BD8CBF-1782-456F-AF12-36CD021CC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urful rulers and protractors">
            <a:extLst>
              <a:ext uri="{FF2B5EF4-FFF2-40B4-BE49-F238E27FC236}">
                <a16:creationId xmlns:a16="http://schemas.microsoft.com/office/drawing/2014/main" id="{7322CEF3-0F92-783A-6F82-D18B755EA34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b="154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8A186C0-DD3C-4FF4-B165-943244CBD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6B15A5-F4B5-4786-934F-E57C7FA30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4C8356C-9FE6-4DFB-8DBF-FDC1EE310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DDAF1C0-5210-43EC-A140-4032C6EBE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1A89CEF-B8CB-4CA8-BD58-AE4392F2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5A93C-45E0-4566-8708-25C198FC8FA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1192" y="2180496"/>
            <a:ext cx="11029615" cy="36783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  <a:p>
            <a:r>
              <a:rPr lang="en-US" sz="2800" dirty="0">
                <a:effectLst/>
              </a:rPr>
              <a:t>Higher values of the t-value, also called t-score, indicate that a large difference exists between the two sample sets. The smaller the t-value, the more similarity exists between the two sample 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36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0CCBD-C7D9-42C4-8C6D-E35F6D67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610099"/>
            <a:ext cx="10993549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/>
              <a:t>P-value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EC148-1347-42A7-A478-0AE90DC06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5697215"/>
            <a:ext cx="10993546" cy="5255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cap="all">
                <a:solidFill>
                  <a:schemeClr val="bg2"/>
                </a:solidFill>
              </a:rPr>
              <a:t>P-value is the lowest significance level that results in rejecting the null hypothesis. </a:t>
            </a: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66AE2FE-036E-44DB-8A9A-8E3261C9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71658-A732-4CC3-B0EE-F88799153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83" y="723899"/>
            <a:ext cx="8979613" cy="356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12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8BCA1D-ACDF-4D63-9AA0-366C4F85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33C17-20F0-4243-BAD0-FAE157DC7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Example </a:t>
            </a:r>
            <a:endParaRPr lang="en-PK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B82E3F-D9C4-42E7-AABF-D760C2F56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145784-B126-48E6-B33B-0BEA2EBF1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AD7FED-ECA8-4F84-9067-C1B1E9610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DF12F2-5059-41AC-A8BD-D5E115CDC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9D2DC4-62DD-DE33-1443-B202D07613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5633157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5931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BD8CBF-1782-456F-AF12-36CD021CC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rmulae written on a blackboard">
            <a:extLst>
              <a:ext uri="{FF2B5EF4-FFF2-40B4-BE49-F238E27FC236}">
                <a16:creationId xmlns:a16="http://schemas.microsoft.com/office/drawing/2014/main" id="{47663D89-3144-CAA6-4849-6EEFB00581D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8A186C0-DD3C-4FF4-B165-943244CBD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C6A1D9-70EC-4D9C-B680-BA14AAD2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endParaRPr lang="en-PK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6B15A5-F4B5-4786-934F-E57C7FA30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C8356C-9FE6-4DFB-8DBF-FDC1EE310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DAF1C0-5210-43EC-A140-4032C6EBE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1A89CEF-B8CB-4CA8-BD58-AE4392F2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D6EA-DEBB-4E2E-B478-5F6C40213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/>
          <a:p>
            <a:r>
              <a:rPr lang="en-US"/>
              <a:t>Let us assume the output is </a:t>
            </a:r>
          </a:p>
          <a:p>
            <a:pPr lvl="1"/>
            <a:r>
              <a:rPr lang="en-US"/>
              <a:t>First toss output is Tail (probability = 0.5)</a:t>
            </a:r>
          </a:p>
          <a:p>
            <a:pPr lvl="1"/>
            <a:r>
              <a:rPr lang="en-US"/>
              <a:t>First toss output is Tail and second toss output is also Tail (probability = 0.25)</a:t>
            </a:r>
          </a:p>
          <a:p>
            <a:pPr lvl="1"/>
            <a:r>
              <a:rPr lang="en-US"/>
              <a:t>First two outputs same as before, third toss output is also Tail (probability = 0.125)</a:t>
            </a:r>
          </a:p>
          <a:p>
            <a:pPr lvl="1"/>
            <a:r>
              <a:rPr lang="en-US"/>
              <a:t>First three outputs same as before, fourth toss output is also Tail (probability = 0.0625)</a:t>
            </a:r>
          </a:p>
          <a:p>
            <a:pPr lvl="1"/>
            <a:r>
              <a:rPr lang="en-US"/>
              <a:t>First four outputs same as before, fifth toss output is also Tail (probability = 0.03)</a:t>
            </a:r>
          </a:p>
          <a:p>
            <a:pPr lvl="1"/>
            <a:r>
              <a:rPr lang="en-US"/>
              <a:t>First five outputs same as before, sixth toss output is also Tail (probability = 0.01)</a:t>
            </a:r>
          </a:p>
          <a:p>
            <a:pPr lvl="1"/>
            <a:r>
              <a:rPr lang="en-US"/>
              <a:t>After the fourth output the statistical test is significant. Since P-value of less than 5% indicates that the hypothesis H0 is rejected and hypothesis H1 is accepted i.e., the coin is not fair</a:t>
            </a:r>
          </a:p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15412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BE8B-E197-477C-8E57-FE79DF533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independent variables being used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51B02-D4C4-4415-9589-4C421041F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Five strategies are available for selecting the independent variables</a:t>
            </a:r>
          </a:p>
          <a:p>
            <a:pPr lvl="1"/>
            <a:r>
              <a:rPr lang="en-US" sz="2000" dirty="0"/>
              <a:t>All in</a:t>
            </a:r>
          </a:p>
          <a:p>
            <a:pPr lvl="1"/>
            <a:r>
              <a:rPr lang="en-US" sz="2000" dirty="0"/>
              <a:t>Backward Elimination</a:t>
            </a:r>
          </a:p>
          <a:p>
            <a:pPr lvl="1"/>
            <a:r>
              <a:rPr lang="en-US" sz="2000" dirty="0"/>
              <a:t>Forward Selection</a:t>
            </a:r>
          </a:p>
          <a:p>
            <a:pPr lvl="1"/>
            <a:r>
              <a:rPr lang="en-US" sz="2000" dirty="0"/>
              <a:t>Bi-directional elimination</a:t>
            </a:r>
          </a:p>
          <a:p>
            <a:pPr lvl="1"/>
            <a:r>
              <a:rPr lang="en-US" sz="2000" dirty="0"/>
              <a:t>Score Comparison (All possible combinations)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108669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A63B-B1AB-4142-836C-1A52A586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in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C65ED-4E83-42F1-A91C-A4A3D3CAB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 all features</a:t>
            </a:r>
          </a:p>
          <a:p>
            <a:r>
              <a:rPr lang="en-US" sz="2400" dirty="0"/>
              <a:t>Prior knowledge (Data domain expert) tell you which features to keep and which to discard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4100942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F434-B5DE-40DA-ABFF-868EEA0AC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59" y="284712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Backward Elimination</a:t>
            </a:r>
            <a:endParaRPr lang="en-PK" dirty="0">
              <a:solidFill>
                <a:srgbClr val="FFFE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553357-C0F6-D9F1-A26F-65A245C650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993920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8493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EB02-DEEE-445C-ACBC-001FA372E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59" y="284713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Forward selection</a:t>
            </a:r>
            <a:endParaRPr lang="en-PK" dirty="0">
              <a:solidFill>
                <a:srgbClr val="FFFE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CD48888-DC74-4561-88FE-994A27696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194528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5406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E1B7-E5C1-40B8-BC30-0A4D2E4D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59" y="491637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Bi-directional Elimination</a:t>
            </a:r>
            <a:endParaRPr lang="en-PK" dirty="0">
              <a:solidFill>
                <a:srgbClr val="FFFE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F755F3-764E-452C-AB0A-DA8C707D3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25493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8544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BD8CBF-1782-456F-AF12-36CD021CC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5DA4F392-28FB-DCE5-8804-BB19694FDE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444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8A186C0-DD3C-4FF4-B165-943244CBD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B93BF-93D5-4159-96DE-485D5604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/>
              <a:t>All possible models</a:t>
            </a:r>
            <a:endParaRPr lang="en-PK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6B15A5-F4B5-4786-934F-E57C7FA30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C8356C-9FE6-4DFB-8DBF-FDC1EE310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DAF1C0-5210-43EC-A140-4032C6EBE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1A89CEF-B8CB-4CA8-BD58-AE4392F2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D0581F-2FD5-40CD-81DC-F71BA27C12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3678303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Select a criterion of goodness of fit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Construct all possible models. If N variables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𝑚𝑜𝑑𝑒𝑙𝑠</m:t>
                    </m:r>
                  </m:oMath>
                </a14:m>
                <a:r>
                  <a:rPr lang="en-US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Select the model with the best criterion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Model is ready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/>
              </a:p>
              <a:p>
                <a:r>
                  <a:rPr lang="en-US"/>
                  <a:t>Very computationally intense !!!</a:t>
                </a:r>
              </a:p>
              <a:p>
                <a:r>
                  <a:rPr lang="en-US"/>
                  <a:t>We will be using backward elimination strategy</a:t>
                </a:r>
                <a:endParaRPr lang="en-PK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D0581F-2FD5-40CD-81DC-F71BA27C12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3678303"/>
              </a:xfrm>
              <a:blipFill>
                <a:blip r:embed="rId3"/>
                <a:stretch>
                  <a:fillRect l="-34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95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C7AA7E-81E8-4755-AC3D-2CE40312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188C2F-B457-4F86-B4B4-79703666D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1" y="457201"/>
            <a:ext cx="1106164" cy="5859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B956FD-3E35-4658-9C8B-3A48FD2DB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419" y="457200"/>
            <a:ext cx="9961047" cy="36780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2D2405-E8C2-4D75-BF4C-18F667DA5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5278" y="668740"/>
            <a:ext cx="7574507" cy="3330055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MLR Implementation</a:t>
            </a:r>
            <a:endParaRPr lang="en-PK" sz="400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BC678D-D15E-4FC5-8CBF-5308E841A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352" y="4244454"/>
            <a:ext cx="9961115" cy="207248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0B5463F-5F03-4168-AE93-D3CE3CE67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5278" y="4462818"/>
            <a:ext cx="7574507" cy="1640983"/>
          </a:xfrm>
        </p:spPr>
        <p:txBody>
          <a:bodyPr anchor="t">
            <a:normAutofit/>
          </a:bodyPr>
          <a:lstStyle/>
          <a:p>
            <a:r>
              <a:rPr lang="en-US" sz="3600">
                <a:solidFill>
                  <a:schemeClr val="accent4">
                    <a:lumMod val="50000"/>
                  </a:schemeClr>
                </a:solidFill>
              </a:rPr>
              <a:t>Python</a:t>
            </a:r>
            <a:endParaRPr lang="en-PK" sz="360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13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D7C13F-A74A-458C-BD0A-E94D29F59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A620C0E5-73D4-472A-9632-BF1C22C9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048" y="1208531"/>
            <a:ext cx="4735069" cy="47350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EA0D2BB-E66C-43E1-9553-F0782C709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6079" y="723899"/>
            <a:ext cx="5009388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2D967-D657-4A08-8DB5-7F073067D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934" y="1419225"/>
            <a:ext cx="4115917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>
                <a:solidFill>
                  <a:srgbClr val="FFFFFF"/>
                </a:solidFill>
              </a:rPr>
              <a:t>Importing Dataset</a:t>
            </a:r>
          </a:p>
        </p:txBody>
      </p:sp>
    </p:spTree>
    <p:extLst>
      <p:ext uri="{BB962C8B-B14F-4D97-AF65-F5344CB8AC3E}">
        <p14:creationId xmlns:p14="http://schemas.microsoft.com/office/powerpoint/2010/main" val="926753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06007-B27D-44AC-A265-9C5E2AEA2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/>
              <a:t>Dataset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E65CD-5A94-4ECF-B8C0-91919CFC2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Total 50 samples</a:t>
            </a:r>
          </a:p>
          <a:p>
            <a:r>
              <a:rPr lang="en-US">
                <a:solidFill>
                  <a:schemeClr val="bg1"/>
                </a:solidFill>
              </a:rPr>
              <a:t>Three independent variables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Administration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Marketing spent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State (categorical data)</a:t>
            </a:r>
          </a:p>
          <a:p>
            <a:pPr lvl="2"/>
            <a:r>
              <a:rPr lang="en-US">
                <a:solidFill>
                  <a:schemeClr val="bg1"/>
                </a:solidFill>
              </a:rPr>
              <a:t>One hot encoding</a:t>
            </a:r>
          </a:p>
          <a:p>
            <a:pPr lvl="2"/>
            <a:r>
              <a:rPr lang="en-US">
                <a:solidFill>
                  <a:schemeClr val="bg1"/>
                </a:solidFill>
              </a:rPr>
              <a:t>Three categories, so three dummy variables </a:t>
            </a:r>
          </a:p>
          <a:p>
            <a:r>
              <a:rPr lang="en-US">
                <a:solidFill>
                  <a:schemeClr val="bg1"/>
                </a:solidFill>
              </a:rPr>
              <a:t>One dependent variable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Profit</a:t>
            </a:r>
            <a:endParaRPr lang="en-PK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D37CF-A57A-432F-B219-B9D4F9849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88" y="1111641"/>
            <a:ext cx="6007486" cy="465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12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14987-E6C6-4FE2-ADC8-808B70CE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6FCB3-D54B-4DD4-BF16-D0E69DB31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82" y="1722481"/>
            <a:ext cx="10977912" cy="4823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F30AE4-5F3E-40B1-8AF9-C1B0FA141871}"/>
              </a:ext>
            </a:extLst>
          </p:cNvPr>
          <p:cNvSpPr txBox="1"/>
          <p:nvPr/>
        </p:nvSpPr>
        <p:spPr>
          <a:xfrm>
            <a:off x="6766715" y="3810844"/>
            <a:ext cx="3790765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hot encoding to be applied on column 3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BD0C8-B20B-4742-AE9E-843E6AC63A59}"/>
              </a:ext>
            </a:extLst>
          </p:cNvPr>
          <p:cNvSpPr txBox="1"/>
          <p:nvPr/>
        </p:nvSpPr>
        <p:spPr>
          <a:xfrm>
            <a:off x="7160138" y="5515625"/>
            <a:ext cx="379076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80, 20 split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49219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F1C3-1B73-4806-A81E-3C73B3A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testing the model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38F0D-CF4B-4B2B-8314-360EFB73D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825624"/>
            <a:ext cx="7400925" cy="144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AA9FD2-E00D-433D-B55F-1AE21247C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3584576"/>
            <a:ext cx="10915650" cy="12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327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8A8737F-8ADA-46A0-949E-74C59E8E2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149568-AD40-4185-9583-472DC9B5D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538554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6AACE-59D0-4981-83C5-1785B3BFF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35" y="1727736"/>
            <a:ext cx="5201707" cy="340252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40B283A-0C00-4360-AFE9-36C74D1C6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3" y="480060"/>
            <a:ext cx="5538554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1F9FD-C7CF-4362-A06F-1EA6B6CB5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2729565"/>
            <a:ext cx="5201707" cy="138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6813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4308965-434A-4011-8316-8ABEFFED0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910B0D-8E24-46E7-93D7-329948C60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0"/>
            <a:ext cx="5609383" cy="95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215A71-CFAF-4964-A613-D07F75FC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9035" y="453825"/>
            <a:ext cx="5596432" cy="983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A04D9-4D38-4A2D-B6A0-8736C5761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623550"/>
            <a:ext cx="5609384" cy="1610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03C40-53BB-4992-B5C7-94886CBD9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035" y="1522373"/>
            <a:ext cx="5596432" cy="381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639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EEA7-DF5D-48A1-AA55-921EBB18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the model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36E17-AC84-496E-847A-E61148780B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559"/>
          <a:stretch/>
        </p:blipFill>
        <p:spPr>
          <a:xfrm>
            <a:off x="648948" y="1520031"/>
            <a:ext cx="8639175" cy="2403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7F60FD-DAAF-4003-A1C3-BD9BB332AC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5870"/>
          <a:stretch/>
        </p:blipFill>
        <p:spPr>
          <a:xfrm>
            <a:off x="6275727" y="2471738"/>
            <a:ext cx="5267325" cy="373855"/>
          </a:xfrm>
          <a:prstGeom prst="rect">
            <a:avLst/>
          </a:prstGeom>
          <a:ln w="60325">
            <a:solidFill>
              <a:srgbClr val="FF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6595D4-FB55-4A8C-B918-D0FBC0D0C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48" y="4109668"/>
            <a:ext cx="8220075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031AC1-3987-45B0-89C8-6B5E534A2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089" y="3090252"/>
            <a:ext cx="5562600" cy="333375"/>
          </a:xfrm>
          <a:prstGeom prst="rect">
            <a:avLst/>
          </a:prstGeom>
          <a:ln w="7302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1067111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69BE-E378-4975-95AD-88CB9B0F4F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6834" y="837406"/>
            <a:ext cx="2955235" cy="5183187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to remember</a:t>
            </a:r>
            <a:endParaRPr lang="en-PK" sz="36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3C08C7-EB73-4233-88E3-7C2B01E0943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61106800"/>
              </p:ext>
            </p:extLst>
          </p:nvPr>
        </p:nvGraphicFramePr>
        <p:xfrm>
          <a:off x="5707063" y="0"/>
          <a:ext cx="6484937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342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F434-B5DE-40DA-ABFF-868EEA0A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Backward Elimination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BE66D-22E5-451C-9588-FBE465752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Select a significance level (SL) for P-value e.g. 5% (0.05)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Fit the model will all predictors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Consider the predictor with highest P-value. If P&gt;SL go to step 4, otherwise include the predictor in your feature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Remove variable with P&gt;SL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Fit model without the variable and go to step 3 if all features have not been exhausted. Otherwise terminate</a:t>
            </a:r>
          </a:p>
          <a:p>
            <a:pPr marL="514350" indent="-514350">
              <a:buFont typeface="+mj-lt"/>
              <a:buAutoNum type="arabicPeriod"/>
            </a:pP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5153123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10C3-08B5-4A8F-8B09-0723862C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378B0-C60B-4B1B-8D91-6C74F727E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C08C2-4508-4238-A2B6-A394397F1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0" y="1905524"/>
            <a:ext cx="12035900" cy="39551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89E45D-84F4-4BCD-9773-D6CB5749C912}"/>
              </a:ext>
            </a:extLst>
          </p:cNvPr>
          <p:cNvSpPr txBox="1"/>
          <p:nvPr/>
        </p:nvSpPr>
        <p:spPr>
          <a:xfrm>
            <a:off x="5566299" y="2104008"/>
            <a:ext cx="64054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Importing the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Dividing the dataset into independent and dependent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hot encoding for the categorical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do not need to cater the missing values as there are none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184968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5EF5-4B2A-4A43-A6A1-B3E3858A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582461-75C2-4316-9061-38E370D43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301" y="2968255"/>
            <a:ext cx="10515600" cy="302213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B706F-FAD3-47C9-AA63-F9EB0A770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1" y="263155"/>
            <a:ext cx="10277475" cy="27051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A64B745-41DC-4C64-8F27-79564100331A}"/>
              </a:ext>
            </a:extLst>
          </p:cNvPr>
          <p:cNvSpPr/>
          <p:nvPr/>
        </p:nvSpPr>
        <p:spPr>
          <a:xfrm>
            <a:off x="638175" y="5229225"/>
            <a:ext cx="10635726" cy="314325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FFFCA4-9D3E-4142-841B-F75D01A2F2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887" y="1486509"/>
            <a:ext cx="4905375" cy="5619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3289C3-B648-47E5-B8BF-42901C167F7D}"/>
              </a:ext>
            </a:extLst>
          </p:cNvPr>
          <p:cNvSpPr/>
          <p:nvPr/>
        </p:nvSpPr>
        <p:spPr>
          <a:xfrm>
            <a:off x="733425" y="857250"/>
            <a:ext cx="10635726" cy="314325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F7FADA-81DF-4923-9F68-70E73A482CF8}"/>
              </a:ext>
            </a:extLst>
          </p:cNvPr>
          <p:cNvCxnSpPr/>
          <p:nvPr/>
        </p:nvCxnSpPr>
        <p:spPr>
          <a:xfrm>
            <a:off x="7677150" y="1238250"/>
            <a:ext cx="381000" cy="286359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423FC65-E453-49DC-B214-89C044B64752}"/>
              </a:ext>
            </a:extLst>
          </p:cNvPr>
          <p:cNvSpPr txBox="1"/>
          <p:nvPr/>
        </p:nvSpPr>
        <p:spPr>
          <a:xfrm>
            <a:off x="7936632" y="1145772"/>
            <a:ext cx="171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Inserting beta_0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9A9EE-3F34-4A21-A30A-AE005C20D180}"/>
              </a:ext>
            </a:extLst>
          </p:cNvPr>
          <p:cNvSpPr txBox="1"/>
          <p:nvPr/>
        </p:nvSpPr>
        <p:spPr>
          <a:xfrm>
            <a:off x="838200" y="6258757"/>
            <a:ext cx="4611134" cy="369332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x6 has highest p value, so it should be removed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98815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57733D-D099-4516-A0E2-52C670F19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527050"/>
            <a:ext cx="7534275" cy="1771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69A391-57FE-4290-A4AB-2AF9F79AE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5100"/>
            <a:ext cx="11287125" cy="2819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CEBDE52-484C-4296-B18B-DEB84162D6EC}"/>
              </a:ext>
            </a:extLst>
          </p:cNvPr>
          <p:cNvSpPr/>
          <p:nvPr/>
        </p:nvSpPr>
        <p:spPr>
          <a:xfrm>
            <a:off x="0" y="5006975"/>
            <a:ext cx="11287125" cy="400050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7B3A04-D3BB-4E18-A493-368D81D83FD1}"/>
              </a:ext>
            </a:extLst>
          </p:cNvPr>
          <p:cNvSpPr txBox="1"/>
          <p:nvPr/>
        </p:nvSpPr>
        <p:spPr>
          <a:xfrm>
            <a:off x="404811" y="5746234"/>
            <a:ext cx="5543227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x5 has highest p value so it should be removed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87770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A04E6-885E-4935-A975-C3484628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84E6F4C-A2AB-4413-8412-978E41714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063" y="3018668"/>
            <a:ext cx="8594725" cy="197160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D13A4F-0CFD-4969-974D-F1E8FE689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8658225" cy="2609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4C396E-4769-47FE-8161-92C1BE6B92C0}"/>
              </a:ext>
            </a:extLst>
          </p:cNvPr>
          <p:cNvSpPr txBox="1"/>
          <p:nvPr/>
        </p:nvSpPr>
        <p:spPr>
          <a:xfrm>
            <a:off x="419101" y="5784354"/>
            <a:ext cx="10229850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Now no independent variable has a p value &gt;0.05, so we keep the remaining variables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8003298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A3A3D-1F88-42CE-BB9E-9F3AE5641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21665-83B7-4622-AF72-260B08B78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0DC4B-6F91-4753-8C09-5E8F04949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844675"/>
            <a:ext cx="11249025" cy="313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5411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22AE-A1F8-4806-B48B-ED2299DD7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two approaches using RMSE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D0927-B03F-4F6D-8F16-70CB57016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8FE0DE-F724-4503-A53E-363272D7E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1534319"/>
            <a:ext cx="10677525" cy="49339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96BEFD-5F77-43BE-9FFD-AE63E1F02FE7}"/>
              </a:ext>
            </a:extLst>
          </p:cNvPr>
          <p:cNvSpPr/>
          <p:nvPr/>
        </p:nvSpPr>
        <p:spPr>
          <a:xfrm>
            <a:off x="9058275" y="5943600"/>
            <a:ext cx="2219325" cy="3683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ACF9E-D9F5-4455-842F-C1D359E2BB88}"/>
              </a:ext>
            </a:extLst>
          </p:cNvPr>
          <p:cNvSpPr txBox="1"/>
          <p:nvPr/>
        </p:nvSpPr>
        <p:spPr>
          <a:xfrm>
            <a:off x="976312" y="6386424"/>
            <a:ext cx="919162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The regression model with backward elimination shows lower RMSE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2997563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02455-1921-445C-AAA9-66151997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output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3EA32-7F2E-4961-8DAB-C8742C51E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D0E5B-06E2-4765-8BDD-DFE9A890D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724819"/>
            <a:ext cx="1102995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7831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EB02-DEEE-445C-ACBC-001FA372E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Forward Selection(Optional)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9E65D-A4B0-4D72-B34D-7084680A1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Select a significance level (SL) for P-value e.g. 5% (0.05)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Fit all the predictors y-&gt;</a:t>
            </a:r>
            <a:r>
              <a:rPr lang="en-US" sz="2400" dirty="0" err="1"/>
              <a:t>xn</a:t>
            </a:r>
            <a:r>
              <a:rPr lang="en-US" sz="2400" dirty="0"/>
              <a:t> one at a time and select one with the lowest P-value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Keep this variable and fit all possible models with one extra predictor i.e., add one predictor to the variables you already have.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Consider the predictor with the least P-value. If P&lt;SL, go to step 3, otherwise finish. (keep the previous model) </a:t>
            </a:r>
          </a:p>
        </p:txBody>
      </p:sp>
    </p:spTree>
    <p:extLst>
      <p:ext uri="{BB962C8B-B14F-4D97-AF65-F5344CB8AC3E}">
        <p14:creationId xmlns:p14="http://schemas.microsoft.com/office/powerpoint/2010/main" val="39540087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2645-F2FB-4742-A1FF-B2011CE7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5109B-B31A-41E2-B302-461B9D85F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7E383-39CA-411C-AD4D-50912AE77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" y="195262"/>
            <a:ext cx="10963275" cy="64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8774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3833-7E5B-50AC-62F8-CD800C35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sz="3200" dirty="0"/>
              <a:t>Robot movement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8FCE-F939-8325-2C87-1130CBB57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0539"/>
            <a:ext cx="11153608" cy="5187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Train Data (traindata1.xlsx)</a:t>
            </a:r>
            <a:br>
              <a:rPr lang="en-GB" dirty="0"/>
            </a:br>
            <a:r>
              <a:rPr lang="en-GB" dirty="0"/>
              <a:t>Rows: 3999</a:t>
            </a:r>
            <a:br>
              <a:rPr lang="en-GB" dirty="0"/>
            </a:br>
            <a:r>
              <a:rPr lang="en-GB" dirty="0"/>
              <a:t>Columns: 9</a:t>
            </a:r>
            <a:br>
              <a:rPr lang="en-GB" dirty="0"/>
            </a:br>
            <a:r>
              <a:rPr lang="en-GB" dirty="0"/>
              <a:t>Features:</a:t>
            </a:r>
            <a:br>
              <a:rPr lang="en-GB" dirty="0"/>
            </a:br>
            <a:r>
              <a:rPr lang="en-GB" dirty="0"/>
              <a:t>Rev1 to Rev5: Five numerical features representing [description of what these features represent].</a:t>
            </a:r>
            <a:br>
              <a:rPr lang="en-GB" dirty="0"/>
            </a:br>
            <a:r>
              <a:rPr lang="en-GB" dirty="0"/>
              <a:t>Pris: A categorical feature indicating [description of '</a:t>
            </a:r>
            <a:r>
              <a:rPr lang="en-GB" dirty="0" err="1"/>
              <a:t>Pris'</a:t>
            </a:r>
            <a:r>
              <a:rPr lang="en-GB" dirty="0"/>
              <a:t>].</a:t>
            </a:r>
            <a:br>
              <a:rPr lang="en-GB" dirty="0"/>
            </a:br>
            <a:r>
              <a:rPr lang="en-GB" dirty="0"/>
              <a:t>X, Y, Z: Coordinate points or measurements in a three-dimensional space.</a:t>
            </a:r>
            <a:br>
              <a:rPr lang="en-GB" dirty="0"/>
            </a:br>
            <a:r>
              <a:rPr lang="en-GB" dirty="0"/>
              <a:t>Test Data (testdata1.xlsx)</a:t>
            </a:r>
            <a:br>
              <a:rPr lang="en-GB" dirty="0"/>
            </a:br>
            <a:r>
              <a:rPr lang="en-GB" dirty="0"/>
              <a:t>Rows: 1003</a:t>
            </a:r>
            <a:br>
              <a:rPr lang="en-GB" dirty="0"/>
            </a:br>
            <a:r>
              <a:rPr lang="en-GB" dirty="0"/>
              <a:t>Columns: 9</a:t>
            </a:r>
            <a:br>
              <a:rPr lang="en-GB" dirty="0"/>
            </a:br>
            <a:r>
              <a:rPr lang="en-GB" dirty="0"/>
              <a:t>Features:</a:t>
            </a:r>
            <a:br>
              <a:rPr lang="en-GB" dirty="0"/>
            </a:br>
            <a:r>
              <a:rPr lang="en-GB" dirty="0"/>
              <a:t>Similar to the train data, with Rev1 to Rev5, Pris, and X, Y, Z features.</a:t>
            </a:r>
            <a:br>
              <a:rPr lang="en-GB" dirty="0"/>
            </a:br>
            <a:r>
              <a:rPr lang="en-GB" dirty="0"/>
              <a:t>Potential Use-Cases</a:t>
            </a:r>
            <a:br>
              <a:rPr lang="en-GB" dirty="0"/>
            </a:br>
            <a:r>
              <a:rPr lang="en-GB" dirty="0"/>
              <a:t>These datasets can be utilized for various machine learning applications.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335438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3E90-323E-9A46-AA9B-A27B8C20D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0313-5607-5E9F-12A8-E055BCC6F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64" y="970381"/>
            <a:ext cx="11029616" cy="736119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Book Antiqua" panose="02040602050305030304" pitchFamily="18" charset="0"/>
                <a:ea typeface="League Spartan"/>
                <a:cs typeface="League Spartan"/>
                <a:sym typeface="League Spartan"/>
              </a:rPr>
            </a:br>
            <a:br>
              <a:rPr lang="en-US" dirty="0">
                <a:latin typeface="Book Antiqua" panose="02040602050305030304" pitchFamily="18" charset="0"/>
                <a:ea typeface="League Spartan"/>
                <a:cs typeface="League Spartan"/>
                <a:sym typeface="League Spartan"/>
              </a:rPr>
            </a:br>
            <a:r>
              <a:rPr lang="en-US" dirty="0">
                <a:latin typeface="Book Antiqua" panose="02040602050305030304" pitchFamily="18" charset="0"/>
                <a:ea typeface="League Spartan"/>
                <a:cs typeface="League Spartan"/>
                <a:sym typeface="League Spartan"/>
              </a:rPr>
              <a:t>basics of python</a:t>
            </a:r>
            <a:br>
              <a:rPr lang="en-US" dirty="0">
                <a:latin typeface="Book Antiqua" panose="02040602050305030304" pitchFamily="18" charset="0"/>
                <a:ea typeface="League Spartan"/>
                <a:cs typeface="League Spartan"/>
                <a:sym typeface="League Spartan"/>
              </a:rPr>
            </a:br>
            <a:endParaRPr lang="en-PK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8B229C66-576F-4CD6-1DAB-B697B3F94E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-1031181" y="1455575"/>
            <a:ext cx="4114800" cy="5486400"/>
          </a:xfrm>
          <a:prstGeom prst="rect">
            <a:avLst/>
          </a:prstGeom>
        </p:spPr>
      </p:pic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328BC51B-EC27-A9E8-FBBD-F9F4EEB33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619" y="3069769"/>
            <a:ext cx="7651100" cy="191277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8F7BE-19BB-6282-2C52-397FE391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4380-C34E-448B-BAE9-81DA3796DC4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99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42A3-CDFC-0DA6-8555-1EBCB359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77" y="1615879"/>
            <a:ext cx="11029616" cy="736119"/>
          </a:xfrm>
        </p:spPr>
        <p:txBody>
          <a:bodyPr>
            <a:normAutofit fontScale="90000"/>
          </a:bodyPr>
          <a:lstStyle/>
          <a:p>
            <a:r>
              <a:rPr lang="en-PK" dirty="0"/>
              <a:t>ML Exercise: Robot Kinematics Prediction using Linear Regression</a:t>
            </a:r>
            <a:br>
              <a:rPr lang="en-PK" dirty="0"/>
            </a:b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78275-6247-0CBB-833D-9BE2FAC8F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79650"/>
            <a:ext cx="11029616" cy="4471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K" sz="2400" b="1" dirty="0"/>
              <a:t>Problem Title:</a:t>
            </a:r>
          </a:p>
          <a:p>
            <a:r>
              <a:rPr lang="en-PK" sz="2400" dirty="0"/>
              <a:t>Predicting Robot End-Effector Position using Linear Regression</a:t>
            </a:r>
          </a:p>
          <a:p>
            <a:pPr marL="0" indent="0">
              <a:buNone/>
            </a:pPr>
            <a:r>
              <a:rPr lang="en-PK" sz="2400" b="1" dirty="0"/>
              <a:t>Scenario</a:t>
            </a:r>
            <a:endParaRPr lang="en-PK" sz="2400" dirty="0"/>
          </a:p>
          <a:p>
            <a:r>
              <a:rPr lang="en-PK" sz="2400" dirty="0"/>
              <a:t>A robotic system generates motion data based on:</a:t>
            </a:r>
          </a:p>
          <a:p>
            <a:pPr lvl="1"/>
            <a:r>
              <a:rPr lang="en-PK" sz="2400" b="1" dirty="0"/>
              <a:t>Revolute joints (Rev1–Rev5)</a:t>
            </a:r>
            <a:r>
              <a:rPr lang="en-PK" sz="2400" dirty="0"/>
              <a:t> → joint angles</a:t>
            </a:r>
          </a:p>
          <a:p>
            <a:pPr lvl="1"/>
            <a:r>
              <a:rPr lang="en-PK" sz="2400" b="1" dirty="0"/>
              <a:t>Prismatic joint (Pris)</a:t>
            </a:r>
            <a:r>
              <a:rPr lang="en-PK" sz="2400" dirty="0"/>
              <a:t> → linear displacement type/setting</a:t>
            </a:r>
          </a:p>
          <a:p>
            <a:pPr lvl="0"/>
            <a:r>
              <a:rPr lang="en-PK" sz="2400" b="1" dirty="0"/>
              <a:t>Output</a:t>
            </a:r>
            <a:r>
              <a:rPr lang="en-PK" sz="2400" dirty="0"/>
              <a:t>: </a:t>
            </a:r>
            <a:r>
              <a:rPr lang="en-PK" sz="2400" b="1" dirty="0"/>
              <a:t>End-effector position (X, Y, Z)</a:t>
            </a:r>
            <a:r>
              <a:rPr lang="en-PK" sz="2400" dirty="0"/>
              <a:t> in 3D space</a:t>
            </a:r>
          </a:p>
          <a:p>
            <a:r>
              <a:rPr lang="en-PK" sz="2400" dirty="0"/>
              <a:t>You are given:</a:t>
            </a:r>
          </a:p>
          <a:p>
            <a:pPr lvl="1"/>
            <a:r>
              <a:rPr lang="en-PK" sz="2400" b="1" dirty="0"/>
              <a:t>Training dataset (traindata1.xlsx)</a:t>
            </a:r>
            <a:r>
              <a:rPr lang="en-PK" sz="2400" dirty="0"/>
              <a:t> → 3999 samples</a:t>
            </a:r>
          </a:p>
          <a:p>
            <a:pPr lvl="1"/>
            <a:r>
              <a:rPr lang="en-PK" sz="2400" b="1" dirty="0"/>
              <a:t>Testing dataset (testdata1.xlsx)</a:t>
            </a:r>
            <a:r>
              <a:rPr lang="en-PK" sz="2400" dirty="0"/>
              <a:t> → 1003 samples</a:t>
            </a:r>
          </a:p>
          <a:p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44185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18C12-101B-B1E2-CD66-C507BE0D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FE43E-7AA6-4819-CE76-F18F41F6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77" y="1615879"/>
            <a:ext cx="11029616" cy="736119"/>
          </a:xfrm>
        </p:spPr>
        <p:txBody>
          <a:bodyPr>
            <a:normAutofit fontScale="90000"/>
          </a:bodyPr>
          <a:lstStyle/>
          <a:p>
            <a:r>
              <a:rPr lang="en-PK" dirty="0"/>
              <a:t>ML Exercise: Robot Kinematics Prediction using Linear Regression</a:t>
            </a:r>
            <a:br>
              <a:rPr lang="en-PK" dirty="0"/>
            </a:b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8DD4-4BF9-9D79-D8AD-15687CB00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82032"/>
            <a:ext cx="11610808" cy="4717706"/>
          </a:xfrm>
        </p:spPr>
        <p:txBody>
          <a:bodyPr>
            <a:normAutofit/>
          </a:bodyPr>
          <a:lstStyle/>
          <a:p>
            <a:r>
              <a:rPr lang="en-PK" sz="2400" b="1" dirty="0"/>
              <a:t>Objective</a:t>
            </a:r>
            <a:endParaRPr lang="en-PK" sz="2400" dirty="0"/>
          </a:p>
          <a:p>
            <a:r>
              <a:rPr lang="en-PK" sz="2400" dirty="0"/>
              <a:t>Develop a </a:t>
            </a:r>
            <a:r>
              <a:rPr lang="en-PK" sz="2400" b="1" dirty="0"/>
              <a:t>Linear Regression model</a:t>
            </a:r>
            <a:r>
              <a:rPr lang="en-PK" sz="2400" dirty="0"/>
              <a:t> to predict the </a:t>
            </a:r>
            <a:r>
              <a:rPr lang="en-PK" sz="2400" b="1" dirty="0"/>
              <a:t>end-effector position (X, Y, Z)</a:t>
            </a:r>
            <a:r>
              <a:rPr lang="en-PK" sz="2400" dirty="0"/>
              <a:t> of the robot.</a:t>
            </a:r>
          </a:p>
          <a:p>
            <a:r>
              <a:rPr lang="en-PK" sz="2400" b="1" dirty="0"/>
              <a:t>Conceptual Link </a:t>
            </a:r>
          </a:p>
          <a:p>
            <a:pPr lvl="1"/>
            <a:r>
              <a:rPr lang="en-PK" sz="2400" b="1" dirty="0"/>
              <a:t>Rev joints (Rev1–Rev5)</a:t>
            </a:r>
            <a:r>
              <a:rPr lang="en-PK" sz="2400" dirty="0"/>
              <a:t> → rotational DOF</a:t>
            </a:r>
          </a:p>
          <a:p>
            <a:pPr lvl="1"/>
            <a:r>
              <a:rPr lang="en-PK" sz="2400" b="1" dirty="0"/>
              <a:t>Pris (Prismatic joint)</a:t>
            </a:r>
            <a:r>
              <a:rPr lang="en-PK" sz="2400" dirty="0"/>
              <a:t> → linear DOF</a:t>
            </a:r>
          </a:p>
          <a:p>
            <a:pPr lvl="0"/>
            <a:r>
              <a:rPr lang="en-PK" sz="2400" dirty="0"/>
              <a:t>Together → define robot configuration → determine (X, Y, Z)</a:t>
            </a:r>
          </a:p>
          <a:p>
            <a:r>
              <a:rPr lang="en-PK" sz="2400" dirty="0"/>
              <a:t>This is essentially a </a:t>
            </a:r>
            <a:r>
              <a:rPr lang="en-PK" sz="2400" b="1" dirty="0"/>
              <a:t>forward kinematics learning problem via ML</a:t>
            </a:r>
            <a:r>
              <a:rPr lang="en-PK" sz="2400" dirty="0"/>
              <a:t>.</a:t>
            </a:r>
          </a:p>
          <a:p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160518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FF59-3086-9391-478D-DE1C68D7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PK" dirty="0"/>
              <a:t>ask i: simple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C062B-FA6C-044D-A932-377E6156C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PK" dirty="0"/>
              <a:t>Uses </a:t>
            </a:r>
            <a:r>
              <a:rPr lang="en-PK" b="1" dirty="0"/>
              <a:t>Simple Linear Regression</a:t>
            </a:r>
            <a:endParaRPr lang="en-PK" dirty="0"/>
          </a:p>
          <a:p>
            <a:pPr lvl="0"/>
            <a:r>
              <a:rPr lang="en-PK" dirty="0"/>
              <a:t>Learns the relationship between:</a:t>
            </a:r>
          </a:p>
          <a:p>
            <a:pPr lvl="1"/>
            <a:r>
              <a:rPr lang="en-PK" b="1" dirty="0"/>
              <a:t>Input:</a:t>
            </a:r>
            <a:r>
              <a:rPr lang="en-PK" dirty="0"/>
              <a:t> </a:t>
            </a:r>
            <a:r>
              <a:rPr lang="en-PK" sz="1100" dirty="0"/>
              <a:t>Rev1</a:t>
            </a:r>
            <a:r>
              <a:rPr lang="en-PK" dirty="0"/>
              <a:t> (one joint angle)</a:t>
            </a:r>
          </a:p>
          <a:p>
            <a:pPr lvl="1"/>
            <a:r>
              <a:rPr lang="en-PK" b="1" dirty="0"/>
              <a:t>Output:</a:t>
            </a:r>
            <a:r>
              <a:rPr lang="en-PK" dirty="0"/>
              <a:t> </a:t>
            </a:r>
            <a:r>
              <a:rPr lang="en-PK" sz="1100" dirty="0"/>
              <a:t>X</a:t>
            </a:r>
            <a:r>
              <a:rPr lang="en-PK" dirty="0"/>
              <a:t> (robot position)</a:t>
            </a:r>
          </a:p>
          <a:p>
            <a:pPr lvl="0"/>
            <a:r>
              <a:rPr lang="en-PK" dirty="0"/>
              <a:t>Plots </a:t>
            </a:r>
            <a:r>
              <a:rPr lang="en-PK" b="1" dirty="0"/>
              <a:t>actual vs predicted values</a:t>
            </a:r>
            <a:endParaRPr lang="en-PK" dirty="0"/>
          </a:p>
          <a:p>
            <a:pPr lvl="0"/>
            <a:r>
              <a:rPr lang="en-PK" dirty="0"/>
              <a:t>Computes </a:t>
            </a:r>
            <a:r>
              <a:rPr lang="en-PK" b="1" dirty="0"/>
              <a:t>error (MSE)</a:t>
            </a:r>
            <a:endParaRPr lang="en-PK" dirty="0"/>
          </a:p>
          <a:p>
            <a:r>
              <a:rPr lang="en-PK" dirty="0"/>
              <a:t>👉 In robotics terms:</a:t>
            </a:r>
            <a:br>
              <a:rPr lang="en-PK" dirty="0"/>
            </a:br>
            <a:r>
              <a:rPr lang="en-PK" dirty="0"/>
              <a:t>It tries to see </a:t>
            </a:r>
            <a:r>
              <a:rPr lang="en-PK" b="1" dirty="0"/>
              <a:t>how one joint (Rev1) affects the robot’s X-position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869553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7233-6698-9522-4102-E2F87596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A553-F3F1-8EF9-8956-BB15B101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PK" dirty="0"/>
              <a:t>ask II: 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FED68-109A-EA56-3956-1B4096761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73" y="1631706"/>
            <a:ext cx="11481854" cy="5419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2200" b="1" dirty="0"/>
              <a:t>Part A: Data Preprocessing</a:t>
            </a:r>
            <a:endParaRPr lang="en-PK" sz="2200" dirty="0"/>
          </a:p>
          <a:p>
            <a:pPr lvl="0"/>
            <a:r>
              <a:rPr lang="en-PK" sz="2200" dirty="0"/>
              <a:t>Load both datasets using Pandas</a:t>
            </a:r>
          </a:p>
          <a:p>
            <a:pPr lvl="0"/>
            <a:r>
              <a:rPr lang="en-PK" sz="2200" dirty="0"/>
              <a:t>Identify:</a:t>
            </a:r>
          </a:p>
          <a:p>
            <a:pPr lvl="1"/>
            <a:r>
              <a:rPr lang="en-PK" sz="2200" dirty="0"/>
              <a:t>Input features → Rev1–Rev5, Pris</a:t>
            </a:r>
          </a:p>
          <a:p>
            <a:pPr lvl="1"/>
            <a:r>
              <a:rPr lang="en-PK" sz="2200" dirty="0"/>
              <a:t>Target variables → X, Y, Z</a:t>
            </a:r>
          </a:p>
          <a:p>
            <a:pPr lvl="0"/>
            <a:r>
              <a:rPr lang="en-PK" sz="2200" dirty="0"/>
              <a:t>Convert </a:t>
            </a:r>
            <a:r>
              <a:rPr lang="en-PK" sz="2200" b="1" dirty="0"/>
              <a:t>Pris (categorical)</a:t>
            </a:r>
            <a:r>
              <a:rPr lang="en-PK" sz="2200" dirty="0"/>
              <a:t> into numerical form (encoding required)</a:t>
            </a:r>
          </a:p>
          <a:p>
            <a:pPr lvl="0"/>
            <a:r>
              <a:rPr lang="en-PK" sz="2200" dirty="0"/>
              <a:t>Split features (X) and targets (y)</a:t>
            </a:r>
          </a:p>
          <a:p>
            <a:pPr marL="0" indent="0">
              <a:buNone/>
            </a:pPr>
            <a:r>
              <a:rPr lang="en-PK" sz="2200" b="1" dirty="0"/>
              <a:t>Part B: Model Development</a:t>
            </a:r>
            <a:endParaRPr lang="en-PK" sz="2200" dirty="0"/>
          </a:p>
          <a:p>
            <a:pPr lvl="0"/>
            <a:r>
              <a:rPr lang="en-PK" sz="2200" dirty="0"/>
              <a:t>Apply </a:t>
            </a:r>
            <a:r>
              <a:rPr lang="en-PK" sz="2200" b="1" dirty="0"/>
              <a:t>Multiple Linear Regression</a:t>
            </a:r>
            <a:endParaRPr lang="en-PK" sz="2200" dirty="0"/>
          </a:p>
          <a:p>
            <a:pPr lvl="0"/>
            <a:r>
              <a:rPr lang="en-PK" sz="2200" dirty="0"/>
              <a:t>Train the model using training data</a:t>
            </a:r>
            <a:br>
              <a:rPr lang="en-PK" sz="2200" dirty="0"/>
            </a:br>
            <a:endParaRPr lang="en-PK" sz="2200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076795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661D4-D5F9-020C-8A7C-1ACD1912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AD22-4E60-E462-0FDD-A56209CB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PK" dirty="0"/>
              <a:t>ask II: 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DE14-DD4C-23F3-5F13-41EF87C71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82615"/>
            <a:ext cx="11358762" cy="5046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2400" b="1" dirty="0"/>
              <a:t>Part C: Prediction</a:t>
            </a:r>
            <a:endParaRPr lang="en-PK" sz="2400" dirty="0"/>
          </a:p>
          <a:p>
            <a:pPr lvl="0"/>
            <a:r>
              <a:rPr lang="en-PK" sz="2400" dirty="0"/>
              <a:t>Predict </a:t>
            </a:r>
            <a:r>
              <a:rPr lang="en-PK" sz="2400" b="1" dirty="0"/>
              <a:t>X, Y, Z</a:t>
            </a:r>
            <a:r>
              <a:rPr lang="en-PK" sz="2400" dirty="0"/>
              <a:t> for test dataset</a:t>
            </a:r>
          </a:p>
          <a:p>
            <a:pPr lvl="0"/>
            <a:r>
              <a:rPr lang="en-PK" sz="2400" dirty="0"/>
              <a:t>Display first 10 predicted outputs</a:t>
            </a:r>
          </a:p>
          <a:p>
            <a:r>
              <a:rPr lang="en-PK" sz="2400" b="1" dirty="0"/>
              <a:t>Part D: Evaluation</a:t>
            </a:r>
            <a:endParaRPr lang="en-PK" sz="2400" dirty="0"/>
          </a:p>
          <a:p>
            <a:pPr marL="0" lvl="0" indent="0">
              <a:buNone/>
            </a:pPr>
            <a:r>
              <a:rPr lang="en-PK" sz="2400" dirty="0"/>
              <a:t>Compute </a:t>
            </a:r>
            <a:r>
              <a:rPr lang="en-PK" sz="2400" b="1" dirty="0"/>
              <a:t>Mean Squared Error (MSE)</a:t>
            </a:r>
            <a:r>
              <a:rPr lang="en-PK" sz="2400" dirty="0"/>
              <a:t> for X, Y, Z</a:t>
            </a:r>
          </a:p>
          <a:p>
            <a:pPr lvl="0"/>
            <a:r>
              <a:rPr lang="en-PK" sz="2400" dirty="0"/>
              <a:t>Comment:</a:t>
            </a:r>
          </a:p>
          <a:p>
            <a:pPr lvl="1"/>
            <a:r>
              <a:rPr lang="en-PK" sz="2400" dirty="0"/>
              <a:t>Which coordinate is predicted best?</a:t>
            </a:r>
          </a:p>
          <a:p>
            <a:pPr lvl="1"/>
            <a:r>
              <a:rPr lang="en-PK" sz="2400" dirty="0"/>
              <a:t>Why linear regression may be limited for robotic motion?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085079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2178" y="609676"/>
            <a:ext cx="3247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>
                <a:latin typeface="Calibri Light"/>
                <a:cs typeface="Calibri Light"/>
              </a:rPr>
              <a:t>Any</a:t>
            </a:r>
            <a:r>
              <a:rPr sz="4400" spc="-80" dirty="0">
                <a:latin typeface="Calibri Light"/>
                <a:cs typeface="Calibri Light"/>
              </a:rPr>
              <a:t> </a:t>
            </a:r>
            <a:r>
              <a:rPr sz="4400" spc="-10" dirty="0">
                <a:latin typeface="Calibri Light"/>
                <a:cs typeface="Calibri Light"/>
              </a:rPr>
              <a:t>Questions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7576" y="2093976"/>
            <a:ext cx="3803904" cy="38648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Custom 1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57405</TotalTime>
  <Words>2303</Words>
  <Application>Microsoft Macintosh PowerPoint</Application>
  <PresentationFormat>Widescreen</PresentationFormat>
  <Paragraphs>222</Paragraphs>
  <Slides>57</Slides>
  <Notes>2</Notes>
  <HiddenSlides>18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Arial</vt:lpstr>
      <vt:lpstr>Book Antiqua</vt:lpstr>
      <vt:lpstr>Calibri</vt:lpstr>
      <vt:lpstr>Calibri Light</vt:lpstr>
      <vt:lpstr>Cambria Math</vt:lpstr>
      <vt:lpstr>Symbol</vt:lpstr>
      <vt:lpstr>Times New Roman</vt:lpstr>
      <vt:lpstr>Wingdings 2</vt:lpstr>
      <vt:lpstr>Dividend</vt:lpstr>
      <vt:lpstr>PowerPoint Presentation</vt:lpstr>
      <vt:lpstr>About Instructor</vt:lpstr>
      <vt:lpstr>Multiple Linear regression</vt:lpstr>
      <vt:lpstr>multiple linear regression</vt:lpstr>
      <vt:lpstr>What is MLR </vt:lpstr>
      <vt:lpstr>What multiple linear regression can help you do </vt:lpstr>
      <vt:lpstr>Assumptions of multiple linear regression</vt:lpstr>
      <vt:lpstr>Design Requirements</vt:lpstr>
      <vt:lpstr>formula for a multiple linear regression</vt:lpstr>
      <vt:lpstr>best-fit line</vt:lpstr>
      <vt:lpstr>T-test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P-value</vt:lpstr>
      <vt:lpstr>Example </vt:lpstr>
      <vt:lpstr> </vt:lpstr>
      <vt:lpstr>Selecting the independent variables being used </vt:lpstr>
      <vt:lpstr>All in</vt:lpstr>
      <vt:lpstr>Backward Elimination</vt:lpstr>
      <vt:lpstr>Forward selection</vt:lpstr>
      <vt:lpstr>Bi-directional Elimination</vt:lpstr>
      <vt:lpstr>All possible models</vt:lpstr>
      <vt:lpstr>MLR Implementation</vt:lpstr>
      <vt:lpstr>Importing Dataset</vt:lpstr>
      <vt:lpstr>Dataset</vt:lpstr>
      <vt:lpstr>Code</vt:lpstr>
      <vt:lpstr>Training and testing the model</vt:lpstr>
      <vt:lpstr>PowerPoint Presentation</vt:lpstr>
      <vt:lpstr>PowerPoint Presentation</vt:lpstr>
      <vt:lpstr>Evaluating the model</vt:lpstr>
      <vt:lpstr>to remember</vt:lpstr>
      <vt:lpstr>Example of Backward Elimination</vt:lpstr>
      <vt:lpstr>Code</vt:lpstr>
      <vt:lpstr>PowerPoint Presentation</vt:lpstr>
      <vt:lpstr>PowerPoint Presentation</vt:lpstr>
      <vt:lpstr>PowerPoint Presentation</vt:lpstr>
      <vt:lpstr>PowerPoint Presentation</vt:lpstr>
      <vt:lpstr>Comparison between two approaches using RMSE</vt:lpstr>
      <vt:lpstr>Plotting the output</vt:lpstr>
      <vt:lpstr>Example of Forward Selection(Optional)</vt:lpstr>
      <vt:lpstr>PowerPoint Presentation</vt:lpstr>
      <vt:lpstr>Robot movement dataset</vt:lpstr>
      <vt:lpstr>  basics of python </vt:lpstr>
      <vt:lpstr>ML Exercise: Robot Kinematics Prediction using Linear Regression  </vt:lpstr>
      <vt:lpstr>ML Exercise: Robot Kinematics Prediction using Linear Regression  </vt:lpstr>
      <vt:lpstr>Task i: simple linear regression</vt:lpstr>
      <vt:lpstr>Task II: Multiple linear regression</vt:lpstr>
      <vt:lpstr>Task II: Multiple linear regression</vt:lpstr>
      <vt:lpstr>Any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information communication technology</dc:title>
  <dc:creator>Maryam Iqbal BUIC</dc:creator>
  <cp:lastModifiedBy>Dr.Maryam Iqbal  BUIC</cp:lastModifiedBy>
  <cp:revision>467</cp:revision>
  <dcterms:created xsi:type="dcterms:W3CDTF">2021-12-27T06:12:25Z</dcterms:created>
  <dcterms:modified xsi:type="dcterms:W3CDTF">2026-04-06T03:47:56Z</dcterms:modified>
</cp:coreProperties>
</file>