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media/image68.jpg" ContentType="image/jpg"/>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1"/>
  </p:notesMasterIdLst>
  <p:sldIdLst>
    <p:sldId id="614" r:id="rId2"/>
    <p:sldId id="325" r:id="rId3"/>
    <p:sldId id="259" r:id="rId4"/>
    <p:sldId id="643" r:id="rId5"/>
    <p:sldId id="279" r:id="rId6"/>
    <p:sldId id="644" r:id="rId7"/>
    <p:sldId id="329" r:id="rId8"/>
    <p:sldId id="335" r:id="rId9"/>
    <p:sldId id="330" r:id="rId10"/>
    <p:sldId id="331" r:id="rId11"/>
    <p:sldId id="332" r:id="rId12"/>
    <p:sldId id="333" r:id="rId13"/>
    <p:sldId id="334" r:id="rId14"/>
    <p:sldId id="336" r:id="rId15"/>
    <p:sldId id="341" r:id="rId16"/>
    <p:sldId id="337" r:id="rId17"/>
    <p:sldId id="338" r:id="rId18"/>
    <p:sldId id="339" r:id="rId19"/>
    <p:sldId id="265" r:id="rId20"/>
    <p:sldId id="266" r:id="rId21"/>
    <p:sldId id="267" r:id="rId22"/>
    <p:sldId id="268" r:id="rId23"/>
    <p:sldId id="270" r:id="rId24"/>
    <p:sldId id="269" r:id="rId25"/>
    <p:sldId id="645" r:id="rId26"/>
    <p:sldId id="283" r:id="rId27"/>
    <p:sldId id="284" r:id="rId28"/>
    <p:sldId id="273" r:id="rId29"/>
    <p:sldId id="272" r:id="rId30"/>
    <p:sldId id="274" r:id="rId31"/>
    <p:sldId id="275" r:id="rId32"/>
    <p:sldId id="276" r:id="rId33"/>
    <p:sldId id="277" r:id="rId34"/>
    <p:sldId id="477" r:id="rId35"/>
    <p:sldId id="278" r:id="rId36"/>
    <p:sldId id="478" r:id="rId37"/>
    <p:sldId id="280" r:id="rId38"/>
    <p:sldId id="281" r:id="rId39"/>
    <p:sldId id="282"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07A665-4F0B-904C-AC58-2FB10F1B12D6}">
          <p14:sldIdLst>
            <p14:sldId id="614"/>
            <p14:sldId id="325"/>
          </p14:sldIdLst>
        </p14:section>
        <p14:section name="Default Section" id="{F919702C-8156-4341-9703-3AE9EDEB7749}">
          <p14:sldIdLst>
            <p14:sldId id="259"/>
            <p14:sldId id="643"/>
            <p14:sldId id="279"/>
          </p14:sldIdLst>
        </p14:section>
        <p14:section name="Default Section" id="{A4453D21-F3DA-5C40-8703-AA7715A0AE95}">
          <p14:sldIdLst>
            <p14:sldId id="644"/>
            <p14:sldId id="329"/>
            <p14:sldId id="335"/>
            <p14:sldId id="330"/>
            <p14:sldId id="331"/>
            <p14:sldId id="332"/>
            <p14:sldId id="333"/>
            <p14:sldId id="334"/>
            <p14:sldId id="336"/>
            <p14:sldId id="341"/>
            <p14:sldId id="337"/>
            <p14:sldId id="338"/>
            <p14:sldId id="339"/>
            <p14:sldId id="265"/>
            <p14:sldId id="266"/>
            <p14:sldId id="267"/>
            <p14:sldId id="268"/>
            <p14:sldId id="270"/>
            <p14:sldId id="269"/>
            <p14:sldId id="645"/>
            <p14:sldId id="283"/>
            <p14:sldId id="284"/>
            <p14:sldId id="273"/>
            <p14:sldId id="272"/>
            <p14:sldId id="274"/>
            <p14:sldId id="275"/>
            <p14:sldId id="276"/>
            <p14:sldId id="277"/>
            <p14:sldId id="477"/>
            <p14:sldId id="278"/>
            <p14:sldId id="478"/>
            <p14:sldId id="280"/>
            <p14:sldId id="281"/>
            <p14:sldId id="28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5287"/>
    <a:srgbClr val="1797B5"/>
    <a:srgbClr val="E1CC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C95C51-B7E0-114B-8A23-AC04B5D313A3}" v="166" dt="2026-04-20T10:54:53.4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396" autoAdjust="0"/>
    <p:restoredTop sz="94486"/>
  </p:normalViewPr>
  <p:slideViewPr>
    <p:cSldViewPr snapToGrid="0">
      <p:cViewPr varScale="1">
        <p:scale>
          <a:sx n="105" d="100"/>
          <a:sy n="105" d="100"/>
        </p:scale>
        <p:origin x="192" y="248"/>
      </p:cViewPr>
      <p:guideLst>
        <p:guide orient="horz" pos="2160"/>
        <p:guide pos="3840"/>
      </p:guideLst>
    </p:cSldViewPr>
  </p:slideViewPr>
  <p:notesTextViewPr>
    <p:cViewPr>
      <p:scale>
        <a:sx n="1" d="1"/>
        <a:sy n="1" d="1"/>
      </p:scale>
      <p:origin x="0" y="0"/>
    </p:cViewPr>
  </p:notesTextViewPr>
  <p:sorterViewPr>
    <p:cViewPr>
      <p:scale>
        <a:sx n="150" d="100"/>
        <a:sy n="150" d="100"/>
      </p:scale>
      <p:origin x="0" y="-4496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ata9.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ata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7.svg"/><Relationship Id="rId5" Type="http://schemas.openxmlformats.org/officeDocument/2006/relationships/image" Target="../media/image61.png"/><Relationship Id="rId4" Type="http://schemas.openxmlformats.org/officeDocument/2006/relationships/image" Target="../media/image6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32.svg"/><Relationship Id="rId5" Type="http://schemas.openxmlformats.org/officeDocument/2006/relationships/image" Target="../media/image31.png"/><Relationship Id="rId4" Type="http://schemas.openxmlformats.org/officeDocument/2006/relationships/image" Target="../media/image30.svg"/></Relationships>
</file>

<file path=ppt/diagrams/_rels/drawing9.xml.rels><?xml version="1.0" encoding="UTF-8" standalone="yes"?>
<Relationships xmlns="http://schemas.openxmlformats.org/package/2006/relationships"><Relationship Id="rId8" Type="http://schemas.openxmlformats.org/officeDocument/2006/relationships/image" Target="../media/image62.sv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image" Target="../media/image56.svg"/><Relationship Id="rId1" Type="http://schemas.openxmlformats.org/officeDocument/2006/relationships/image" Target="../media/image55.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svg"/><Relationship Id="rId1" Type="http://schemas.openxmlformats.org/officeDocument/2006/relationships/image" Target="../media/image63.png"/><Relationship Id="rId6" Type="http://schemas.openxmlformats.org/officeDocument/2006/relationships/image" Target="../media/image67.svg"/><Relationship Id="rId5" Type="http://schemas.openxmlformats.org/officeDocument/2006/relationships/image" Target="../media/image61.png"/><Relationship Id="rId4" Type="http://schemas.openxmlformats.org/officeDocument/2006/relationships/image" Target="../media/image6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96A6EA75-C3C7-4CA8-B2CD-C71418ECE4F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BAD1A7C3-488A-494A-950D-60F79E5D31FF}">
      <dgm:prSet/>
      <dgm:spPr/>
      <dgm:t>
        <a:bodyPr/>
        <a:lstStyle/>
        <a:p>
          <a:r>
            <a:rPr lang="en-GB" b="1" i="0" baseline="0" dirty="0"/>
            <a:t>Machine Learning for Robotics </a:t>
          </a:r>
          <a:endParaRPr lang="en-US" dirty="0"/>
        </a:p>
      </dgm:t>
    </dgm:pt>
    <dgm:pt modelId="{0DF627D1-5DE5-4ACE-ADA2-90D4EC763F2C}" type="parTrans" cxnId="{558A1781-96DE-4AC5-A865-4BF4E06900E8}">
      <dgm:prSet/>
      <dgm:spPr/>
      <dgm:t>
        <a:bodyPr/>
        <a:lstStyle/>
        <a:p>
          <a:endParaRPr lang="en-US"/>
        </a:p>
      </dgm:t>
    </dgm:pt>
    <dgm:pt modelId="{3CAA97A0-A99E-4E9C-B1B5-C1AECC89CD88}" type="sibTrans" cxnId="{558A1781-96DE-4AC5-A865-4BF4E06900E8}">
      <dgm:prSet/>
      <dgm:spPr/>
      <dgm:t>
        <a:bodyPr/>
        <a:lstStyle/>
        <a:p>
          <a:endParaRPr lang="en-US"/>
        </a:p>
      </dgm:t>
    </dgm:pt>
    <dgm:pt modelId="{022E0EAA-A969-416C-B59C-E3ADA1A21447}">
      <dgm:prSet custT="1"/>
      <dgm:spPr/>
      <dgm:t>
        <a:bodyPr/>
        <a:lstStyle/>
        <a:p>
          <a:r>
            <a:rPr lang="en-US" sz="3400" kern="1200" dirty="0"/>
            <a:t>Week # 13: Support Vector Machine (SVM)</a:t>
          </a:r>
          <a:endParaRPr lang="en-US" sz="3400" kern="1200" spc="-20" dirty="0">
            <a:solidFill>
              <a:prstClr val="black">
                <a:hueOff val="0"/>
                <a:satOff val="0"/>
                <a:lumOff val="0"/>
                <a:alphaOff val="0"/>
              </a:prstClr>
            </a:solidFill>
            <a:latin typeface="+mn-lt"/>
            <a:ea typeface="+mn-ea"/>
            <a:cs typeface="+mn-cs"/>
          </a:endParaRPr>
        </a:p>
      </dgm:t>
    </dgm:pt>
    <dgm:pt modelId="{A24E25FF-5689-4EAA-9727-4CF2C351AC52}" type="parTrans" cxnId="{A8559979-BDA4-4B34-B14E-8D5D74AD9719}">
      <dgm:prSet/>
      <dgm:spPr/>
      <dgm:t>
        <a:bodyPr/>
        <a:lstStyle/>
        <a:p>
          <a:endParaRPr lang="en-US"/>
        </a:p>
      </dgm:t>
    </dgm:pt>
    <dgm:pt modelId="{1996EFBF-683C-4CDA-A0B3-070A1D4F3CE1}" type="sibTrans" cxnId="{A8559979-BDA4-4B34-B14E-8D5D74AD9719}">
      <dgm:prSet/>
      <dgm:spPr/>
      <dgm:t>
        <a:bodyPr/>
        <a:lstStyle/>
        <a:p>
          <a:endParaRPr lang="en-US"/>
        </a:p>
      </dgm:t>
    </dgm:pt>
    <dgm:pt modelId="{24332A33-C997-ED4A-A9B1-F7718D9C2E52}" type="pres">
      <dgm:prSet presAssocID="{96A6EA75-C3C7-4CA8-B2CD-C71418ECE4F4}" presName="vert0" presStyleCnt="0">
        <dgm:presLayoutVars>
          <dgm:dir/>
          <dgm:animOne val="branch"/>
          <dgm:animLvl val="lvl"/>
        </dgm:presLayoutVars>
      </dgm:prSet>
      <dgm:spPr/>
    </dgm:pt>
    <dgm:pt modelId="{D586BDF5-7A6C-0C49-8B02-25968B5F170C}" type="pres">
      <dgm:prSet presAssocID="{BAD1A7C3-488A-494A-950D-60F79E5D31FF}" presName="thickLine" presStyleLbl="alignNode1" presStyleIdx="0" presStyleCnt="2"/>
      <dgm:spPr/>
    </dgm:pt>
    <dgm:pt modelId="{AD12836D-D8CC-5E45-A3DE-BE4F8597481F}" type="pres">
      <dgm:prSet presAssocID="{BAD1A7C3-488A-494A-950D-60F79E5D31FF}" presName="horz1" presStyleCnt="0"/>
      <dgm:spPr/>
    </dgm:pt>
    <dgm:pt modelId="{34C72527-BD86-3C4A-8235-CCEFBDC63439}" type="pres">
      <dgm:prSet presAssocID="{BAD1A7C3-488A-494A-950D-60F79E5D31FF}" presName="tx1" presStyleLbl="revTx" presStyleIdx="0" presStyleCnt="2"/>
      <dgm:spPr/>
    </dgm:pt>
    <dgm:pt modelId="{E699F368-B729-6A48-87F4-7DF59DC956E6}" type="pres">
      <dgm:prSet presAssocID="{BAD1A7C3-488A-494A-950D-60F79E5D31FF}" presName="vert1" presStyleCnt="0"/>
      <dgm:spPr/>
    </dgm:pt>
    <dgm:pt modelId="{C7F165C2-2C6B-7B48-81CF-CFC27CF5E06A}" type="pres">
      <dgm:prSet presAssocID="{022E0EAA-A969-416C-B59C-E3ADA1A21447}" presName="thickLine" presStyleLbl="alignNode1" presStyleIdx="1" presStyleCnt="2"/>
      <dgm:spPr/>
    </dgm:pt>
    <dgm:pt modelId="{B0560E7F-D1CF-4140-8C74-E8212EC5D6AC}" type="pres">
      <dgm:prSet presAssocID="{022E0EAA-A969-416C-B59C-E3ADA1A21447}" presName="horz1" presStyleCnt="0"/>
      <dgm:spPr/>
    </dgm:pt>
    <dgm:pt modelId="{30828085-CC8D-FF47-9E91-14A4CC5A6628}" type="pres">
      <dgm:prSet presAssocID="{022E0EAA-A969-416C-B59C-E3ADA1A21447}" presName="tx1" presStyleLbl="revTx" presStyleIdx="1" presStyleCnt="2"/>
      <dgm:spPr/>
    </dgm:pt>
    <dgm:pt modelId="{C829565E-D037-E340-AE6C-2377E7168F5F}" type="pres">
      <dgm:prSet presAssocID="{022E0EAA-A969-416C-B59C-E3ADA1A21447}" presName="vert1" presStyleCnt="0"/>
      <dgm:spPr/>
    </dgm:pt>
  </dgm:ptLst>
  <dgm:cxnLst>
    <dgm:cxn modelId="{5BB2561C-E56B-354D-8875-45A624156C84}" type="presOf" srcId="{BAD1A7C3-488A-494A-950D-60F79E5D31FF}" destId="{34C72527-BD86-3C4A-8235-CCEFBDC63439}" srcOrd="0" destOrd="0" presId="urn:microsoft.com/office/officeart/2008/layout/LinedList"/>
    <dgm:cxn modelId="{ACA17A68-A608-714A-835A-3945DD70EDD5}" type="presOf" srcId="{96A6EA75-C3C7-4CA8-B2CD-C71418ECE4F4}" destId="{24332A33-C997-ED4A-A9B1-F7718D9C2E52}" srcOrd="0" destOrd="0" presId="urn:microsoft.com/office/officeart/2008/layout/LinedList"/>
    <dgm:cxn modelId="{A8559979-BDA4-4B34-B14E-8D5D74AD9719}" srcId="{96A6EA75-C3C7-4CA8-B2CD-C71418ECE4F4}" destId="{022E0EAA-A969-416C-B59C-E3ADA1A21447}" srcOrd="1" destOrd="0" parTransId="{A24E25FF-5689-4EAA-9727-4CF2C351AC52}" sibTransId="{1996EFBF-683C-4CDA-A0B3-070A1D4F3CE1}"/>
    <dgm:cxn modelId="{558A1781-96DE-4AC5-A865-4BF4E06900E8}" srcId="{96A6EA75-C3C7-4CA8-B2CD-C71418ECE4F4}" destId="{BAD1A7C3-488A-494A-950D-60F79E5D31FF}" srcOrd="0" destOrd="0" parTransId="{0DF627D1-5DE5-4ACE-ADA2-90D4EC763F2C}" sibTransId="{3CAA97A0-A99E-4E9C-B1B5-C1AECC89CD88}"/>
    <dgm:cxn modelId="{0761F4C4-982C-074E-90FA-5BD0548C9484}" type="presOf" srcId="{022E0EAA-A969-416C-B59C-E3ADA1A21447}" destId="{30828085-CC8D-FF47-9E91-14A4CC5A6628}" srcOrd="0" destOrd="0" presId="urn:microsoft.com/office/officeart/2008/layout/LinedList"/>
    <dgm:cxn modelId="{B72D56D5-F18C-7A43-BAAD-3C495E9809C7}" type="presParOf" srcId="{24332A33-C997-ED4A-A9B1-F7718D9C2E52}" destId="{D586BDF5-7A6C-0C49-8B02-25968B5F170C}" srcOrd="0" destOrd="0" presId="urn:microsoft.com/office/officeart/2008/layout/LinedList"/>
    <dgm:cxn modelId="{8CACE8B4-0E2A-AC4D-94F3-46E374506766}" type="presParOf" srcId="{24332A33-C997-ED4A-A9B1-F7718D9C2E52}" destId="{AD12836D-D8CC-5E45-A3DE-BE4F8597481F}" srcOrd="1" destOrd="0" presId="urn:microsoft.com/office/officeart/2008/layout/LinedList"/>
    <dgm:cxn modelId="{F53F7BE3-9801-2C46-8665-B7CF21B2F15B}" type="presParOf" srcId="{AD12836D-D8CC-5E45-A3DE-BE4F8597481F}" destId="{34C72527-BD86-3C4A-8235-CCEFBDC63439}" srcOrd="0" destOrd="0" presId="urn:microsoft.com/office/officeart/2008/layout/LinedList"/>
    <dgm:cxn modelId="{0F334415-3488-3C4C-B1BE-FBA95781DB98}" type="presParOf" srcId="{AD12836D-D8CC-5E45-A3DE-BE4F8597481F}" destId="{E699F368-B729-6A48-87F4-7DF59DC956E6}" srcOrd="1" destOrd="0" presId="urn:microsoft.com/office/officeart/2008/layout/LinedList"/>
    <dgm:cxn modelId="{04F6478D-6397-1541-9B1B-45744A7C0B65}" type="presParOf" srcId="{24332A33-C997-ED4A-A9B1-F7718D9C2E52}" destId="{C7F165C2-2C6B-7B48-81CF-CFC27CF5E06A}" srcOrd="2" destOrd="0" presId="urn:microsoft.com/office/officeart/2008/layout/LinedList"/>
    <dgm:cxn modelId="{DB125091-C506-4546-A1AC-6FBABD71DDFC}" type="presParOf" srcId="{24332A33-C997-ED4A-A9B1-F7718D9C2E52}" destId="{B0560E7F-D1CF-4140-8C74-E8212EC5D6AC}" srcOrd="3" destOrd="0" presId="urn:microsoft.com/office/officeart/2008/layout/LinedList"/>
    <dgm:cxn modelId="{0A53193B-8764-8F45-9134-8A51FFDBB3F5}" type="presParOf" srcId="{B0560E7F-D1CF-4140-8C74-E8212EC5D6AC}" destId="{30828085-CC8D-FF47-9E91-14A4CC5A6628}" srcOrd="0" destOrd="0" presId="urn:microsoft.com/office/officeart/2008/layout/LinedList"/>
    <dgm:cxn modelId="{E0125E65-22FD-BA49-9574-FAE136CD7A46}" type="presParOf" srcId="{B0560E7F-D1CF-4140-8C74-E8212EC5D6AC}" destId="{C829565E-D037-E340-AE6C-2377E7168F5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8E2188-74E0-4FFF-B0B4-D2FC388523BB}"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450D1E4A-A0F4-4908-B915-0CFE72F0F61E}">
      <dgm:prSet/>
      <dgm:spPr/>
      <dgm:t>
        <a:bodyPr/>
        <a:lstStyle/>
        <a:p>
          <a:r>
            <a:rPr lang="en-US" dirty="0"/>
            <a:t>Introduction to SVM</a:t>
          </a:r>
        </a:p>
      </dgm:t>
    </dgm:pt>
    <dgm:pt modelId="{43E22896-F69B-459E-B0B1-EAC863060BC2}" type="parTrans" cxnId="{561C34D1-F07E-44DC-9490-F7D8A975A982}">
      <dgm:prSet/>
      <dgm:spPr/>
      <dgm:t>
        <a:bodyPr/>
        <a:lstStyle/>
        <a:p>
          <a:endParaRPr lang="en-US"/>
        </a:p>
      </dgm:t>
    </dgm:pt>
    <dgm:pt modelId="{712557B6-8E9A-4304-A0AB-3FD10CC57DF6}" type="sibTrans" cxnId="{561C34D1-F07E-44DC-9490-F7D8A975A982}">
      <dgm:prSet/>
      <dgm:spPr/>
      <dgm:t>
        <a:bodyPr/>
        <a:lstStyle/>
        <a:p>
          <a:endParaRPr lang="en-US"/>
        </a:p>
      </dgm:t>
    </dgm:pt>
    <dgm:pt modelId="{6E3CB724-488D-407B-8403-0F5BCE517774}">
      <dgm:prSet/>
      <dgm:spPr/>
      <dgm:t>
        <a:bodyPr/>
        <a:lstStyle/>
        <a:p>
          <a:r>
            <a:rPr lang="en-US" dirty="0"/>
            <a:t>Types of SVM</a:t>
          </a:r>
        </a:p>
      </dgm:t>
    </dgm:pt>
    <dgm:pt modelId="{EFDCE950-9205-4431-8C87-8098051E5E49}" type="parTrans" cxnId="{A7729472-C48F-48B6-BD83-7C3C733BB827}">
      <dgm:prSet/>
      <dgm:spPr/>
      <dgm:t>
        <a:bodyPr/>
        <a:lstStyle/>
        <a:p>
          <a:endParaRPr lang="en-US"/>
        </a:p>
      </dgm:t>
    </dgm:pt>
    <dgm:pt modelId="{4B5D9783-5D70-416C-9930-3EB839C578E1}" type="sibTrans" cxnId="{A7729472-C48F-48B6-BD83-7C3C733BB827}">
      <dgm:prSet/>
      <dgm:spPr/>
      <dgm:t>
        <a:bodyPr/>
        <a:lstStyle/>
        <a:p>
          <a:endParaRPr lang="en-US"/>
        </a:p>
      </dgm:t>
    </dgm:pt>
    <dgm:pt modelId="{3029413E-5C9A-420F-94BD-AA3D34B4FA9A}">
      <dgm:prSet/>
      <dgm:spPr/>
      <dgm:t>
        <a:bodyPr/>
        <a:lstStyle/>
        <a:p>
          <a:r>
            <a:rPr lang="en-US" dirty="0"/>
            <a:t>Linear SVM</a:t>
          </a:r>
        </a:p>
      </dgm:t>
    </dgm:pt>
    <dgm:pt modelId="{D2C79048-E821-4B0B-AC46-6B8E40798C28}" type="parTrans" cxnId="{71637965-C92F-4A22-AAE6-E312DB83A3FB}">
      <dgm:prSet/>
      <dgm:spPr/>
      <dgm:t>
        <a:bodyPr/>
        <a:lstStyle/>
        <a:p>
          <a:endParaRPr lang="en-US"/>
        </a:p>
      </dgm:t>
    </dgm:pt>
    <dgm:pt modelId="{DBCE1B5A-B558-4051-9272-EC79E5DB00C9}" type="sibTrans" cxnId="{71637965-C92F-4A22-AAE6-E312DB83A3FB}">
      <dgm:prSet/>
      <dgm:spPr/>
      <dgm:t>
        <a:bodyPr/>
        <a:lstStyle/>
        <a:p>
          <a:endParaRPr lang="en-US"/>
        </a:p>
      </dgm:t>
    </dgm:pt>
    <dgm:pt modelId="{B1C7149E-EF3F-4A20-A642-0E077106496D}">
      <dgm:prSet/>
      <dgm:spPr/>
      <dgm:t>
        <a:bodyPr/>
        <a:lstStyle/>
        <a:p>
          <a:r>
            <a:rPr lang="en-US" dirty="0"/>
            <a:t>Non-Linear SVM</a:t>
          </a:r>
        </a:p>
      </dgm:t>
    </dgm:pt>
    <dgm:pt modelId="{FB1EE354-8135-428E-9C7F-C14F0FDD929B}" type="parTrans" cxnId="{F7EF17F5-7D5F-4936-B833-801DD6010FDB}">
      <dgm:prSet/>
      <dgm:spPr/>
      <dgm:t>
        <a:bodyPr/>
        <a:lstStyle/>
        <a:p>
          <a:endParaRPr lang="en-US"/>
        </a:p>
      </dgm:t>
    </dgm:pt>
    <dgm:pt modelId="{6423850A-3AAD-4822-A230-567DFABCC2C5}" type="sibTrans" cxnId="{F7EF17F5-7D5F-4936-B833-801DD6010FDB}">
      <dgm:prSet/>
      <dgm:spPr/>
      <dgm:t>
        <a:bodyPr/>
        <a:lstStyle/>
        <a:p>
          <a:endParaRPr lang="en-US"/>
        </a:p>
      </dgm:t>
    </dgm:pt>
    <dgm:pt modelId="{C11C300E-3C17-408B-B196-B8C69797CE51}">
      <dgm:prSet/>
      <dgm:spPr/>
      <dgm:t>
        <a:bodyPr/>
        <a:lstStyle/>
        <a:p>
          <a:pPr rtl="0"/>
          <a:r>
            <a:rPr lang="en-US" dirty="0"/>
            <a:t>Pros &amp; Cons</a:t>
          </a:r>
        </a:p>
      </dgm:t>
    </dgm:pt>
    <dgm:pt modelId="{349D3059-949F-4D44-BA47-24C970CE961E}" type="parTrans" cxnId="{8643EAAA-72E0-4704-BDE8-A728E9F5F127}">
      <dgm:prSet/>
      <dgm:spPr/>
      <dgm:t>
        <a:bodyPr/>
        <a:lstStyle/>
        <a:p>
          <a:endParaRPr lang="en-US"/>
        </a:p>
      </dgm:t>
    </dgm:pt>
    <dgm:pt modelId="{B3ABE962-9086-4437-AB46-A76020025B7F}" type="sibTrans" cxnId="{8643EAAA-72E0-4704-BDE8-A728E9F5F127}">
      <dgm:prSet/>
      <dgm:spPr/>
      <dgm:t>
        <a:bodyPr/>
        <a:lstStyle/>
        <a:p>
          <a:endParaRPr lang="en-US"/>
        </a:p>
      </dgm:t>
    </dgm:pt>
    <dgm:pt modelId="{C4B8C8CC-5787-4778-8742-3F451892F10F}">
      <dgm:prSet/>
      <dgm:spPr/>
      <dgm:t>
        <a:bodyPr/>
        <a:lstStyle/>
        <a:p>
          <a:r>
            <a:rPr lang="en-US" dirty="0"/>
            <a:t>Python implementation</a:t>
          </a:r>
        </a:p>
      </dgm:t>
    </dgm:pt>
    <dgm:pt modelId="{C64CB966-B470-4A71-92C1-787910A91B84}" type="parTrans" cxnId="{77177017-81A8-438E-A78B-9035F25583F3}">
      <dgm:prSet/>
      <dgm:spPr/>
      <dgm:t>
        <a:bodyPr/>
        <a:lstStyle/>
        <a:p>
          <a:endParaRPr lang="en-US"/>
        </a:p>
      </dgm:t>
    </dgm:pt>
    <dgm:pt modelId="{7EB177C6-40C4-401F-A898-DFA09C33C35B}" type="sibTrans" cxnId="{77177017-81A8-438E-A78B-9035F25583F3}">
      <dgm:prSet/>
      <dgm:spPr/>
      <dgm:t>
        <a:bodyPr/>
        <a:lstStyle/>
        <a:p>
          <a:endParaRPr lang="en-US"/>
        </a:p>
      </dgm:t>
    </dgm:pt>
    <dgm:pt modelId="{C8289095-4517-8540-BAD8-AAAF00B95F7A}" type="pres">
      <dgm:prSet presAssocID="{A88E2188-74E0-4FFF-B0B4-D2FC388523BB}" presName="linear" presStyleCnt="0">
        <dgm:presLayoutVars>
          <dgm:animLvl val="lvl"/>
          <dgm:resizeHandles val="exact"/>
        </dgm:presLayoutVars>
      </dgm:prSet>
      <dgm:spPr/>
    </dgm:pt>
    <dgm:pt modelId="{58AFD109-F3E4-1B47-BF1F-C9A779678A59}" type="pres">
      <dgm:prSet presAssocID="{450D1E4A-A0F4-4908-B915-0CFE72F0F61E}" presName="parentText" presStyleLbl="node1" presStyleIdx="0" presStyleCnt="6">
        <dgm:presLayoutVars>
          <dgm:chMax val="0"/>
          <dgm:bulletEnabled val="1"/>
        </dgm:presLayoutVars>
      </dgm:prSet>
      <dgm:spPr/>
    </dgm:pt>
    <dgm:pt modelId="{52ECE2D9-6875-1149-A3D8-6189D5E035A7}" type="pres">
      <dgm:prSet presAssocID="{712557B6-8E9A-4304-A0AB-3FD10CC57DF6}" presName="spacer" presStyleCnt="0"/>
      <dgm:spPr/>
    </dgm:pt>
    <dgm:pt modelId="{CE9301DC-BCF1-9941-8221-7B4ED41B2C4F}" type="pres">
      <dgm:prSet presAssocID="{6E3CB724-488D-407B-8403-0F5BCE517774}" presName="parentText" presStyleLbl="node1" presStyleIdx="1" presStyleCnt="6">
        <dgm:presLayoutVars>
          <dgm:chMax val="0"/>
          <dgm:bulletEnabled val="1"/>
        </dgm:presLayoutVars>
      </dgm:prSet>
      <dgm:spPr/>
    </dgm:pt>
    <dgm:pt modelId="{152D3397-7C2B-5E43-828F-802F94FF09D5}" type="pres">
      <dgm:prSet presAssocID="{4B5D9783-5D70-416C-9930-3EB839C578E1}" presName="spacer" presStyleCnt="0"/>
      <dgm:spPr/>
    </dgm:pt>
    <dgm:pt modelId="{1255BF81-A84A-6349-B9BE-6AA40EE68674}" type="pres">
      <dgm:prSet presAssocID="{3029413E-5C9A-420F-94BD-AA3D34B4FA9A}" presName="parentText" presStyleLbl="node1" presStyleIdx="2" presStyleCnt="6">
        <dgm:presLayoutVars>
          <dgm:chMax val="0"/>
          <dgm:bulletEnabled val="1"/>
        </dgm:presLayoutVars>
      </dgm:prSet>
      <dgm:spPr/>
    </dgm:pt>
    <dgm:pt modelId="{2E98212D-1099-BE4D-806A-F96694E51806}" type="pres">
      <dgm:prSet presAssocID="{DBCE1B5A-B558-4051-9272-EC79E5DB00C9}" presName="spacer" presStyleCnt="0"/>
      <dgm:spPr/>
    </dgm:pt>
    <dgm:pt modelId="{19D60BC5-4D19-9C4A-9A89-7A06727C7EEC}" type="pres">
      <dgm:prSet presAssocID="{B1C7149E-EF3F-4A20-A642-0E077106496D}" presName="parentText" presStyleLbl="node1" presStyleIdx="3" presStyleCnt="6">
        <dgm:presLayoutVars>
          <dgm:chMax val="0"/>
          <dgm:bulletEnabled val="1"/>
        </dgm:presLayoutVars>
      </dgm:prSet>
      <dgm:spPr/>
    </dgm:pt>
    <dgm:pt modelId="{A9109EBE-DA4E-5343-9826-DC9291850825}" type="pres">
      <dgm:prSet presAssocID="{6423850A-3AAD-4822-A230-567DFABCC2C5}" presName="spacer" presStyleCnt="0"/>
      <dgm:spPr/>
    </dgm:pt>
    <dgm:pt modelId="{055A56FC-BF38-B547-B2F6-537EDC115883}" type="pres">
      <dgm:prSet presAssocID="{C11C300E-3C17-408B-B196-B8C69797CE51}" presName="parentText" presStyleLbl="node1" presStyleIdx="4" presStyleCnt="6">
        <dgm:presLayoutVars>
          <dgm:chMax val="0"/>
          <dgm:bulletEnabled val="1"/>
        </dgm:presLayoutVars>
      </dgm:prSet>
      <dgm:spPr/>
    </dgm:pt>
    <dgm:pt modelId="{DD101A83-30EC-E94E-AB84-C59C3C339610}" type="pres">
      <dgm:prSet presAssocID="{B3ABE962-9086-4437-AB46-A76020025B7F}" presName="spacer" presStyleCnt="0"/>
      <dgm:spPr/>
    </dgm:pt>
    <dgm:pt modelId="{619D9F6A-8C06-614E-86DB-F4CEC794D541}" type="pres">
      <dgm:prSet presAssocID="{C4B8C8CC-5787-4778-8742-3F451892F10F}" presName="parentText" presStyleLbl="node1" presStyleIdx="5" presStyleCnt="6">
        <dgm:presLayoutVars>
          <dgm:chMax val="0"/>
          <dgm:bulletEnabled val="1"/>
        </dgm:presLayoutVars>
      </dgm:prSet>
      <dgm:spPr/>
    </dgm:pt>
  </dgm:ptLst>
  <dgm:cxnLst>
    <dgm:cxn modelId="{77177017-81A8-438E-A78B-9035F25583F3}" srcId="{A88E2188-74E0-4FFF-B0B4-D2FC388523BB}" destId="{C4B8C8CC-5787-4778-8742-3F451892F10F}" srcOrd="5" destOrd="0" parTransId="{C64CB966-B470-4A71-92C1-787910A91B84}" sibTransId="{7EB177C6-40C4-401F-A898-DFA09C33C35B}"/>
    <dgm:cxn modelId="{B0178A30-C3F1-2C48-BF8D-0AC6252E5063}" type="presOf" srcId="{B1C7149E-EF3F-4A20-A642-0E077106496D}" destId="{19D60BC5-4D19-9C4A-9A89-7A06727C7EEC}" srcOrd="0" destOrd="0" presId="urn:microsoft.com/office/officeart/2005/8/layout/vList2"/>
    <dgm:cxn modelId="{14C33832-EAE0-8145-BB4C-2332B50022DF}" type="presOf" srcId="{C11C300E-3C17-408B-B196-B8C69797CE51}" destId="{055A56FC-BF38-B547-B2F6-537EDC115883}" srcOrd="0" destOrd="0" presId="urn:microsoft.com/office/officeart/2005/8/layout/vList2"/>
    <dgm:cxn modelId="{4C90A651-9BC7-3B43-A98C-84C59BE462D5}" type="presOf" srcId="{A88E2188-74E0-4FFF-B0B4-D2FC388523BB}" destId="{C8289095-4517-8540-BAD8-AAAF00B95F7A}" srcOrd="0" destOrd="0" presId="urn:microsoft.com/office/officeart/2005/8/layout/vList2"/>
    <dgm:cxn modelId="{96C6CD5D-0900-AC40-A540-7EDE337A651A}" type="presOf" srcId="{3029413E-5C9A-420F-94BD-AA3D34B4FA9A}" destId="{1255BF81-A84A-6349-B9BE-6AA40EE68674}" srcOrd="0" destOrd="0" presId="urn:microsoft.com/office/officeart/2005/8/layout/vList2"/>
    <dgm:cxn modelId="{71637965-C92F-4A22-AAE6-E312DB83A3FB}" srcId="{A88E2188-74E0-4FFF-B0B4-D2FC388523BB}" destId="{3029413E-5C9A-420F-94BD-AA3D34B4FA9A}" srcOrd="2" destOrd="0" parTransId="{D2C79048-E821-4B0B-AC46-6B8E40798C28}" sibTransId="{DBCE1B5A-B558-4051-9272-EC79E5DB00C9}"/>
    <dgm:cxn modelId="{A7729472-C48F-48B6-BD83-7C3C733BB827}" srcId="{A88E2188-74E0-4FFF-B0B4-D2FC388523BB}" destId="{6E3CB724-488D-407B-8403-0F5BCE517774}" srcOrd="1" destOrd="0" parTransId="{EFDCE950-9205-4431-8C87-8098051E5E49}" sibTransId="{4B5D9783-5D70-416C-9930-3EB839C578E1}"/>
    <dgm:cxn modelId="{DBFBDA73-D6E5-F743-89EE-6B32085BAAA7}" type="presOf" srcId="{C4B8C8CC-5787-4778-8742-3F451892F10F}" destId="{619D9F6A-8C06-614E-86DB-F4CEC794D541}" srcOrd="0" destOrd="0" presId="urn:microsoft.com/office/officeart/2005/8/layout/vList2"/>
    <dgm:cxn modelId="{8643EAAA-72E0-4704-BDE8-A728E9F5F127}" srcId="{A88E2188-74E0-4FFF-B0B4-D2FC388523BB}" destId="{C11C300E-3C17-408B-B196-B8C69797CE51}" srcOrd="4" destOrd="0" parTransId="{349D3059-949F-4D44-BA47-24C970CE961E}" sibTransId="{B3ABE962-9086-4437-AB46-A76020025B7F}"/>
    <dgm:cxn modelId="{F45278B0-8606-0845-B1AD-CB1A925F77EC}" type="presOf" srcId="{6E3CB724-488D-407B-8403-0F5BCE517774}" destId="{CE9301DC-BCF1-9941-8221-7B4ED41B2C4F}" srcOrd="0" destOrd="0" presId="urn:microsoft.com/office/officeart/2005/8/layout/vList2"/>
    <dgm:cxn modelId="{561C34D1-F07E-44DC-9490-F7D8A975A982}" srcId="{A88E2188-74E0-4FFF-B0B4-D2FC388523BB}" destId="{450D1E4A-A0F4-4908-B915-0CFE72F0F61E}" srcOrd="0" destOrd="0" parTransId="{43E22896-F69B-459E-B0B1-EAC863060BC2}" sibTransId="{712557B6-8E9A-4304-A0AB-3FD10CC57DF6}"/>
    <dgm:cxn modelId="{6F719ED7-F09A-B24B-9AB0-19EA44F99035}" type="presOf" srcId="{450D1E4A-A0F4-4908-B915-0CFE72F0F61E}" destId="{58AFD109-F3E4-1B47-BF1F-C9A779678A59}" srcOrd="0" destOrd="0" presId="urn:microsoft.com/office/officeart/2005/8/layout/vList2"/>
    <dgm:cxn modelId="{F7EF17F5-7D5F-4936-B833-801DD6010FDB}" srcId="{A88E2188-74E0-4FFF-B0B4-D2FC388523BB}" destId="{B1C7149E-EF3F-4A20-A642-0E077106496D}" srcOrd="3" destOrd="0" parTransId="{FB1EE354-8135-428E-9C7F-C14F0FDD929B}" sibTransId="{6423850A-3AAD-4822-A230-567DFABCC2C5}"/>
    <dgm:cxn modelId="{B1D49AB3-561A-0A46-8567-B2DBB04F732F}" type="presParOf" srcId="{C8289095-4517-8540-BAD8-AAAF00B95F7A}" destId="{58AFD109-F3E4-1B47-BF1F-C9A779678A59}" srcOrd="0" destOrd="0" presId="urn:microsoft.com/office/officeart/2005/8/layout/vList2"/>
    <dgm:cxn modelId="{9E663200-EC80-D740-A16F-99D4A9EC5ED5}" type="presParOf" srcId="{C8289095-4517-8540-BAD8-AAAF00B95F7A}" destId="{52ECE2D9-6875-1149-A3D8-6189D5E035A7}" srcOrd="1" destOrd="0" presId="urn:microsoft.com/office/officeart/2005/8/layout/vList2"/>
    <dgm:cxn modelId="{647966A6-6DC4-DA47-997A-A9A9B2580D22}" type="presParOf" srcId="{C8289095-4517-8540-BAD8-AAAF00B95F7A}" destId="{CE9301DC-BCF1-9941-8221-7B4ED41B2C4F}" srcOrd="2" destOrd="0" presId="urn:microsoft.com/office/officeart/2005/8/layout/vList2"/>
    <dgm:cxn modelId="{37B04D26-5417-8C4C-88F2-9861BFAD1844}" type="presParOf" srcId="{C8289095-4517-8540-BAD8-AAAF00B95F7A}" destId="{152D3397-7C2B-5E43-828F-802F94FF09D5}" srcOrd="3" destOrd="0" presId="urn:microsoft.com/office/officeart/2005/8/layout/vList2"/>
    <dgm:cxn modelId="{DC59E92B-7D4C-C64B-B9CE-BDA76F687B1F}" type="presParOf" srcId="{C8289095-4517-8540-BAD8-AAAF00B95F7A}" destId="{1255BF81-A84A-6349-B9BE-6AA40EE68674}" srcOrd="4" destOrd="0" presId="urn:microsoft.com/office/officeart/2005/8/layout/vList2"/>
    <dgm:cxn modelId="{D43CB6B8-AC11-A54B-82E5-1552B3842C50}" type="presParOf" srcId="{C8289095-4517-8540-BAD8-AAAF00B95F7A}" destId="{2E98212D-1099-BE4D-806A-F96694E51806}" srcOrd="5" destOrd="0" presId="urn:microsoft.com/office/officeart/2005/8/layout/vList2"/>
    <dgm:cxn modelId="{6E462ACF-6D9D-5C40-87E0-BCE51800B52E}" type="presParOf" srcId="{C8289095-4517-8540-BAD8-AAAF00B95F7A}" destId="{19D60BC5-4D19-9C4A-9A89-7A06727C7EEC}" srcOrd="6" destOrd="0" presId="urn:microsoft.com/office/officeart/2005/8/layout/vList2"/>
    <dgm:cxn modelId="{624C25A5-317D-FB4C-8FBD-327D0AA4A9E1}" type="presParOf" srcId="{C8289095-4517-8540-BAD8-AAAF00B95F7A}" destId="{A9109EBE-DA4E-5343-9826-DC9291850825}" srcOrd="7" destOrd="0" presId="urn:microsoft.com/office/officeart/2005/8/layout/vList2"/>
    <dgm:cxn modelId="{FFB2E0B9-F0D4-D747-B122-4521DAE31654}" type="presParOf" srcId="{C8289095-4517-8540-BAD8-AAAF00B95F7A}" destId="{055A56FC-BF38-B547-B2F6-537EDC115883}" srcOrd="8" destOrd="0" presId="urn:microsoft.com/office/officeart/2005/8/layout/vList2"/>
    <dgm:cxn modelId="{F9AA81F9-62F5-1348-89A2-DDA10ECB5CDA}" type="presParOf" srcId="{C8289095-4517-8540-BAD8-AAAF00B95F7A}" destId="{DD101A83-30EC-E94E-AB84-C59C3C339610}" srcOrd="9" destOrd="0" presId="urn:microsoft.com/office/officeart/2005/8/layout/vList2"/>
    <dgm:cxn modelId="{32DE3684-8DC8-704A-9264-CF0015CF7C96}" type="presParOf" srcId="{C8289095-4517-8540-BAD8-AAAF00B95F7A}" destId="{619D9F6A-8C06-614E-86DB-F4CEC794D54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AADC41-6D75-4E96-B221-503E01DC1CA8}" type="doc">
      <dgm:prSet loTypeId="urn:microsoft.com/office/officeart/2018/2/layout/IconVerticalSolidList" loCatId="icon" qsTypeId="urn:microsoft.com/office/officeart/2005/8/quickstyle/simple1" qsCatId="simple" csTypeId="urn:microsoft.com/office/officeart/2005/8/colors/colorful1" csCatId="colorful" phldr="1"/>
      <dgm:spPr/>
      <dgm:t>
        <a:bodyPr/>
        <a:lstStyle/>
        <a:p>
          <a:endParaRPr lang="en-US"/>
        </a:p>
      </dgm:t>
    </dgm:pt>
    <dgm:pt modelId="{46A753F2-CB56-4646-A44B-338C806B67D7}">
      <dgm:prSet/>
      <dgm:spPr/>
      <dgm:t>
        <a:bodyPr/>
        <a:lstStyle/>
        <a:p>
          <a:pPr>
            <a:lnSpc>
              <a:spcPct val="100000"/>
            </a:lnSpc>
          </a:pPr>
          <a:r>
            <a:rPr lang="en-US" dirty="0"/>
            <a:t>Support Vector Machines are a type of supervised machine learning algorithm that provides analysis of data for classification and regression analysis.</a:t>
          </a:r>
        </a:p>
      </dgm:t>
    </dgm:pt>
    <dgm:pt modelId="{7FD77CED-5345-4398-8F8D-9450252F0FBA}" type="parTrans" cxnId="{A49603C1-ECC7-4213-91E3-B3F90B70090C}">
      <dgm:prSet/>
      <dgm:spPr/>
      <dgm:t>
        <a:bodyPr/>
        <a:lstStyle/>
        <a:p>
          <a:endParaRPr lang="en-US"/>
        </a:p>
      </dgm:t>
    </dgm:pt>
    <dgm:pt modelId="{F1384568-2FAE-4A2C-B7FB-2C9886224361}" type="sibTrans" cxnId="{A49603C1-ECC7-4213-91E3-B3F90B70090C}">
      <dgm:prSet/>
      <dgm:spPr/>
      <dgm:t>
        <a:bodyPr/>
        <a:lstStyle/>
        <a:p>
          <a:endParaRPr lang="en-US"/>
        </a:p>
      </dgm:t>
    </dgm:pt>
    <dgm:pt modelId="{B39ACF17-D813-4401-A87E-B86AC30E1355}">
      <dgm:prSet/>
      <dgm:spPr/>
      <dgm:t>
        <a:bodyPr/>
        <a:lstStyle/>
        <a:p>
          <a:pPr>
            <a:lnSpc>
              <a:spcPct val="100000"/>
            </a:lnSpc>
          </a:pPr>
          <a:r>
            <a:rPr lang="en-US"/>
            <a:t>While they can be used for regression, SVM is mostly used for classification.</a:t>
          </a:r>
        </a:p>
      </dgm:t>
    </dgm:pt>
    <dgm:pt modelId="{C068AC47-65C0-4D23-A5AA-4D5A83E11F8A}" type="parTrans" cxnId="{B256B276-A8B6-420C-BA0C-B32BE28FD611}">
      <dgm:prSet/>
      <dgm:spPr/>
      <dgm:t>
        <a:bodyPr/>
        <a:lstStyle/>
        <a:p>
          <a:endParaRPr lang="en-US"/>
        </a:p>
      </dgm:t>
    </dgm:pt>
    <dgm:pt modelId="{E654BD04-C902-40E3-B36C-3F0EC1213BF7}" type="sibTrans" cxnId="{B256B276-A8B6-420C-BA0C-B32BE28FD611}">
      <dgm:prSet/>
      <dgm:spPr/>
      <dgm:t>
        <a:bodyPr/>
        <a:lstStyle/>
        <a:p>
          <a:endParaRPr lang="en-US"/>
        </a:p>
      </dgm:t>
    </dgm:pt>
    <dgm:pt modelId="{7AFBC05F-5A9E-4997-AD27-00FB97E2241A}">
      <dgm:prSet/>
      <dgm:spPr/>
      <dgm:t>
        <a:bodyPr/>
        <a:lstStyle/>
        <a:p>
          <a:pPr>
            <a:lnSpc>
              <a:spcPct val="100000"/>
            </a:lnSpc>
          </a:pPr>
          <a:r>
            <a:rPr lang="en-US" dirty="0"/>
            <a:t>Find the hyperplane that leads to a linear relationship between the dependent and independent variables</a:t>
          </a:r>
        </a:p>
      </dgm:t>
    </dgm:pt>
    <dgm:pt modelId="{CED7016D-AF6C-4120-8915-FC8F72BFFF11}" type="parTrans" cxnId="{2905EDFE-BE9C-4062-9CD8-7845331522AD}">
      <dgm:prSet/>
      <dgm:spPr/>
      <dgm:t>
        <a:bodyPr/>
        <a:lstStyle/>
        <a:p>
          <a:endParaRPr lang="en-US"/>
        </a:p>
      </dgm:t>
    </dgm:pt>
    <dgm:pt modelId="{31D685B6-08E2-447A-BFE7-C01A7AD59BE4}" type="sibTrans" cxnId="{2905EDFE-BE9C-4062-9CD8-7845331522AD}">
      <dgm:prSet/>
      <dgm:spPr/>
      <dgm:t>
        <a:bodyPr/>
        <a:lstStyle/>
        <a:p>
          <a:endParaRPr lang="en-US"/>
        </a:p>
      </dgm:t>
    </dgm:pt>
    <dgm:pt modelId="{CDEE3147-79BE-4C52-A0FB-54D7B6A3FC84}" type="pres">
      <dgm:prSet presAssocID="{22AADC41-6D75-4E96-B221-503E01DC1CA8}" presName="root" presStyleCnt="0">
        <dgm:presLayoutVars>
          <dgm:dir/>
          <dgm:resizeHandles val="exact"/>
        </dgm:presLayoutVars>
      </dgm:prSet>
      <dgm:spPr/>
    </dgm:pt>
    <dgm:pt modelId="{4ED6B022-A2AB-493E-B611-B19DEA3F9DD8}" type="pres">
      <dgm:prSet presAssocID="{46A753F2-CB56-4646-A44B-338C806B67D7}" presName="compNode" presStyleCnt="0"/>
      <dgm:spPr/>
    </dgm:pt>
    <dgm:pt modelId="{9ABEBB1F-A6FE-461C-8FB0-885CCD94F163}" type="pres">
      <dgm:prSet presAssocID="{46A753F2-CB56-4646-A44B-338C806B67D7}" presName="bgRect" presStyleLbl="bgShp" presStyleIdx="0" presStyleCnt="3"/>
      <dgm:spPr/>
    </dgm:pt>
    <dgm:pt modelId="{6E4B10A4-0731-4372-A959-4B5C598CA756}" type="pres">
      <dgm:prSet presAssocID="{46A753F2-CB56-4646-A44B-338C806B67D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A5EE8E9E-889C-4B26-86AA-C1D008E70087}" type="pres">
      <dgm:prSet presAssocID="{46A753F2-CB56-4646-A44B-338C806B67D7}" presName="spaceRect" presStyleCnt="0"/>
      <dgm:spPr/>
    </dgm:pt>
    <dgm:pt modelId="{9912982B-7283-4320-AFAE-CE35CA518E9C}" type="pres">
      <dgm:prSet presAssocID="{46A753F2-CB56-4646-A44B-338C806B67D7}" presName="parTx" presStyleLbl="revTx" presStyleIdx="0" presStyleCnt="3">
        <dgm:presLayoutVars>
          <dgm:chMax val="0"/>
          <dgm:chPref val="0"/>
        </dgm:presLayoutVars>
      </dgm:prSet>
      <dgm:spPr/>
    </dgm:pt>
    <dgm:pt modelId="{DFC53E4B-6933-4045-AF03-2717C2E1F0BF}" type="pres">
      <dgm:prSet presAssocID="{F1384568-2FAE-4A2C-B7FB-2C9886224361}" presName="sibTrans" presStyleCnt="0"/>
      <dgm:spPr/>
    </dgm:pt>
    <dgm:pt modelId="{11A74185-B5CE-4F1C-B3FB-712CB5531C07}" type="pres">
      <dgm:prSet presAssocID="{B39ACF17-D813-4401-A87E-B86AC30E1355}" presName="compNode" presStyleCnt="0"/>
      <dgm:spPr/>
    </dgm:pt>
    <dgm:pt modelId="{069A5FE0-1CB2-4966-A969-63234380E56A}" type="pres">
      <dgm:prSet presAssocID="{B39ACF17-D813-4401-A87E-B86AC30E1355}" presName="bgRect" presStyleLbl="bgShp" presStyleIdx="1" presStyleCnt="3"/>
      <dgm:spPr/>
    </dgm:pt>
    <dgm:pt modelId="{80789C22-B912-4C3A-BEBD-64E1DBE0CBE4}" type="pres">
      <dgm:prSet presAssocID="{B39ACF17-D813-4401-A87E-B86AC30E135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rrow Circle"/>
        </a:ext>
      </dgm:extLst>
    </dgm:pt>
    <dgm:pt modelId="{A3675B49-F0B6-4488-8186-F392A9A94628}" type="pres">
      <dgm:prSet presAssocID="{B39ACF17-D813-4401-A87E-B86AC30E1355}" presName="spaceRect" presStyleCnt="0"/>
      <dgm:spPr/>
    </dgm:pt>
    <dgm:pt modelId="{05861551-FC43-479B-A6C6-2086027523FA}" type="pres">
      <dgm:prSet presAssocID="{B39ACF17-D813-4401-A87E-B86AC30E1355}" presName="parTx" presStyleLbl="revTx" presStyleIdx="1" presStyleCnt="3">
        <dgm:presLayoutVars>
          <dgm:chMax val="0"/>
          <dgm:chPref val="0"/>
        </dgm:presLayoutVars>
      </dgm:prSet>
      <dgm:spPr/>
    </dgm:pt>
    <dgm:pt modelId="{2D028169-5745-4D9F-8F05-A9B9A3C8AE95}" type="pres">
      <dgm:prSet presAssocID="{E654BD04-C902-40E3-B36C-3F0EC1213BF7}" presName="sibTrans" presStyleCnt="0"/>
      <dgm:spPr/>
    </dgm:pt>
    <dgm:pt modelId="{856FF7CE-304A-4C44-BBAC-8901A92E14AF}" type="pres">
      <dgm:prSet presAssocID="{7AFBC05F-5A9E-4997-AD27-00FB97E2241A}" presName="compNode" presStyleCnt="0"/>
      <dgm:spPr/>
    </dgm:pt>
    <dgm:pt modelId="{559C45C6-FBFB-49B6-8FD5-AA2309B538DF}" type="pres">
      <dgm:prSet presAssocID="{7AFBC05F-5A9E-4997-AD27-00FB97E2241A}" presName="bgRect" presStyleLbl="bgShp" presStyleIdx="2" presStyleCnt="3"/>
      <dgm:spPr/>
    </dgm:pt>
    <dgm:pt modelId="{63F20F7A-CC26-4D33-AC96-5E4D37C7FD40}" type="pres">
      <dgm:prSet presAssocID="{7AFBC05F-5A9E-4997-AD27-00FB97E2241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rawing Compass"/>
        </a:ext>
      </dgm:extLst>
    </dgm:pt>
    <dgm:pt modelId="{06104681-D86A-4589-94D7-93FE7DA17D20}" type="pres">
      <dgm:prSet presAssocID="{7AFBC05F-5A9E-4997-AD27-00FB97E2241A}" presName="spaceRect" presStyleCnt="0"/>
      <dgm:spPr/>
    </dgm:pt>
    <dgm:pt modelId="{7D40A9CA-7D6B-4685-AE6E-75D9F77B1888}" type="pres">
      <dgm:prSet presAssocID="{7AFBC05F-5A9E-4997-AD27-00FB97E2241A}" presName="parTx" presStyleLbl="revTx" presStyleIdx="2" presStyleCnt="3">
        <dgm:presLayoutVars>
          <dgm:chMax val="0"/>
          <dgm:chPref val="0"/>
        </dgm:presLayoutVars>
      </dgm:prSet>
      <dgm:spPr/>
    </dgm:pt>
  </dgm:ptLst>
  <dgm:cxnLst>
    <dgm:cxn modelId="{147E5017-9560-4387-80CB-9F7D6718CDCC}" type="presOf" srcId="{7AFBC05F-5A9E-4997-AD27-00FB97E2241A}" destId="{7D40A9CA-7D6B-4685-AE6E-75D9F77B1888}" srcOrd="0" destOrd="0" presId="urn:microsoft.com/office/officeart/2018/2/layout/IconVerticalSolidList"/>
    <dgm:cxn modelId="{5B89F674-31BA-454F-9C00-1A9A0DCEDA5C}" type="presOf" srcId="{46A753F2-CB56-4646-A44B-338C806B67D7}" destId="{9912982B-7283-4320-AFAE-CE35CA518E9C}" srcOrd="0" destOrd="0" presId="urn:microsoft.com/office/officeart/2018/2/layout/IconVerticalSolidList"/>
    <dgm:cxn modelId="{B256B276-A8B6-420C-BA0C-B32BE28FD611}" srcId="{22AADC41-6D75-4E96-B221-503E01DC1CA8}" destId="{B39ACF17-D813-4401-A87E-B86AC30E1355}" srcOrd="1" destOrd="0" parTransId="{C068AC47-65C0-4D23-A5AA-4D5A83E11F8A}" sibTransId="{E654BD04-C902-40E3-B36C-3F0EC1213BF7}"/>
    <dgm:cxn modelId="{E07B42A8-A6F6-4B0E-B0DD-2BF821E89C82}" type="presOf" srcId="{22AADC41-6D75-4E96-B221-503E01DC1CA8}" destId="{CDEE3147-79BE-4C52-A0FB-54D7B6A3FC84}" srcOrd="0" destOrd="0" presId="urn:microsoft.com/office/officeart/2018/2/layout/IconVerticalSolidList"/>
    <dgm:cxn modelId="{F8E282BA-6E15-424E-A633-B9D55C42F15A}" type="presOf" srcId="{B39ACF17-D813-4401-A87E-B86AC30E1355}" destId="{05861551-FC43-479B-A6C6-2086027523FA}" srcOrd="0" destOrd="0" presId="urn:microsoft.com/office/officeart/2018/2/layout/IconVerticalSolidList"/>
    <dgm:cxn modelId="{A49603C1-ECC7-4213-91E3-B3F90B70090C}" srcId="{22AADC41-6D75-4E96-B221-503E01DC1CA8}" destId="{46A753F2-CB56-4646-A44B-338C806B67D7}" srcOrd="0" destOrd="0" parTransId="{7FD77CED-5345-4398-8F8D-9450252F0FBA}" sibTransId="{F1384568-2FAE-4A2C-B7FB-2C9886224361}"/>
    <dgm:cxn modelId="{2905EDFE-BE9C-4062-9CD8-7845331522AD}" srcId="{22AADC41-6D75-4E96-B221-503E01DC1CA8}" destId="{7AFBC05F-5A9E-4997-AD27-00FB97E2241A}" srcOrd="2" destOrd="0" parTransId="{CED7016D-AF6C-4120-8915-FC8F72BFFF11}" sibTransId="{31D685B6-08E2-447A-BFE7-C01A7AD59BE4}"/>
    <dgm:cxn modelId="{B54EFAD3-6916-4F22-A901-17E634696C0D}" type="presParOf" srcId="{CDEE3147-79BE-4C52-A0FB-54D7B6A3FC84}" destId="{4ED6B022-A2AB-493E-B611-B19DEA3F9DD8}" srcOrd="0" destOrd="0" presId="urn:microsoft.com/office/officeart/2018/2/layout/IconVerticalSolidList"/>
    <dgm:cxn modelId="{C529E63D-C40B-4130-87CD-C362F301EECB}" type="presParOf" srcId="{4ED6B022-A2AB-493E-B611-B19DEA3F9DD8}" destId="{9ABEBB1F-A6FE-461C-8FB0-885CCD94F163}" srcOrd="0" destOrd="0" presId="urn:microsoft.com/office/officeart/2018/2/layout/IconVerticalSolidList"/>
    <dgm:cxn modelId="{C2835DA9-8C6A-4E5B-8CBB-7FA8847F1156}" type="presParOf" srcId="{4ED6B022-A2AB-493E-B611-B19DEA3F9DD8}" destId="{6E4B10A4-0731-4372-A959-4B5C598CA756}" srcOrd="1" destOrd="0" presId="urn:microsoft.com/office/officeart/2018/2/layout/IconVerticalSolidList"/>
    <dgm:cxn modelId="{81CCD65B-A764-4A62-999B-D0ABDA076810}" type="presParOf" srcId="{4ED6B022-A2AB-493E-B611-B19DEA3F9DD8}" destId="{A5EE8E9E-889C-4B26-86AA-C1D008E70087}" srcOrd="2" destOrd="0" presId="urn:microsoft.com/office/officeart/2018/2/layout/IconVerticalSolidList"/>
    <dgm:cxn modelId="{A683BB56-C2B5-4906-814B-2106ABFB44B0}" type="presParOf" srcId="{4ED6B022-A2AB-493E-B611-B19DEA3F9DD8}" destId="{9912982B-7283-4320-AFAE-CE35CA518E9C}" srcOrd="3" destOrd="0" presId="urn:microsoft.com/office/officeart/2018/2/layout/IconVerticalSolidList"/>
    <dgm:cxn modelId="{9D94B068-4D85-4675-B4DF-B66C52883874}" type="presParOf" srcId="{CDEE3147-79BE-4C52-A0FB-54D7B6A3FC84}" destId="{DFC53E4B-6933-4045-AF03-2717C2E1F0BF}" srcOrd="1" destOrd="0" presId="urn:microsoft.com/office/officeart/2018/2/layout/IconVerticalSolidList"/>
    <dgm:cxn modelId="{725F7B2D-3FD9-46DB-8E60-8C995D00083F}" type="presParOf" srcId="{CDEE3147-79BE-4C52-A0FB-54D7B6A3FC84}" destId="{11A74185-B5CE-4F1C-B3FB-712CB5531C07}" srcOrd="2" destOrd="0" presId="urn:microsoft.com/office/officeart/2018/2/layout/IconVerticalSolidList"/>
    <dgm:cxn modelId="{76744A7F-50BE-4D0A-AB73-767DAE85B39A}" type="presParOf" srcId="{11A74185-B5CE-4F1C-B3FB-712CB5531C07}" destId="{069A5FE0-1CB2-4966-A969-63234380E56A}" srcOrd="0" destOrd="0" presId="urn:microsoft.com/office/officeart/2018/2/layout/IconVerticalSolidList"/>
    <dgm:cxn modelId="{250B9211-F787-48F3-A451-B974DF78DBAB}" type="presParOf" srcId="{11A74185-B5CE-4F1C-B3FB-712CB5531C07}" destId="{80789C22-B912-4C3A-BEBD-64E1DBE0CBE4}" srcOrd="1" destOrd="0" presId="urn:microsoft.com/office/officeart/2018/2/layout/IconVerticalSolidList"/>
    <dgm:cxn modelId="{8EDB0F32-41B4-4655-BAC7-FB6C1EBF578D}" type="presParOf" srcId="{11A74185-B5CE-4F1C-B3FB-712CB5531C07}" destId="{A3675B49-F0B6-4488-8186-F392A9A94628}" srcOrd="2" destOrd="0" presId="urn:microsoft.com/office/officeart/2018/2/layout/IconVerticalSolidList"/>
    <dgm:cxn modelId="{5A71759E-CD04-4021-8C28-927618883375}" type="presParOf" srcId="{11A74185-B5CE-4F1C-B3FB-712CB5531C07}" destId="{05861551-FC43-479B-A6C6-2086027523FA}" srcOrd="3" destOrd="0" presId="urn:microsoft.com/office/officeart/2018/2/layout/IconVerticalSolidList"/>
    <dgm:cxn modelId="{50AC05AD-AB1D-48C9-9160-86DE0C4E9F95}" type="presParOf" srcId="{CDEE3147-79BE-4C52-A0FB-54D7B6A3FC84}" destId="{2D028169-5745-4D9F-8F05-A9B9A3C8AE95}" srcOrd="3" destOrd="0" presId="urn:microsoft.com/office/officeart/2018/2/layout/IconVerticalSolidList"/>
    <dgm:cxn modelId="{5CBB0D98-E024-4320-AFE3-B572A62801F7}" type="presParOf" srcId="{CDEE3147-79BE-4C52-A0FB-54D7B6A3FC84}" destId="{856FF7CE-304A-4C44-BBAC-8901A92E14AF}" srcOrd="4" destOrd="0" presId="urn:microsoft.com/office/officeart/2018/2/layout/IconVerticalSolidList"/>
    <dgm:cxn modelId="{E9F10441-BFF8-4BBC-827E-B7765B961721}" type="presParOf" srcId="{856FF7CE-304A-4C44-BBAC-8901A92E14AF}" destId="{559C45C6-FBFB-49B6-8FD5-AA2309B538DF}" srcOrd="0" destOrd="0" presId="urn:microsoft.com/office/officeart/2018/2/layout/IconVerticalSolidList"/>
    <dgm:cxn modelId="{096CBFFB-AF9E-486B-8F1E-01F8952F0D55}" type="presParOf" srcId="{856FF7CE-304A-4C44-BBAC-8901A92E14AF}" destId="{63F20F7A-CC26-4D33-AC96-5E4D37C7FD40}" srcOrd="1" destOrd="0" presId="urn:microsoft.com/office/officeart/2018/2/layout/IconVerticalSolidList"/>
    <dgm:cxn modelId="{8A766CE5-AB80-444B-96EF-98132ABD094B}" type="presParOf" srcId="{856FF7CE-304A-4C44-BBAC-8901A92E14AF}" destId="{06104681-D86A-4589-94D7-93FE7DA17D20}" srcOrd="2" destOrd="0" presId="urn:microsoft.com/office/officeart/2018/2/layout/IconVerticalSolidList"/>
    <dgm:cxn modelId="{F9A071D1-9F9C-4FF7-BF22-0F3FEB8BD6FF}" type="presParOf" srcId="{856FF7CE-304A-4C44-BBAC-8901A92E14AF}" destId="{7D40A9CA-7D6B-4685-AE6E-75D9F77B188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74F8592-26C7-4CE9-95DB-0B72CF5AF7C3}" type="doc">
      <dgm:prSet loTypeId="urn:microsoft.com/office/officeart/2008/layout/LinedList" loCatId="list" qsTypeId="urn:microsoft.com/office/officeart/2005/8/quickstyle/simple4" qsCatId="simple" csTypeId="urn:microsoft.com/office/officeart/2005/8/colors/colorful1" csCatId="colorful" phldr="1"/>
      <dgm:spPr/>
      <dgm:t>
        <a:bodyPr/>
        <a:lstStyle/>
        <a:p>
          <a:endParaRPr lang="en-US"/>
        </a:p>
      </dgm:t>
    </dgm:pt>
    <dgm:pt modelId="{AB2BB30C-2074-4ED2-A583-C7786BA49504}">
      <dgm:prSet custT="1"/>
      <dgm:spPr/>
      <dgm:t>
        <a:bodyPr/>
        <a:lstStyle/>
        <a:p>
          <a:endParaRPr lang="en-US" sz="2000" dirty="0"/>
        </a:p>
        <a:p>
          <a:r>
            <a:rPr lang="en-US" sz="2000" dirty="0"/>
            <a:t>It was proposed by </a:t>
          </a:r>
          <a:r>
            <a:rPr lang="en-US" sz="2000" dirty="0" err="1"/>
            <a:t>Vapnik</a:t>
          </a:r>
          <a:r>
            <a:rPr lang="en-US" sz="2000" dirty="0"/>
            <a:t> in 1960 and widely recognized in 1990. Its modern formulation was published in 1992.</a:t>
          </a:r>
        </a:p>
      </dgm:t>
    </dgm:pt>
    <dgm:pt modelId="{AC29F1A2-2833-4187-B82A-04526EEB5867}" type="parTrans" cxnId="{5A99AB80-3EB7-48BE-B783-BDBD1C89FB2F}">
      <dgm:prSet/>
      <dgm:spPr/>
      <dgm:t>
        <a:bodyPr/>
        <a:lstStyle/>
        <a:p>
          <a:endParaRPr lang="en-US"/>
        </a:p>
      </dgm:t>
    </dgm:pt>
    <dgm:pt modelId="{DFCB36AF-120D-460F-A040-52954A7FDBB9}" type="sibTrans" cxnId="{5A99AB80-3EB7-48BE-B783-BDBD1C89FB2F}">
      <dgm:prSet/>
      <dgm:spPr/>
      <dgm:t>
        <a:bodyPr/>
        <a:lstStyle/>
        <a:p>
          <a:endParaRPr lang="en-US"/>
        </a:p>
      </dgm:t>
    </dgm:pt>
    <dgm:pt modelId="{E7A8BBF6-7D93-48A5-920B-5211E132CA2A}">
      <dgm:prSet custT="1"/>
      <dgm:spPr/>
      <dgm:t>
        <a:bodyPr/>
        <a:lstStyle/>
        <a:p>
          <a:endParaRPr lang="en-GB" sz="2000" dirty="0"/>
        </a:p>
        <a:p>
          <a:r>
            <a:rPr lang="en-GB" sz="2000" dirty="0"/>
            <a:t>Its main goal is to find a hyperplane that classifies the </a:t>
          </a:r>
          <a:r>
            <a:rPr lang="en-GB" sz="2000" b="1" dirty="0"/>
            <a:t>data points/samples</a:t>
          </a:r>
          <a:r>
            <a:rPr lang="en-GB" sz="2000" dirty="0"/>
            <a:t> into </a:t>
          </a:r>
          <a:r>
            <a:rPr lang="en-GB" sz="2000" b="1" dirty="0">
              <a:solidFill>
                <a:schemeClr val="tx1"/>
              </a:solidFill>
            </a:rPr>
            <a:t>categories/classes</a:t>
          </a:r>
          <a:r>
            <a:rPr lang="en-GB" sz="2000" dirty="0">
              <a:solidFill>
                <a:srgbClr val="C00000"/>
              </a:solidFill>
            </a:rPr>
            <a:t>.</a:t>
          </a:r>
          <a:endParaRPr lang="en-US" sz="2000" dirty="0">
            <a:solidFill>
              <a:srgbClr val="C00000"/>
            </a:solidFill>
          </a:endParaRPr>
        </a:p>
      </dgm:t>
    </dgm:pt>
    <dgm:pt modelId="{D3C05E2B-A4E2-4E0F-99ED-85F000F6BBAE}" type="parTrans" cxnId="{C92418FB-3BF9-4744-B088-ECC414E79AA7}">
      <dgm:prSet/>
      <dgm:spPr/>
      <dgm:t>
        <a:bodyPr/>
        <a:lstStyle/>
        <a:p>
          <a:endParaRPr lang="en-US"/>
        </a:p>
      </dgm:t>
    </dgm:pt>
    <dgm:pt modelId="{36B49F00-5533-4F01-B736-4CDE891E614B}" type="sibTrans" cxnId="{C92418FB-3BF9-4744-B088-ECC414E79AA7}">
      <dgm:prSet/>
      <dgm:spPr/>
      <dgm:t>
        <a:bodyPr/>
        <a:lstStyle/>
        <a:p>
          <a:endParaRPr lang="en-US"/>
        </a:p>
      </dgm:t>
    </dgm:pt>
    <dgm:pt modelId="{56D6E287-FCE7-4122-A579-CE50A2D4DBDA}">
      <dgm:prSet custT="1"/>
      <dgm:spPr/>
      <dgm:t>
        <a:bodyPr/>
        <a:lstStyle/>
        <a:p>
          <a:endParaRPr lang="en-GB" sz="2000" dirty="0"/>
        </a:p>
        <a:p>
          <a:r>
            <a:rPr lang="en-GB" sz="2000" dirty="0"/>
            <a:t>SVM works by maximizing the margin between the data points of different classes, making it effective for high-dimensional data.</a:t>
          </a:r>
          <a:endParaRPr lang="en-US" sz="2000" dirty="0"/>
        </a:p>
      </dgm:t>
    </dgm:pt>
    <dgm:pt modelId="{FDB8D73A-6C31-4461-AE76-82EF4C37C6FE}" type="parTrans" cxnId="{7C0AF8CA-3F77-4AB6-A8DB-7EFE34024E93}">
      <dgm:prSet/>
      <dgm:spPr/>
      <dgm:t>
        <a:bodyPr/>
        <a:lstStyle/>
        <a:p>
          <a:endParaRPr lang="en-US"/>
        </a:p>
      </dgm:t>
    </dgm:pt>
    <dgm:pt modelId="{5D5CDD23-DB7D-4F8E-9FC6-B76D01333F69}" type="sibTrans" cxnId="{7C0AF8CA-3F77-4AB6-A8DB-7EFE34024E93}">
      <dgm:prSet/>
      <dgm:spPr/>
      <dgm:t>
        <a:bodyPr/>
        <a:lstStyle/>
        <a:p>
          <a:endParaRPr lang="en-US"/>
        </a:p>
      </dgm:t>
    </dgm:pt>
    <dgm:pt modelId="{690166DE-072C-DF47-8CFE-090B65C4A921}">
      <dgm:prSet/>
      <dgm:spPr/>
      <dgm:t>
        <a:bodyPr/>
        <a:lstStyle/>
        <a:p>
          <a:r>
            <a:rPr lang="en-US"/>
            <a:t>SVM is a supervised machine learning algorithm that uses for classification problems like Spam detection (spam vs. not spam), cancer detection (malignant vs. benign tumors).</a:t>
          </a:r>
          <a:endParaRPr lang="en-US" dirty="0"/>
        </a:p>
      </dgm:t>
    </dgm:pt>
    <dgm:pt modelId="{F0DEC15F-07F3-EC46-AD39-902CAD964828}" type="parTrans" cxnId="{70450866-BDEC-C245-82D0-3499DBEC8902}">
      <dgm:prSet/>
      <dgm:spPr/>
      <dgm:t>
        <a:bodyPr/>
        <a:lstStyle/>
        <a:p>
          <a:endParaRPr lang="en-GB"/>
        </a:p>
      </dgm:t>
    </dgm:pt>
    <dgm:pt modelId="{377E85C6-CF8E-6144-AEDC-F81896E1E447}" type="sibTrans" cxnId="{70450866-BDEC-C245-82D0-3499DBEC8902}">
      <dgm:prSet/>
      <dgm:spPr/>
      <dgm:t>
        <a:bodyPr/>
        <a:lstStyle/>
        <a:p>
          <a:endParaRPr lang="en-GB"/>
        </a:p>
      </dgm:t>
    </dgm:pt>
    <dgm:pt modelId="{2CC52E33-E4C0-9446-BB53-E93183C00B30}" type="pres">
      <dgm:prSet presAssocID="{674F8592-26C7-4CE9-95DB-0B72CF5AF7C3}" presName="vert0" presStyleCnt="0">
        <dgm:presLayoutVars>
          <dgm:dir/>
          <dgm:animOne val="branch"/>
          <dgm:animLvl val="lvl"/>
        </dgm:presLayoutVars>
      </dgm:prSet>
      <dgm:spPr/>
    </dgm:pt>
    <dgm:pt modelId="{052D8845-0F71-F34B-95D1-E6AD8DE361CA}" type="pres">
      <dgm:prSet presAssocID="{690166DE-072C-DF47-8CFE-090B65C4A921}" presName="thickLine" presStyleLbl="alignNode1" presStyleIdx="0" presStyleCnt="4"/>
      <dgm:spPr/>
    </dgm:pt>
    <dgm:pt modelId="{A84425CF-C757-B34D-A100-A20EEC4BA3B5}" type="pres">
      <dgm:prSet presAssocID="{690166DE-072C-DF47-8CFE-090B65C4A921}" presName="horz1" presStyleCnt="0"/>
      <dgm:spPr/>
    </dgm:pt>
    <dgm:pt modelId="{5FF87A49-2C8F-F548-8228-7D6EE636AFE0}" type="pres">
      <dgm:prSet presAssocID="{690166DE-072C-DF47-8CFE-090B65C4A921}" presName="tx1" presStyleLbl="revTx" presStyleIdx="0" presStyleCnt="4"/>
      <dgm:spPr/>
    </dgm:pt>
    <dgm:pt modelId="{6F10A459-1F9A-3043-A616-455D2766D0C2}" type="pres">
      <dgm:prSet presAssocID="{690166DE-072C-DF47-8CFE-090B65C4A921}" presName="vert1" presStyleCnt="0"/>
      <dgm:spPr/>
    </dgm:pt>
    <dgm:pt modelId="{CF717F0A-84D8-8348-9F02-B4768EE4221E}" type="pres">
      <dgm:prSet presAssocID="{AB2BB30C-2074-4ED2-A583-C7786BA49504}" presName="thickLine" presStyleLbl="alignNode1" presStyleIdx="1" presStyleCnt="4"/>
      <dgm:spPr/>
    </dgm:pt>
    <dgm:pt modelId="{251509C1-EA28-2F48-82F9-0C15583898B6}" type="pres">
      <dgm:prSet presAssocID="{AB2BB30C-2074-4ED2-A583-C7786BA49504}" presName="horz1" presStyleCnt="0"/>
      <dgm:spPr/>
    </dgm:pt>
    <dgm:pt modelId="{BF784C7A-4786-674B-A80F-224314EAED9B}" type="pres">
      <dgm:prSet presAssocID="{AB2BB30C-2074-4ED2-A583-C7786BA49504}" presName="tx1" presStyleLbl="revTx" presStyleIdx="1" presStyleCnt="4"/>
      <dgm:spPr/>
    </dgm:pt>
    <dgm:pt modelId="{6836B5CE-A407-8242-899A-2AAE3BD49801}" type="pres">
      <dgm:prSet presAssocID="{AB2BB30C-2074-4ED2-A583-C7786BA49504}" presName="vert1" presStyleCnt="0"/>
      <dgm:spPr/>
    </dgm:pt>
    <dgm:pt modelId="{0546898A-600B-B148-A130-714EF655D872}" type="pres">
      <dgm:prSet presAssocID="{E7A8BBF6-7D93-48A5-920B-5211E132CA2A}" presName="thickLine" presStyleLbl="alignNode1" presStyleIdx="2" presStyleCnt="4"/>
      <dgm:spPr/>
    </dgm:pt>
    <dgm:pt modelId="{3A27F3DA-101F-F743-B877-515A0D7E65F5}" type="pres">
      <dgm:prSet presAssocID="{E7A8BBF6-7D93-48A5-920B-5211E132CA2A}" presName="horz1" presStyleCnt="0"/>
      <dgm:spPr/>
    </dgm:pt>
    <dgm:pt modelId="{EC2064A4-07F1-CE40-A7FF-BD3624C90DF5}" type="pres">
      <dgm:prSet presAssocID="{E7A8BBF6-7D93-48A5-920B-5211E132CA2A}" presName="tx1" presStyleLbl="revTx" presStyleIdx="2" presStyleCnt="4"/>
      <dgm:spPr/>
    </dgm:pt>
    <dgm:pt modelId="{1031AAC4-3119-E04C-9C30-69D6A2AD1537}" type="pres">
      <dgm:prSet presAssocID="{E7A8BBF6-7D93-48A5-920B-5211E132CA2A}" presName="vert1" presStyleCnt="0"/>
      <dgm:spPr/>
    </dgm:pt>
    <dgm:pt modelId="{C2D0CB18-311A-3842-9551-C5B9C54D156D}" type="pres">
      <dgm:prSet presAssocID="{56D6E287-FCE7-4122-A579-CE50A2D4DBDA}" presName="thickLine" presStyleLbl="alignNode1" presStyleIdx="3" presStyleCnt="4"/>
      <dgm:spPr/>
    </dgm:pt>
    <dgm:pt modelId="{2321662E-0F52-A444-A853-10F0D2C5F04D}" type="pres">
      <dgm:prSet presAssocID="{56D6E287-FCE7-4122-A579-CE50A2D4DBDA}" presName="horz1" presStyleCnt="0"/>
      <dgm:spPr/>
    </dgm:pt>
    <dgm:pt modelId="{67A6AF52-4C3B-5D47-B3FD-EEF0857B1AE7}" type="pres">
      <dgm:prSet presAssocID="{56D6E287-FCE7-4122-A579-CE50A2D4DBDA}" presName="tx1" presStyleLbl="revTx" presStyleIdx="3" presStyleCnt="4"/>
      <dgm:spPr/>
    </dgm:pt>
    <dgm:pt modelId="{CE4C1DA5-F8B9-F348-80DA-6BED0EFEBD14}" type="pres">
      <dgm:prSet presAssocID="{56D6E287-FCE7-4122-A579-CE50A2D4DBDA}" presName="vert1" presStyleCnt="0"/>
      <dgm:spPr/>
    </dgm:pt>
  </dgm:ptLst>
  <dgm:cxnLst>
    <dgm:cxn modelId="{532A4F19-4C45-1C4F-BB3B-807EF91AC152}" type="presOf" srcId="{690166DE-072C-DF47-8CFE-090B65C4A921}" destId="{5FF87A49-2C8F-F548-8228-7D6EE636AFE0}" srcOrd="0" destOrd="0" presId="urn:microsoft.com/office/officeart/2008/layout/LinedList"/>
    <dgm:cxn modelId="{70450866-BDEC-C245-82D0-3499DBEC8902}" srcId="{674F8592-26C7-4CE9-95DB-0B72CF5AF7C3}" destId="{690166DE-072C-DF47-8CFE-090B65C4A921}" srcOrd="0" destOrd="0" parTransId="{F0DEC15F-07F3-EC46-AD39-902CAD964828}" sibTransId="{377E85C6-CF8E-6144-AEDC-F81896E1E447}"/>
    <dgm:cxn modelId="{B05D8178-C479-334C-ADEC-70CBA8EFDC2D}" type="presOf" srcId="{674F8592-26C7-4CE9-95DB-0B72CF5AF7C3}" destId="{2CC52E33-E4C0-9446-BB53-E93183C00B30}" srcOrd="0" destOrd="0" presId="urn:microsoft.com/office/officeart/2008/layout/LinedList"/>
    <dgm:cxn modelId="{5A99AB80-3EB7-48BE-B783-BDBD1C89FB2F}" srcId="{674F8592-26C7-4CE9-95DB-0B72CF5AF7C3}" destId="{AB2BB30C-2074-4ED2-A583-C7786BA49504}" srcOrd="1" destOrd="0" parTransId="{AC29F1A2-2833-4187-B82A-04526EEB5867}" sibTransId="{DFCB36AF-120D-460F-A040-52954A7FDBB9}"/>
    <dgm:cxn modelId="{6ED992A5-3395-7843-A1EB-F62622221FE5}" type="presOf" srcId="{AB2BB30C-2074-4ED2-A583-C7786BA49504}" destId="{BF784C7A-4786-674B-A80F-224314EAED9B}" srcOrd="0" destOrd="0" presId="urn:microsoft.com/office/officeart/2008/layout/LinedList"/>
    <dgm:cxn modelId="{FA41E1B4-39FF-9146-8DF6-B8E287AF808F}" type="presOf" srcId="{56D6E287-FCE7-4122-A579-CE50A2D4DBDA}" destId="{67A6AF52-4C3B-5D47-B3FD-EEF0857B1AE7}" srcOrd="0" destOrd="0" presId="urn:microsoft.com/office/officeart/2008/layout/LinedList"/>
    <dgm:cxn modelId="{090476C5-EC39-7A4E-BBA1-FF95DF26FC0A}" type="presOf" srcId="{E7A8BBF6-7D93-48A5-920B-5211E132CA2A}" destId="{EC2064A4-07F1-CE40-A7FF-BD3624C90DF5}" srcOrd="0" destOrd="0" presId="urn:microsoft.com/office/officeart/2008/layout/LinedList"/>
    <dgm:cxn modelId="{7C0AF8CA-3F77-4AB6-A8DB-7EFE34024E93}" srcId="{674F8592-26C7-4CE9-95DB-0B72CF5AF7C3}" destId="{56D6E287-FCE7-4122-A579-CE50A2D4DBDA}" srcOrd="3" destOrd="0" parTransId="{FDB8D73A-6C31-4461-AE76-82EF4C37C6FE}" sibTransId="{5D5CDD23-DB7D-4F8E-9FC6-B76D01333F69}"/>
    <dgm:cxn modelId="{C92418FB-3BF9-4744-B088-ECC414E79AA7}" srcId="{674F8592-26C7-4CE9-95DB-0B72CF5AF7C3}" destId="{E7A8BBF6-7D93-48A5-920B-5211E132CA2A}" srcOrd="2" destOrd="0" parTransId="{D3C05E2B-A4E2-4E0F-99ED-85F000F6BBAE}" sibTransId="{36B49F00-5533-4F01-B736-4CDE891E614B}"/>
    <dgm:cxn modelId="{22D16EF2-89E5-834C-8E57-6700D28FB363}" type="presParOf" srcId="{2CC52E33-E4C0-9446-BB53-E93183C00B30}" destId="{052D8845-0F71-F34B-95D1-E6AD8DE361CA}" srcOrd="0" destOrd="0" presId="urn:microsoft.com/office/officeart/2008/layout/LinedList"/>
    <dgm:cxn modelId="{4AC8FE3F-D9C3-5640-8033-6B43C5CBC4E6}" type="presParOf" srcId="{2CC52E33-E4C0-9446-BB53-E93183C00B30}" destId="{A84425CF-C757-B34D-A100-A20EEC4BA3B5}" srcOrd="1" destOrd="0" presId="urn:microsoft.com/office/officeart/2008/layout/LinedList"/>
    <dgm:cxn modelId="{D894F812-237E-1347-8683-27C911ED2214}" type="presParOf" srcId="{A84425CF-C757-B34D-A100-A20EEC4BA3B5}" destId="{5FF87A49-2C8F-F548-8228-7D6EE636AFE0}" srcOrd="0" destOrd="0" presId="urn:microsoft.com/office/officeart/2008/layout/LinedList"/>
    <dgm:cxn modelId="{7F1A155D-604A-D841-B0ED-CAEFE126104A}" type="presParOf" srcId="{A84425CF-C757-B34D-A100-A20EEC4BA3B5}" destId="{6F10A459-1F9A-3043-A616-455D2766D0C2}" srcOrd="1" destOrd="0" presId="urn:microsoft.com/office/officeart/2008/layout/LinedList"/>
    <dgm:cxn modelId="{40487199-6BDC-3E4E-B5EB-DC21C81FFAD2}" type="presParOf" srcId="{2CC52E33-E4C0-9446-BB53-E93183C00B30}" destId="{CF717F0A-84D8-8348-9F02-B4768EE4221E}" srcOrd="2" destOrd="0" presId="urn:microsoft.com/office/officeart/2008/layout/LinedList"/>
    <dgm:cxn modelId="{418DD7FD-BDC1-4141-A05E-B20D77292C3D}" type="presParOf" srcId="{2CC52E33-E4C0-9446-BB53-E93183C00B30}" destId="{251509C1-EA28-2F48-82F9-0C15583898B6}" srcOrd="3" destOrd="0" presId="urn:microsoft.com/office/officeart/2008/layout/LinedList"/>
    <dgm:cxn modelId="{5883542D-0672-604B-9005-7F178655E03F}" type="presParOf" srcId="{251509C1-EA28-2F48-82F9-0C15583898B6}" destId="{BF784C7A-4786-674B-A80F-224314EAED9B}" srcOrd="0" destOrd="0" presId="urn:microsoft.com/office/officeart/2008/layout/LinedList"/>
    <dgm:cxn modelId="{7933E3D9-1D87-3E40-A5A5-1AC08C679D83}" type="presParOf" srcId="{251509C1-EA28-2F48-82F9-0C15583898B6}" destId="{6836B5CE-A407-8242-899A-2AAE3BD49801}" srcOrd="1" destOrd="0" presId="urn:microsoft.com/office/officeart/2008/layout/LinedList"/>
    <dgm:cxn modelId="{C1652A0C-CABC-4742-9D4B-F8FD5A28582F}" type="presParOf" srcId="{2CC52E33-E4C0-9446-BB53-E93183C00B30}" destId="{0546898A-600B-B148-A130-714EF655D872}" srcOrd="4" destOrd="0" presId="urn:microsoft.com/office/officeart/2008/layout/LinedList"/>
    <dgm:cxn modelId="{515ECEE0-6766-464C-8AAF-5C585766D07C}" type="presParOf" srcId="{2CC52E33-E4C0-9446-BB53-E93183C00B30}" destId="{3A27F3DA-101F-F743-B877-515A0D7E65F5}" srcOrd="5" destOrd="0" presId="urn:microsoft.com/office/officeart/2008/layout/LinedList"/>
    <dgm:cxn modelId="{2625BB68-C303-9C4A-BF3F-3CFDEB96B663}" type="presParOf" srcId="{3A27F3DA-101F-F743-B877-515A0D7E65F5}" destId="{EC2064A4-07F1-CE40-A7FF-BD3624C90DF5}" srcOrd="0" destOrd="0" presId="urn:microsoft.com/office/officeart/2008/layout/LinedList"/>
    <dgm:cxn modelId="{CCBA78A8-5510-DF45-8F49-92A46AB6B308}" type="presParOf" srcId="{3A27F3DA-101F-F743-B877-515A0D7E65F5}" destId="{1031AAC4-3119-E04C-9C30-69D6A2AD1537}" srcOrd="1" destOrd="0" presId="urn:microsoft.com/office/officeart/2008/layout/LinedList"/>
    <dgm:cxn modelId="{F15E9A9D-4217-6A4B-8D17-7A37EB9D07F5}" type="presParOf" srcId="{2CC52E33-E4C0-9446-BB53-E93183C00B30}" destId="{C2D0CB18-311A-3842-9551-C5B9C54D156D}" srcOrd="6" destOrd="0" presId="urn:microsoft.com/office/officeart/2008/layout/LinedList"/>
    <dgm:cxn modelId="{FFBA9D6A-F04D-9748-B930-5593F51DE91A}" type="presParOf" srcId="{2CC52E33-E4C0-9446-BB53-E93183C00B30}" destId="{2321662E-0F52-A444-A853-10F0D2C5F04D}" srcOrd="7" destOrd="0" presId="urn:microsoft.com/office/officeart/2008/layout/LinedList"/>
    <dgm:cxn modelId="{C3CFDE7D-4395-B94D-B595-C8EF9CA81BF7}" type="presParOf" srcId="{2321662E-0F52-A444-A853-10F0D2C5F04D}" destId="{67A6AF52-4C3B-5D47-B3FD-EEF0857B1AE7}" srcOrd="0" destOrd="0" presId="urn:microsoft.com/office/officeart/2008/layout/LinedList"/>
    <dgm:cxn modelId="{58C43514-FF06-4C40-881F-B04EDB78DB6E}" type="presParOf" srcId="{2321662E-0F52-A444-A853-10F0D2C5F04D}" destId="{CE4C1DA5-F8B9-F348-80DA-6BED0EFEBD1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B5D6429-AA31-4CEE-A688-BF5BEB7F98EC}"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US"/>
        </a:p>
      </dgm:t>
    </dgm:pt>
    <dgm:pt modelId="{84EF9411-7AD4-43F0-B04D-2E2BD58681AD}">
      <dgm:prSet/>
      <dgm:spPr/>
      <dgm:t>
        <a:bodyPr/>
        <a:lstStyle/>
        <a:p>
          <a:r>
            <a:rPr lang="en-US" dirty="0"/>
            <a:t>1. Importing the libraries and dataset</a:t>
          </a:r>
        </a:p>
      </dgm:t>
    </dgm:pt>
    <dgm:pt modelId="{CA776AB7-2DA9-4C06-9678-CE9700943DE7}" type="parTrans" cxnId="{2FDA0918-37BB-464B-9E2E-29F8A8A8E7F1}">
      <dgm:prSet/>
      <dgm:spPr/>
      <dgm:t>
        <a:bodyPr/>
        <a:lstStyle/>
        <a:p>
          <a:endParaRPr lang="en-US"/>
        </a:p>
      </dgm:t>
    </dgm:pt>
    <dgm:pt modelId="{AFF9BB71-00BF-40EB-9C71-34C83B8B2FA3}" type="sibTrans" cxnId="{2FDA0918-37BB-464B-9E2E-29F8A8A8E7F1}">
      <dgm:prSet/>
      <dgm:spPr/>
      <dgm:t>
        <a:bodyPr/>
        <a:lstStyle/>
        <a:p>
          <a:endParaRPr lang="en-US"/>
        </a:p>
      </dgm:t>
    </dgm:pt>
    <dgm:pt modelId="{8B069861-3E6E-4F44-835D-D2D1372381C7}">
      <dgm:prSet/>
      <dgm:spPr/>
      <dgm:t>
        <a:bodyPr/>
        <a:lstStyle/>
        <a:p>
          <a:r>
            <a:rPr lang="en-US"/>
            <a:t>2. Feature scaling (Since in SVR we have an implicit relationship equation between independent and dependent variables, so we need to apply feature scaling. For SLR, MLR and polynomial regression we have an explicit relationship and we do not use feature scaling.)</a:t>
          </a:r>
        </a:p>
      </dgm:t>
    </dgm:pt>
    <dgm:pt modelId="{4E74289B-2B1E-47B8-AFCC-6427CFD00EBF}" type="parTrans" cxnId="{0408B5AA-6FE2-4757-8A8D-A1E44222854C}">
      <dgm:prSet/>
      <dgm:spPr/>
      <dgm:t>
        <a:bodyPr/>
        <a:lstStyle/>
        <a:p>
          <a:endParaRPr lang="en-US"/>
        </a:p>
      </dgm:t>
    </dgm:pt>
    <dgm:pt modelId="{1C71A905-F83F-4C5C-8BD1-33833452B99A}" type="sibTrans" cxnId="{0408B5AA-6FE2-4757-8A8D-A1E44222854C}">
      <dgm:prSet/>
      <dgm:spPr/>
      <dgm:t>
        <a:bodyPr/>
        <a:lstStyle/>
        <a:p>
          <a:endParaRPr lang="en-US"/>
        </a:p>
      </dgm:t>
    </dgm:pt>
    <dgm:pt modelId="{8F3A30B6-7474-4B1C-8E02-8858A4806E40}">
      <dgm:prSet/>
      <dgm:spPr/>
      <dgm:t>
        <a:bodyPr/>
        <a:lstStyle/>
        <a:p>
          <a:r>
            <a:rPr lang="en-US"/>
            <a:t>3. Training the SVR dataset on the whole dataset</a:t>
          </a:r>
        </a:p>
      </dgm:t>
    </dgm:pt>
    <dgm:pt modelId="{B7DAB4FA-4A82-4A6D-9D5B-95751C5DA108}" type="parTrans" cxnId="{277FEE4B-FFA9-44FC-A673-8304BE61F688}">
      <dgm:prSet/>
      <dgm:spPr/>
      <dgm:t>
        <a:bodyPr/>
        <a:lstStyle/>
        <a:p>
          <a:endParaRPr lang="en-US"/>
        </a:p>
      </dgm:t>
    </dgm:pt>
    <dgm:pt modelId="{A073464A-4FF4-4337-9954-303223306A7C}" type="sibTrans" cxnId="{277FEE4B-FFA9-44FC-A673-8304BE61F688}">
      <dgm:prSet/>
      <dgm:spPr/>
      <dgm:t>
        <a:bodyPr/>
        <a:lstStyle/>
        <a:p>
          <a:endParaRPr lang="en-US"/>
        </a:p>
      </dgm:t>
    </dgm:pt>
    <dgm:pt modelId="{3F4659F6-F6E8-4072-A148-3F749CA605DB}">
      <dgm:prSet/>
      <dgm:spPr/>
      <dgm:t>
        <a:bodyPr/>
        <a:lstStyle/>
        <a:p>
          <a:r>
            <a:rPr lang="en-US"/>
            <a:t>4. Predicting a new result</a:t>
          </a:r>
        </a:p>
      </dgm:t>
    </dgm:pt>
    <dgm:pt modelId="{60B5BC76-36AE-490B-81C5-E7D19D66FF19}" type="parTrans" cxnId="{6E635D49-0FD5-451D-A0BC-40D060B2B8F7}">
      <dgm:prSet/>
      <dgm:spPr/>
      <dgm:t>
        <a:bodyPr/>
        <a:lstStyle/>
        <a:p>
          <a:endParaRPr lang="en-US"/>
        </a:p>
      </dgm:t>
    </dgm:pt>
    <dgm:pt modelId="{53BFFD7F-A273-42BA-823D-A73068B39AF3}" type="sibTrans" cxnId="{6E635D49-0FD5-451D-A0BC-40D060B2B8F7}">
      <dgm:prSet/>
      <dgm:spPr/>
      <dgm:t>
        <a:bodyPr/>
        <a:lstStyle/>
        <a:p>
          <a:endParaRPr lang="en-US"/>
        </a:p>
      </dgm:t>
    </dgm:pt>
    <dgm:pt modelId="{16934BAD-EAD8-46B8-922F-F5C7DC23D7D3}">
      <dgm:prSet/>
      <dgm:spPr/>
      <dgm:t>
        <a:bodyPr/>
        <a:lstStyle/>
        <a:p>
          <a:r>
            <a:rPr lang="en-US"/>
            <a:t>5. Visualizing the SVR results</a:t>
          </a:r>
        </a:p>
      </dgm:t>
    </dgm:pt>
    <dgm:pt modelId="{4B9830D1-2302-4E90-A275-6E7F2230BEE9}" type="parTrans" cxnId="{5142C650-CB84-4C31-998D-2B9DBC53905F}">
      <dgm:prSet/>
      <dgm:spPr/>
      <dgm:t>
        <a:bodyPr/>
        <a:lstStyle/>
        <a:p>
          <a:endParaRPr lang="en-US"/>
        </a:p>
      </dgm:t>
    </dgm:pt>
    <dgm:pt modelId="{25714BAD-A857-4073-A603-D375BB0C83C3}" type="sibTrans" cxnId="{5142C650-CB84-4C31-998D-2B9DBC53905F}">
      <dgm:prSet/>
      <dgm:spPr/>
      <dgm:t>
        <a:bodyPr/>
        <a:lstStyle/>
        <a:p>
          <a:endParaRPr lang="en-US"/>
        </a:p>
      </dgm:t>
    </dgm:pt>
    <dgm:pt modelId="{C88E319A-AF36-45C5-9957-19312E322B23}">
      <dgm:prSet/>
      <dgm:spPr/>
      <dgm:t>
        <a:bodyPr/>
        <a:lstStyle/>
        <a:p>
          <a:r>
            <a:rPr lang="en-US"/>
            <a:t>6. Visualizing the SVR results for higher resolution and smoother curve</a:t>
          </a:r>
        </a:p>
      </dgm:t>
    </dgm:pt>
    <dgm:pt modelId="{3D60DDC5-2257-48A4-A136-0404A27C72F2}" type="parTrans" cxnId="{DABB00F6-17F1-45A3-A03E-79B7E43057AA}">
      <dgm:prSet/>
      <dgm:spPr/>
      <dgm:t>
        <a:bodyPr/>
        <a:lstStyle/>
        <a:p>
          <a:endParaRPr lang="en-US"/>
        </a:p>
      </dgm:t>
    </dgm:pt>
    <dgm:pt modelId="{EF657BEC-CD9B-45A9-84B3-5442D2C9F599}" type="sibTrans" cxnId="{DABB00F6-17F1-45A3-A03E-79B7E43057AA}">
      <dgm:prSet/>
      <dgm:spPr/>
      <dgm:t>
        <a:bodyPr/>
        <a:lstStyle/>
        <a:p>
          <a:endParaRPr lang="en-US"/>
        </a:p>
      </dgm:t>
    </dgm:pt>
    <dgm:pt modelId="{2E54EA75-734A-EB4D-ABEE-7246526067C8}" type="pres">
      <dgm:prSet presAssocID="{7B5D6429-AA31-4CEE-A688-BF5BEB7F98EC}" presName="linear" presStyleCnt="0">
        <dgm:presLayoutVars>
          <dgm:animLvl val="lvl"/>
          <dgm:resizeHandles val="exact"/>
        </dgm:presLayoutVars>
      </dgm:prSet>
      <dgm:spPr/>
    </dgm:pt>
    <dgm:pt modelId="{8C7BFA3B-C984-DD43-A138-8F69C478CEF2}" type="pres">
      <dgm:prSet presAssocID="{84EF9411-7AD4-43F0-B04D-2E2BD58681AD}" presName="parentText" presStyleLbl="node1" presStyleIdx="0" presStyleCnt="6">
        <dgm:presLayoutVars>
          <dgm:chMax val="0"/>
          <dgm:bulletEnabled val="1"/>
        </dgm:presLayoutVars>
      </dgm:prSet>
      <dgm:spPr/>
    </dgm:pt>
    <dgm:pt modelId="{1B663C13-7141-A241-8B18-6DBC78535ED7}" type="pres">
      <dgm:prSet presAssocID="{AFF9BB71-00BF-40EB-9C71-34C83B8B2FA3}" presName="spacer" presStyleCnt="0"/>
      <dgm:spPr/>
    </dgm:pt>
    <dgm:pt modelId="{40FB5E05-BAA1-124A-9CFA-C57F96E56103}" type="pres">
      <dgm:prSet presAssocID="{8B069861-3E6E-4F44-835D-D2D1372381C7}" presName="parentText" presStyleLbl="node1" presStyleIdx="1" presStyleCnt="6">
        <dgm:presLayoutVars>
          <dgm:chMax val="0"/>
          <dgm:bulletEnabled val="1"/>
        </dgm:presLayoutVars>
      </dgm:prSet>
      <dgm:spPr/>
    </dgm:pt>
    <dgm:pt modelId="{E1F02F6F-A809-8A4F-B952-661184D7EF73}" type="pres">
      <dgm:prSet presAssocID="{1C71A905-F83F-4C5C-8BD1-33833452B99A}" presName="spacer" presStyleCnt="0"/>
      <dgm:spPr/>
    </dgm:pt>
    <dgm:pt modelId="{23A45C66-8225-E54E-A89B-5FAE0AA55729}" type="pres">
      <dgm:prSet presAssocID="{8F3A30B6-7474-4B1C-8E02-8858A4806E40}" presName="parentText" presStyleLbl="node1" presStyleIdx="2" presStyleCnt="6">
        <dgm:presLayoutVars>
          <dgm:chMax val="0"/>
          <dgm:bulletEnabled val="1"/>
        </dgm:presLayoutVars>
      </dgm:prSet>
      <dgm:spPr/>
    </dgm:pt>
    <dgm:pt modelId="{FE3A0D3B-A160-7C4C-888E-0C5E9C795D29}" type="pres">
      <dgm:prSet presAssocID="{A073464A-4FF4-4337-9954-303223306A7C}" presName="spacer" presStyleCnt="0"/>
      <dgm:spPr/>
    </dgm:pt>
    <dgm:pt modelId="{4F076340-6284-6A47-BA51-3382CAA0B7F5}" type="pres">
      <dgm:prSet presAssocID="{3F4659F6-F6E8-4072-A148-3F749CA605DB}" presName="parentText" presStyleLbl="node1" presStyleIdx="3" presStyleCnt="6">
        <dgm:presLayoutVars>
          <dgm:chMax val="0"/>
          <dgm:bulletEnabled val="1"/>
        </dgm:presLayoutVars>
      </dgm:prSet>
      <dgm:spPr/>
    </dgm:pt>
    <dgm:pt modelId="{2BA4C8D6-45B6-1C45-A58B-B9AC457A044D}" type="pres">
      <dgm:prSet presAssocID="{53BFFD7F-A273-42BA-823D-A73068B39AF3}" presName="spacer" presStyleCnt="0"/>
      <dgm:spPr/>
    </dgm:pt>
    <dgm:pt modelId="{11CEE0FD-5A9C-D848-9C04-C450F29A81F9}" type="pres">
      <dgm:prSet presAssocID="{16934BAD-EAD8-46B8-922F-F5C7DC23D7D3}" presName="parentText" presStyleLbl="node1" presStyleIdx="4" presStyleCnt="6">
        <dgm:presLayoutVars>
          <dgm:chMax val="0"/>
          <dgm:bulletEnabled val="1"/>
        </dgm:presLayoutVars>
      </dgm:prSet>
      <dgm:spPr/>
    </dgm:pt>
    <dgm:pt modelId="{D7108304-8C7E-614A-9960-35074F897B2D}" type="pres">
      <dgm:prSet presAssocID="{25714BAD-A857-4073-A603-D375BB0C83C3}" presName="spacer" presStyleCnt="0"/>
      <dgm:spPr/>
    </dgm:pt>
    <dgm:pt modelId="{4B3C0879-54B3-9E4A-8E4B-FEDF89628566}" type="pres">
      <dgm:prSet presAssocID="{C88E319A-AF36-45C5-9957-19312E322B23}" presName="parentText" presStyleLbl="node1" presStyleIdx="5" presStyleCnt="6">
        <dgm:presLayoutVars>
          <dgm:chMax val="0"/>
          <dgm:bulletEnabled val="1"/>
        </dgm:presLayoutVars>
      </dgm:prSet>
      <dgm:spPr/>
    </dgm:pt>
  </dgm:ptLst>
  <dgm:cxnLst>
    <dgm:cxn modelId="{2FDA0918-37BB-464B-9E2E-29F8A8A8E7F1}" srcId="{7B5D6429-AA31-4CEE-A688-BF5BEB7F98EC}" destId="{84EF9411-7AD4-43F0-B04D-2E2BD58681AD}" srcOrd="0" destOrd="0" parTransId="{CA776AB7-2DA9-4C06-9678-CE9700943DE7}" sibTransId="{AFF9BB71-00BF-40EB-9C71-34C83B8B2FA3}"/>
    <dgm:cxn modelId="{0D33651D-0BDC-6141-A347-6CFA05D02239}" type="presOf" srcId="{8B069861-3E6E-4F44-835D-D2D1372381C7}" destId="{40FB5E05-BAA1-124A-9CFA-C57F96E56103}" srcOrd="0" destOrd="0" presId="urn:microsoft.com/office/officeart/2005/8/layout/vList2"/>
    <dgm:cxn modelId="{6E635D49-0FD5-451D-A0BC-40D060B2B8F7}" srcId="{7B5D6429-AA31-4CEE-A688-BF5BEB7F98EC}" destId="{3F4659F6-F6E8-4072-A148-3F749CA605DB}" srcOrd="3" destOrd="0" parTransId="{60B5BC76-36AE-490B-81C5-E7D19D66FF19}" sibTransId="{53BFFD7F-A273-42BA-823D-A73068B39AF3}"/>
    <dgm:cxn modelId="{277FEE4B-FFA9-44FC-A673-8304BE61F688}" srcId="{7B5D6429-AA31-4CEE-A688-BF5BEB7F98EC}" destId="{8F3A30B6-7474-4B1C-8E02-8858A4806E40}" srcOrd="2" destOrd="0" parTransId="{B7DAB4FA-4A82-4A6D-9D5B-95751C5DA108}" sibTransId="{A073464A-4FF4-4337-9954-303223306A7C}"/>
    <dgm:cxn modelId="{5142C650-CB84-4C31-998D-2B9DBC53905F}" srcId="{7B5D6429-AA31-4CEE-A688-BF5BEB7F98EC}" destId="{16934BAD-EAD8-46B8-922F-F5C7DC23D7D3}" srcOrd="4" destOrd="0" parTransId="{4B9830D1-2302-4E90-A275-6E7F2230BEE9}" sibTransId="{25714BAD-A857-4073-A603-D375BB0C83C3}"/>
    <dgm:cxn modelId="{A08CDC53-FCB2-024D-BA54-FFF51DB3ABAB}" type="presOf" srcId="{C88E319A-AF36-45C5-9957-19312E322B23}" destId="{4B3C0879-54B3-9E4A-8E4B-FEDF89628566}" srcOrd="0" destOrd="0" presId="urn:microsoft.com/office/officeart/2005/8/layout/vList2"/>
    <dgm:cxn modelId="{2C15055D-22E5-7B42-B98D-DFB8303B837D}" type="presOf" srcId="{84EF9411-7AD4-43F0-B04D-2E2BD58681AD}" destId="{8C7BFA3B-C984-DD43-A138-8F69C478CEF2}" srcOrd="0" destOrd="0" presId="urn:microsoft.com/office/officeart/2005/8/layout/vList2"/>
    <dgm:cxn modelId="{55BF956F-F7B9-4341-8D99-367AE1657D70}" type="presOf" srcId="{3F4659F6-F6E8-4072-A148-3F749CA605DB}" destId="{4F076340-6284-6A47-BA51-3382CAA0B7F5}" srcOrd="0" destOrd="0" presId="urn:microsoft.com/office/officeart/2005/8/layout/vList2"/>
    <dgm:cxn modelId="{87C34A7E-3340-EB43-BFEB-4E318EF511BF}" type="presOf" srcId="{8F3A30B6-7474-4B1C-8E02-8858A4806E40}" destId="{23A45C66-8225-E54E-A89B-5FAE0AA55729}" srcOrd="0" destOrd="0" presId="urn:microsoft.com/office/officeart/2005/8/layout/vList2"/>
    <dgm:cxn modelId="{0408B5AA-6FE2-4757-8A8D-A1E44222854C}" srcId="{7B5D6429-AA31-4CEE-A688-BF5BEB7F98EC}" destId="{8B069861-3E6E-4F44-835D-D2D1372381C7}" srcOrd="1" destOrd="0" parTransId="{4E74289B-2B1E-47B8-AFCC-6427CFD00EBF}" sibTransId="{1C71A905-F83F-4C5C-8BD1-33833452B99A}"/>
    <dgm:cxn modelId="{A78538B7-8486-0047-A32B-50FE0F788D2F}" type="presOf" srcId="{16934BAD-EAD8-46B8-922F-F5C7DC23D7D3}" destId="{11CEE0FD-5A9C-D848-9C04-C450F29A81F9}" srcOrd="0" destOrd="0" presId="urn:microsoft.com/office/officeart/2005/8/layout/vList2"/>
    <dgm:cxn modelId="{1C68A1F3-4670-3345-9AAF-C88AC5DFD1F1}" type="presOf" srcId="{7B5D6429-AA31-4CEE-A688-BF5BEB7F98EC}" destId="{2E54EA75-734A-EB4D-ABEE-7246526067C8}" srcOrd="0" destOrd="0" presId="urn:microsoft.com/office/officeart/2005/8/layout/vList2"/>
    <dgm:cxn modelId="{DABB00F6-17F1-45A3-A03E-79B7E43057AA}" srcId="{7B5D6429-AA31-4CEE-A688-BF5BEB7F98EC}" destId="{C88E319A-AF36-45C5-9957-19312E322B23}" srcOrd="5" destOrd="0" parTransId="{3D60DDC5-2257-48A4-A136-0404A27C72F2}" sibTransId="{EF657BEC-CD9B-45A9-84B3-5442D2C9F599}"/>
    <dgm:cxn modelId="{2AE80D19-F6B7-1B48-B61A-0A2292C6DB66}" type="presParOf" srcId="{2E54EA75-734A-EB4D-ABEE-7246526067C8}" destId="{8C7BFA3B-C984-DD43-A138-8F69C478CEF2}" srcOrd="0" destOrd="0" presId="urn:microsoft.com/office/officeart/2005/8/layout/vList2"/>
    <dgm:cxn modelId="{E4A6D582-C29F-884C-9685-01F20DE51AD9}" type="presParOf" srcId="{2E54EA75-734A-EB4D-ABEE-7246526067C8}" destId="{1B663C13-7141-A241-8B18-6DBC78535ED7}" srcOrd="1" destOrd="0" presId="urn:microsoft.com/office/officeart/2005/8/layout/vList2"/>
    <dgm:cxn modelId="{8AB80EBB-2325-3C4A-BEC5-49F80EE50F81}" type="presParOf" srcId="{2E54EA75-734A-EB4D-ABEE-7246526067C8}" destId="{40FB5E05-BAA1-124A-9CFA-C57F96E56103}" srcOrd="2" destOrd="0" presId="urn:microsoft.com/office/officeart/2005/8/layout/vList2"/>
    <dgm:cxn modelId="{3D490CA3-A569-8D49-B22B-871D16FBBA51}" type="presParOf" srcId="{2E54EA75-734A-EB4D-ABEE-7246526067C8}" destId="{E1F02F6F-A809-8A4F-B952-661184D7EF73}" srcOrd="3" destOrd="0" presId="urn:microsoft.com/office/officeart/2005/8/layout/vList2"/>
    <dgm:cxn modelId="{67A76DDC-C336-F34C-8010-9B268A7BB9D0}" type="presParOf" srcId="{2E54EA75-734A-EB4D-ABEE-7246526067C8}" destId="{23A45C66-8225-E54E-A89B-5FAE0AA55729}" srcOrd="4" destOrd="0" presId="urn:microsoft.com/office/officeart/2005/8/layout/vList2"/>
    <dgm:cxn modelId="{5DD9FE81-A209-F742-B68B-DA2A6ECCEEB4}" type="presParOf" srcId="{2E54EA75-734A-EB4D-ABEE-7246526067C8}" destId="{FE3A0D3B-A160-7C4C-888E-0C5E9C795D29}" srcOrd="5" destOrd="0" presId="urn:microsoft.com/office/officeart/2005/8/layout/vList2"/>
    <dgm:cxn modelId="{9220489B-EC06-3C4B-AA51-0F3C8B7F2F98}" type="presParOf" srcId="{2E54EA75-734A-EB4D-ABEE-7246526067C8}" destId="{4F076340-6284-6A47-BA51-3382CAA0B7F5}" srcOrd="6" destOrd="0" presId="urn:microsoft.com/office/officeart/2005/8/layout/vList2"/>
    <dgm:cxn modelId="{228D7BF3-C251-F841-9B14-589E07F521A9}" type="presParOf" srcId="{2E54EA75-734A-EB4D-ABEE-7246526067C8}" destId="{2BA4C8D6-45B6-1C45-A58B-B9AC457A044D}" srcOrd="7" destOrd="0" presId="urn:microsoft.com/office/officeart/2005/8/layout/vList2"/>
    <dgm:cxn modelId="{2BEB3780-C0DD-8A46-A497-D58C186D6D0F}" type="presParOf" srcId="{2E54EA75-734A-EB4D-ABEE-7246526067C8}" destId="{11CEE0FD-5A9C-D848-9C04-C450F29A81F9}" srcOrd="8" destOrd="0" presId="urn:microsoft.com/office/officeart/2005/8/layout/vList2"/>
    <dgm:cxn modelId="{687B2C2F-E4FF-724F-B711-A6CC59E9D432}" type="presParOf" srcId="{2E54EA75-734A-EB4D-ABEE-7246526067C8}" destId="{D7108304-8C7E-614A-9960-35074F897B2D}" srcOrd="9" destOrd="0" presId="urn:microsoft.com/office/officeart/2005/8/layout/vList2"/>
    <dgm:cxn modelId="{7D582103-212C-9549-9564-CAA8EB322562}" type="presParOf" srcId="{2E54EA75-734A-EB4D-ABEE-7246526067C8}" destId="{4B3C0879-54B3-9E4A-8E4B-FEDF89628566}"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1D8480A-B1E8-4477-B053-05B7DDAEB573}" type="doc">
      <dgm:prSet loTypeId="urn:microsoft.com/office/officeart/2018/2/layout/IconVerticalSolidList" loCatId="icon" qsTypeId="urn:microsoft.com/office/officeart/2005/8/quickstyle/simple1" qsCatId="simple" csTypeId="urn:microsoft.com/office/officeart/2005/8/colors/colorful1" csCatId="colorful" phldr="1"/>
      <dgm:spPr/>
      <dgm:t>
        <a:bodyPr/>
        <a:lstStyle/>
        <a:p>
          <a:endParaRPr lang="en-US"/>
        </a:p>
      </dgm:t>
    </dgm:pt>
    <dgm:pt modelId="{A50FAB46-BEA3-48F8-B386-05CC3B71EF44}">
      <dgm:prSet/>
      <dgm:spPr/>
      <dgm:t>
        <a:bodyPr/>
        <a:lstStyle/>
        <a:p>
          <a:pPr>
            <a:lnSpc>
              <a:spcPct val="100000"/>
            </a:lnSpc>
          </a:pPr>
          <a:r>
            <a:rPr lang="en-US"/>
            <a:t>We need to scale the independent variables as well as the dependent variable  because the values for salaries are too high as compared to the position level.</a:t>
          </a:r>
        </a:p>
      </dgm:t>
    </dgm:pt>
    <dgm:pt modelId="{9C524CA0-8C78-461B-AFA9-B7006551B41D}" type="parTrans" cxnId="{D2A77AF0-712D-4490-818A-CDDFCBE31C3E}">
      <dgm:prSet/>
      <dgm:spPr/>
      <dgm:t>
        <a:bodyPr/>
        <a:lstStyle/>
        <a:p>
          <a:endParaRPr lang="en-US"/>
        </a:p>
      </dgm:t>
    </dgm:pt>
    <dgm:pt modelId="{B9D478F4-AEC9-41EF-826B-C2CE0650BB50}" type="sibTrans" cxnId="{D2A77AF0-712D-4490-818A-CDDFCBE31C3E}">
      <dgm:prSet/>
      <dgm:spPr/>
      <dgm:t>
        <a:bodyPr/>
        <a:lstStyle/>
        <a:p>
          <a:endParaRPr lang="en-US"/>
        </a:p>
      </dgm:t>
    </dgm:pt>
    <dgm:pt modelId="{A7EB4347-DF35-4CAC-B0F4-4FBBE882F6D8}">
      <dgm:prSet/>
      <dgm:spPr/>
      <dgm:t>
        <a:bodyPr/>
        <a:lstStyle/>
        <a:p>
          <a:pPr>
            <a:lnSpc>
              <a:spcPct val="100000"/>
            </a:lnSpc>
          </a:pPr>
          <a:r>
            <a:rPr lang="en-US"/>
            <a:t>We will apply standard scaler to both the columns separately.</a:t>
          </a:r>
        </a:p>
      </dgm:t>
    </dgm:pt>
    <dgm:pt modelId="{5A3325AC-1D53-4F08-8499-F99E50055F66}" type="parTrans" cxnId="{D9B221DA-348B-4C38-A3B6-54E386CE5194}">
      <dgm:prSet/>
      <dgm:spPr/>
      <dgm:t>
        <a:bodyPr/>
        <a:lstStyle/>
        <a:p>
          <a:endParaRPr lang="en-US"/>
        </a:p>
      </dgm:t>
    </dgm:pt>
    <dgm:pt modelId="{155BEE06-73E3-45F2-AB3E-3831DFC6DEDC}" type="sibTrans" cxnId="{D9B221DA-348B-4C38-A3B6-54E386CE5194}">
      <dgm:prSet/>
      <dgm:spPr/>
      <dgm:t>
        <a:bodyPr/>
        <a:lstStyle/>
        <a:p>
          <a:endParaRPr lang="en-US"/>
        </a:p>
      </dgm:t>
    </dgm:pt>
    <dgm:pt modelId="{DD638F27-9350-4903-B59C-0DD62D3E79E7}">
      <dgm:prSet/>
      <dgm:spPr/>
      <dgm:t>
        <a:bodyPr/>
        <a:lstStyle/>
        <a:p>
          <a:pPr>
            <a:lnSpc>
              <a:spcPct val="100000"/>
            </a:lnSpc>
          </a:pPr>
          <a:r>
            <a:rPr lang="en-US"/>
            <a:t>But first, we need to reshape y, since the scaler function needs input arguments which are a 2D array. </a:t>
          </a:r>
        </a:p>
      </dgm:t>
    </dgm:pt>
    <dgm:pt modelId="{C4A55DD5-8BF4-4917-A4E3-7F71B60D8883}" type="parTrans" cxnId="{8C3082F3-6A7E-40C0-BCF3-C2469939ECC2}">
      <dgm:prSet/>
      <dgm:spPr/>
      <dgm:t>
        <a:bodyPr/>
        <a:lstStyle/>
        <a:p>
          <a:endParaRPr lang="en-US"/>
        </a:p>
      </dgm:t>
    </dgm:pt>
    <dgm:pt modelId="{FF6238C6-44D8-4E09-864F-E476CD13610F}" type="sibTrans" cxnId="{8C3082F3-6A7E-40C0-BCF3-C2469939ECC2}">
      <dgm:prSet/>
      <dgm:spPr/>
      <dgm:t>
        <a:bodyPr/>
        <a:lstStyle/>
        <a:p>
          <a:endParaRPr lang="en-US"/>
        </a:p>
      </dgm:t>
    </dgm:pt>
    <dgm:pt modelId="{7429515C-66BD-438D-B447-C6D93F4323DB}" type="pres">
      <dgm:prSet presAssocID="{E1D8480A-B1E8-4477-B053-05B7DDAEB573}" presName="root" presStyleCnt="0">
        <dgm:presLayoutVars>
          <dgm:dir/>
          <dgm:resizeHandles val="exact"/>
        </dgm:presLayoutVars>
      </dgm:prSet>
      <dgm:spPr/>
    </dgm:pt>
    <dgm:pt modelId="{8741643C-9325-47AA-A9BE-6ED1B8AA3244}" type="pres">
      <dgm:prSet presAssocID="{A50FAB46-BEA3-48F8-B386-05CC3B71EF44}" presName="compNode" presStyleCnt="0"/>
      <dgm:spPr/>
    </dgm:pt>
    <dgm:pt modelId="{8D94BC8E-A623-4489-B3AE-827574A92309}" type="pres">
      <dgm:prSet presAssocID="{A50FAB46-BEA3-48F8-B386-05CC3B71EF44}" presName="bgRect" presStyleLbl="bgShp" presStyleIdx="0" presStyleCnt="3"/>
      <dgm:spPr/>
    </dgm:pt>
    <dgm:pt modelId="{1524732D-D285-496C-BF1C-D6DCD3615972}" type="pres">
      <dgm:prSet presAssocID="{A50FAB46-BEA3-48F8-B386-05CC3B71EF4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ximise"/>
        </a:ext>
      </dgm:extLst>
    </dgm:pt>
    <dgm:pt modelId="{18AACB9E-B1E5-4A3C-8A7C-3F3E92F4AC0A}" type="pres">
      <dgm:prSet presAssocID="{A50FAB46-BEA3-48F8-B386-05CC3B71EF44}" presName="spaceRect" presStyleCnt="0"/>
      <dgm:spPr/>
    </dgm:pt>
    <dgm:pt modelId="{D15CC9E9-2696-4F7B-8465-90AB7072C71A}" type="pres">
      <dgm:prSet presAssocID="{A50FAB46-BEA3-48F8-B386-05CC3B71EF44}" presName="parTx" presStyleLbl="revTx" presStyleIdx="0" presStyleCnt="3">
        <dgm:presLayoutVars>
          <dgm:chMax val="0"/>
          <dgm:chPref val="0"/>
        </dgm:presLayoutVars>
      </dgm:prSet>
      <dgm:spPr/>
    </dgm:pt>
    <dgm:pt modelId="{B0B61AB8-7E92-428E-980A-BF84975A82EC}" type="pres">
      <dgm:prSet presAssocID="{B9D478F4-AEC9-41EF-826B-C2CE0650BB50}" presName="sibTrans" presStyleCnt="0"/>
      <dgm:spPr/>
    </dgm:pt>
    <dgm:pt modelId="{A5208197-407F-4D53-A562-43A69BDD11FC}" type="pres">
      <dgm:prSet presAssocID="{A7EB4347-DF35-4CAC-B0F4-4FBBE882F6D8}" presName="compNode" presStyleCnt="0"/>
      <dgm:spPr/>
    </dgm:pt>
    <dgm:pt modelId="{9A0EF1D7-C619-414C-BFE5-A18F60FCE139}" type="pres">
      <dgm:prSet presAssocID="{A7EB4347-DF35-4CAC-B0F4-4FBBE882F6D8}" presName="bgRect" presStyleLbl="bgShp" presStyleIdx="1" presStyleCnt="3"/>
      <dgm:spPr/>
    </dgm:pt>
    <dgm:pt modelId="{A18E0389-B869-429F-96E2-D7AEBA49F6C8}" type="pres">
      <dgm:prSet presAssocID="{A7EB4347-DF35-4CAC-B0F4-4FBBE882F6D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ject"/>
        </a:ext>
      </dgm:extLst>
    </dgm:pt>
    <dgm:pt modelId="{C071B74F-C26F-40CF-B9D7-8EF084092C3E}" type="pres">
      <dgm:prSet presAssocID="{A7EB4347-DF35-4CAC-B0F4-4FBBE882F6D8}" presName="spaceRect" presStyleCnt="0"/>
      <dgm:spPr/>
    </dgm:pt>
    <dgm:pt modelId="{5FD0CA1E-95F5-4EA3-9CDD-E5D95C3485B8}" type="pres">
      <dgm:prSet presAssocID="{A7EB4347-DF35-4CAC-B0F4-4FBBE882F6D8}" presName="parTx" presStyleLbl="revTx" presStyleIdx="1" presStyleCnt="3">
        <dgm:presLayoutVars>
          <dgm:chMax val="0"/>
          <dgm:chPref val="0"/>
        </dgm:presLayoutVars>
      </dgm:prSet>
      <dgm:spPr/>
    </dgm:pt>
    <dgm:pt modelId="{A30C4003-908C-4AA4-8138-B45970CCBC59}" type="pres">
      <dgm:prSet presAssocID="{155BEE06-73E3-45F2-AB3E-3831DFC6DEDC}" presName="sibTrans" presStyleCnt="0"/>
      <dgm:spPr/>
    </dgm:pt>
    <dgm:pt modelId="{DE88FDCB-DC8C-4C9D-93F5-E6E4460BEEC2}" type="pres">
      <dgm:prSet presAssocID="{DD638F27-9350-4903-B59C-0DD62D3E79E7}" presName="compNode" presStyleCnt="0"/>
      <dgm:spPr/>
    </dgm:pt>
    <dgm:pt modelId="{35F7FE15-5179-486B-A4B8-F2299EBB24A0}" type="pres">
      <dgm:prSet presAssocID="{DD638F27-9350-4903-B59C-0DD62D3E79E7}" presName="bgRect" presStyleLbl="bgShp" presStyleIdx="2" presStyleCnt="3"/>
      <dgm:spPr/>
    </dgm:pt>
    <dgm:pt modelId="{5D5832DC-EB82-40FF-8523-84D2A4FEF030}" type="pres">
      <dgm:prSet presAssocID="{DD638F27-9350-4903-B59C-0DD62D3E79E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ick"/>
        </a:ext>
      </dgm:extLst>
    </dgm:pt>
    <dgm:pt modelId="{C79277F2-5130-48E9-8D71-781DEF2D4A52}" type="pres">
      <dgm:prSet presAssocID="{DD638F27-9350-4903-B59C-0DD62D3E79E7}" presName="spaceRect" presStyleCnt="0"/>
      <dgm:spPr/>
    </dgm:pt>
    <dgm:pt modelId="{20EFDCA3-5E21-4FF8-8D2D-DE6D551E641B}" type="pres">
      <dgm:prSet presAssocID="{DD638F27-9350-4903-B59C-0DD62D3E79E7}" presName="parTx" presStyleLbl="revTx" presStyleIdx="2" presStyleCnt="3">
        <dgm:presLayoutVars>
          <dgm:chMax val="0"/>
          <dgm:chPref val="0"/>
        </dgm:presLayoutVars>
      </dgm:prSet>
      <dgm:spPr/>
    </dgm:pt>
  </dgm:ptLst>
  <dgm:cxnLst>
    <dgm:cxn modelId="{56E91128-67B6-054D-A57B-32FF342F4EC4}" type="presOf" srcId="{E1D8480A-B1E8-4477-B053-05B7DDAEB573}" destId="{7429515C-66BD-438D-B447-C6D93F4323DB}" srcOrd="0" destOrd="0" presId="urn:microsoft.com/office/officeart/2018/2/layout/IconVerticalSolidList"/>
    <dgm:cxn modelId="{AF5F526C-4D78-EE42-9228-F2089CCC0659}" type="presOf" srcId="{A7EB4347-DF35-4CAC-B0F4-4FBBE882F6D8}" destId="{5FD0CA1E-95F5-4EA3-9CDD-E5D95C3485B8}" srcOrd="0" destOrd="0" presId="urn:microsoft.com/office/officeart/2018/2/layout/IconVerticalSolidList"/>
    <dgm:cxn modelId="{0BF692C1-0667-9142-8B23-7593F29BE262}" type="presOf" srcId="{DD638F27-9350-4903-B59C-0DD62D3E79E7}" destId="{20EFDCA3-5E21-4FF8-8D2D-DE6D551E641B}" srcOrd="0" destOrd="0" presId="urn:microsoft.com/office/officeart/2018/2/layout/IconVerticalSolidList"/>
    <dgm:cxn modelId="{D9B221DA-348B-4C38-A3B6-54E386CE5194}" srcId="{E1D8480A-B1E8-4477-B053-05B7DDAEB573}" destId="{A7EB4347-DF35-4CAC-B0F4-4FBBE882F6D8}" srcOrd="1" destOrd="0" parTransId="{5A3325AC-1D53-4F08-8499-F99E50055F66}" sibTransId="{155BEE06-73E3-45F2-AB3E-3831DFC6DEDC}"/>
    <dgm:cxn modelId="{0EF40FE1-026C-8A45-B089-2C7417052A83}" type="presOf" srcId="{A50FAB46-BEA3-48F8-B386-05CC3B71EF44}" destId="{D15CC9E9-2696-4F7B-8465-90AB7072C71A}" srcOrd="0" destOrd="0" presId="urn:microsoft.com/office/officeart/2018/2/layout/IconVerticalSolidList"/>
    <dgm:cxn modelId="{D2A77AF0-712D-4490-818A-CDDFCBE31C3E}" srcId="{E1D8480A-B1E8-4477-B053-05B7DDAEB573}" destId="{A50FAB46-BEA3-48F8-B386-05CC3B71EF44}" srcOrd="0" destOrd="0" parTransId="{9C524CA0-8C78-461B-AFA9-B7006551B41D}" sibTransId="{B9D478F4-AEC9-41EF-826B-C2CE0650BB50}"/>
    <dgm:cxn modelId="{8C3082F3-6A7E-40C0-BCF3-C2469939ECC2}" srcId="{E1D8480A-B1E8-4477-B053-05B7DDAEB573}" destId="{DD638F27-9350-4903-B59C-0DD62D3E79E7}" srcOrd="2" destOrd="0" parTransId="{C4A55DD5-8BF4-4917-A4E3-7F71B60D8883}" sibTransId="{FF6238C6-44D8-4E09-864F-E476CD13610F}"/>
    <dgm:cxn modelId="{4CC21A2B-5403-0C44-8466-5360DBC26EA8}" type="presParOf" srcId="{7429515C-66BD-438D-B447-C6D93F4323DB}" destId="{8741643C-9325-47AA-A9BE-6ED1B8AA3244}" srcOrd="0" destOrd="0" presId="urn:microsoft.com/office/officeart/2018/2/layout/IconVerticalSolidList"/>
    <dgm:cxn modelId="{A25B4DA0-60C5-B241-8F70-204DBF074B61}" type="presParOf" srcId="{8741643C-9325-47AA-A9BE-6ED1B8AA3244}" destId="{8D94BC8E-A623-4489-B3AE-827574A92309}" srcOrd="0" destOrd="0" presId="urn:microsoft.com/office/officeart/2018/2/layout/IconVerticalSolidList"/>
    <dgm:cxn modelId="{865AD37C-E3D8-7A44-BB1C-21AD7D5BA928}" type="presParOf" srcId="{8741643C-9325-47AA-A9BE-6ED1B8AA3244}" destId="{1524732D-D285-496C-BF1C-D6DCD3615972}" srcOrd="1" destOrd="0" presId="urn:microsoft.com/office/officeart/2018/2/layout/IconVerticalSolidList"/>
    <dgm:cxn modelId="{E6EF39AC-E511-5545-94D1-6F644ACCC5C5}" type="presParOf" srcId="{8741643C-9325-47AA-A9BE-6ED1B8AA3244}" destId="{18AACB9E-B1E5-4A3C-8A7C-3F3E92F4AC0A}" srcOrd="2" destOrd="0" presId="urn:microsoft.com/office/officeart/2018/2/layout/IconVerticalSolidList"/>
    <dgm:cxn modelId="{19AE8CB3-8294-954B-864F-4D4624D2C6BC}" type="presParOf" srcId="{8741643C-9325-47AA-A9BE-6ED1B8AA3244}" destId="{D15CC9E9-2696-4F7B-8465-90AB7072C71A}" srcOrd="3" destOrd="0" presId="urn:microsoft.com/office/officeart/2018/2/layout/IconVerticalSolidList"/>
    <dgm:cxn modelId="{0E79DAC6-2B70-8343-8F55-DE3E1709275B}" type="presParOf" srcId="{7429515C-66BD-438D-B447-C6D93F4323DB}" destId="{B0B61AB8-7E92-428E-980A-BF84975A82EC}" srcOrd="1" destOrd="0" presId="urn:microsoft.com/office/officeart/2018/2/layout/IconVerticalSolidList"/>
    <dgm:cxn modelId="{4222129A-5A1F-0349-AFB4-B5ECD236D55A}" type="presParOf" srcId="{7429515C-66BD-438D-B447-C6D93F4323DB}" destId="{A5208197-407F-4D53-A562-43A69BDD11FC}" srcOrd="2" destOrd="0" presId="urn:microsoft.com/office/officeart/2018/2/layout/IconVerticalSolidList"/>
    <dgm:cxn modelId="{6497822C-12C6-1742-88D6-E79C7565C729}" type="presParOf" srcId="{A5208197-407F-4D53-A562-43A69BDD11FC}" destId="{9A0EF1D7-C619-414C-BFE5-A18F60FCE139}" srcOrd="0" destOrd="0" presId="urn:microsoft.com/office/officeart/2018/2/layout/IconVerticalSolidList"/>
    <dgm:cxn modelId="{C69487BB-342C-714B-8775-B0BC681D7EF1}" type="presParOf" srcId="{A5208197-407F-4D53-A562-43A69BDD11FC}" destId="{A18E0389-B869-429F-96E2-D7AEBA49F6C8}" srcOrd="1" destOrd="0" presId="urn:microsoft.com/office/officeart/2018/2/layout/IconVerticalSolidList"/>
    <dgm:cxn modelId="{AAA06BE4-8DE7-7644-9F35-46769FB37DF3}" type="presParOf" srcId="{A5208197-407F-4D53-A562-43A69BDD11FC}" destId="{C071B74F-C26F-40CF-B9D7-8EF084092C3E}" srcOrd="2" destOrd="0" presId="urn:microsoft.com/office/officeart/2018/2/layout/IconVerticalSolidList"/>
    <dgm:cxn modelId="{C9185FC2-4D9E-EE4A-AF25-F93558001883}" type="presParOf" srcId="{A5208197-407F-4D53-A562-43A69BDD11FC}" destId="{5FD0CA1E-95F5-4EA3-9CDD-E5D95C3485B8}" srcOrd="3" destOrd="0" presId="urn:microsoft.com/office/officeart/2018/2/layout/IconVerticalSolidList"/>
    <dgm:cxn modelId="{69397C3E-B32F-CD42-97C9-CDB4675E1133}" type="presParOf" srcId="{7429515C-66BD-438D-B447-C6D93F4323DB}" destId="{A30C4003-908C-4AA4-8138-B45970CCBC59}" srcOrd="3" destOrd="0" presId="urn:microsoft.com/office/officeart/2018/2/layout/IconVerticalSolidList"/>
    <dgm:cxn modelId="{9BF61587-44BB-9647-9BA8-DAD497774A0F}" type="presParOf" srcId="{7429515C-66BD-438D-B447-C6D93F4323DB}" destId="{DE88FDCB-DC8C-4C9D-93F5-E6E4460BEEC2}" srcOrd="4" destOrd="0" presId="urn:microsoft.com/office/officeart/2018/2/layout/IconVerticalSolidList"/>
    <dgm:cxn modelId="{12CE8117-0FFE-3F42-B03B-3C7E870D1D94}" type="presParOf" srcId="{DE88FDCB-DC8C-4C9D-93F5-E6E4460BEEC2}" destId="{35F7FE15-5179-486B-A4B8-F2299EBB24A0}" srcOrd="0" destOrd="0" presId="urn:microsoft.com/office/officeart/2018/2/layout/IconVerticalSolidList"/>
    <dgm:cxn modelId="{0FC974CE-227C-714A-BEEA-46693E713DB4}" type="presParOf" srcId="{DE88FDCB-DC8C-4C9D-93F5-E6E4460BEEC2}" destId="{5D5832DC-EB82-40FF-8523-84D2A4FEF030}" srcOrd="1" destOrd="0" presId="urn:microsoft.com/office/officeart/2018/2/layout/IconVerticalSolidList"/>
    <dgm:cxn modelId="{EAD1CEB9-255C-CD4B-B4B3-657E1E73FE55}" type="presParOf" srcId="{DE88FDCB-DC8C-4C9D-93F5-E6E4460BEEC2}" destId="{C79277F2-5130-48E9-8D71-781DEF2D4A52}" srcOrd="2" destOrd="0" presId="urn:microsoft.com/office/officeart/2018/2/layout/IconVerticalSolidList"/>
    <dgm:cxn modelId="{211D5127-C9AA-4A40-B4E7-C421B6706763}" type="presParOf" srcId="{DE88FDCB-DC8C-4C9D-93F5-E6E4460BEEC2}" destId="{20EFDCA3-5E21-4FF8-8D2D-DE6D551E641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FA523F3-827F-4255-B81B-1B085DEFA617}" type="doc">
      <dgm:prSet loTypeId="urn:microsoft.com/office/officeart/2005/8/layout/default" loCatId="list" qsTypeId="urn:microsoft.com/office/officeart/2005/8/quickstyle/simple4" qsCatId="simple" csTypeId="urn:microsoft.com/office/officeart/2005/8/colors/colorful1" csCatId="colorful"/>
      <dgm:spPr/>
      <dgm:t>
        <a:bodyPr/>
        <a:lstStyle/>
        <a:p>
          <a:endParaRPr lang="en-US"/>
        </a:p>
      </dgm:t>
    </dgm:pt>
    <dgm:pt modelId="{A0F6B542-2E2E-484B-9643-AFA9C58589AB}">
      <dgm:prSet/>
      <dgm:spPr/>
      <dgm:t>
        <a:bodyPr/>
        <a:lstStyle/>
        <a:p>
          <a:r>
            <a:rPr lang="en-US"/>
            <a:t>We can maintain regularization by adjusting it in the Scikit-learn’s C parameters. </a:t>
          </a:r>
        </a:p>
      </dgm:t>
    </dgm:pt>
    <dgm:pt modelId="{084CC76A-AF37-46D2-8291-4F263C3ACF97}" type="parTrans" cxnId="{8EF70796-00BB-4F46-A9CE-A12B6F674867}">
      <dgm:prSet/>
      <dgm:spPr/>
      <dgm:t>
        <a:bodyPr/>
        <a:lstStyle/>
        <a:p>
          <a:endParaRPr lang="en-US"/>
        </a:p>
      </dgm:t>
    </dgm:pt>
    <dgm:pt modelId="{E06ABD1E-F2B1-40F3-9D83-B108C2C8183B}" type="sibTrans" cxnId="{8EF70796-00BB-4F46-A9CE-A12B6F674867}">
      <dgm:prSet/>
      <dgm:spPr/>
      <dgm:t>
        <a:bodyPr/>
        <a:lstStyle/>
        <a:p>
          <a:endParaRPr lang="en-US"/>
        </a:p>
      </dgm:t>
    </dgm:pt>
    <dgm:pt modelId="{A5D70D5E-B9DF-4817-9A22-9C29A8979FCD}">
      <dgm:prSet/>
      <dgm:spPr/>
      <dgm:t>
        <a:bodyPr/>
        <a:lstStyle/>
        <a:p>
          <a:r>
            <a:rPr lang="en-US"/>
            <a:t>C denotes a penalty parameter representing an error or any form of misclassification. </a:t>
          </a:r>
        </a:p>
      </dgm:t>
    </dgm:pt>
    <dgm:pt modelId="{5229DE17-79BD-4507-AB43-6CB9FDF22782}" type="parTrans" cxnId="{A1D477D2-2968-4CAF-85E0-68432ACEC9F8}">
      <dgm:prSet/>
      <dgm:spPr/>
      <dgm:t>
        <a:bodyPr/>
        <a:lstStyle/>
        <a:p>
          <a:endParaRPr lang="en-US"/>
        </a:p>
      </dgm:t>
    </dgm:pt>
    <dgm:pt modelId="{0246E591-CEE8-4DA7-B060-4D31A2DF7C13}" type="sibTrans" cxnId="{A1D477D2-2968-4CAF-85E0-68432ACEC9F8}">
      <dgm:prSet/>
      <dgm:spPr/>
      <dgm:t>
        <a:bodyPr/>
        <a:lstStyle/>
        <a:p>
          <a:endParaRPr lang="en-US"/>
        </a:p>
      </dgm:t>
    </dgm:pt>
    <dgm:pt modelId="{4A60A071-419C-4285-90DD-81D34688304E}">
      <dgm:prSet/>
      <dgm:spPr/>
      <dgm:t>
        <a:bodyPr/>
        <a:lstStyle/>
        <a:p>
          <a:r>
            <a:rPr lang="en-US" dirty="0"/>
            <a:t>With this misclassification, one can understand how much of the error is actually bearable. </a:t>
          </a:r>
        </a:p>
      </dgm:t>
    </dgm:pt>
    <dgm:pt modelId="{0D136A17-116F-4F4A-AA2D-588A33E269A0}" type="parTrans" cxnId="{69295D33-C87A-49FA-9D81-07C0E08547A8}">
      <dgm:prSet/>
      <dgm:spPr/>
      <dgm:t>
        <a:bodyPr/>
        <a:lstStyle/>
        <a:p>
          <a:endParaRPr lang="en-US"/>
        </a:p>
      </dgm:t>
    </dgm:pt>
    <dgm:pt modelId="{7B0D42F4-20BD-4B7C-A4A6-0BF9F8A704B9}" type="sibTrans" cxnId="{69295D33-C87A-49FA-9D81-07C0E08547A8}">
      <dgm:prSet/>
      <dgm:spPr/>
      <dgm:t>
        <a:bodyPr/>
        <a:lstStyle/>
        <a:p>
          <a:endParaRPr lang="en-US"/>
        </a:p>
      </dgm:t>
    </dgm:pt>
    <dgm:pt modelId="{3FC1BE09-3E6D-46B7-AD76-281A6C541D34}">
      <dgm:prSet/>
      <dgm:spPr/>
      <dgm:t>
        <a:bodyPr/>
        <a:lstStyle/>
        <a:p>
          <a:r>
            <a:rPr lang="en-US" dirty="0"/>
            <a:t>With a smaller C value, we obtain hyperplane of small margin and with a larger C value, we obtain hyperplane of larger value.</a:t>
          </a:r>
        </a:p>
      </dgm:t>
    </dgm:pt>
    <dgm:pt modelId="{72E60ADB-68BF-4805-B7AF-30E6DF9EF42F}" type="parTrans" cxnId="{9508AD89-61AA-4AF0-A00E-EB2BF304EC84}">
      <dgm:prSet/>
      <dgm:spPr/>
      <dgm:t>
        <a:bodyPr/>
        <a:lstStyle/>
        <a:p>
          <a:endParaRPr lang="en-US"/>
        </a:p>
      </dgm:t>
    </dgm:pt>
    <dgm:pt modelId="{62432A3E-FDC5-48D3-8190-737FF0F02717}" type="sibTrans" cxnId="{9508AD89-61AA-4AF0-A00E-EB2BF304EC84}">
      <dgm:prSet/>
      <dgm:spPr/>
      <dgm:t>
        <a:bodyPr/>
        <a:lstStyle/>
        <a:p>
          <a:endParaRPr lang="en-US"/>
        </a:p>
      </dgm:t>
    </dgm:pt>
    <dgm:pt modelId="{2A02DA20-65FB-FC4F-8127-7210E9F1B205}" type="pres">
      <dgm:prSet presAssocID="{EFA523F3-827F-4255-B81B-1B085DEFA617}" presName="diagram" presStyleCnt="0">
        <dgm:presLayoutVars>
          <dgm:dir/>
          <dgm:resizeHandles val="exact"/>
        </dgm:presLayoutVars>
      </dgm:prSet>
      <dgm:spPr/>
    </dgm:pt>
    <dgm:pt modelId="{96B14ADF-F613-3249-A0A3-32564440DE00}" type="pres">
      <dgm:prSet presAssocID="{A0F6B542-2E2E-484B-9643-AFA9C58589AB}" presName="node" presStyleLbl="node1" presStyleIdx="0" presStyleCnt="4">
        <dgm:presLayoutVars>
          <dgm:bulletEnabled val="1"/>
        </dgm:presLayoutVars>
      </dgm:prSet>
      <dgm:spPr/>
    </dgm:pt>
    <dgm:pt modelId="{FEE28D9B-E862-444D-A599-6F1C7A4211A5}" type="pres">
      <dgm:prSet presAssocID="{E06ABD1E-F2B1-40F3-9D83-B108C2C8183B}" presName="sibTrans" presStyleCnt="0"/>
      <dgm:spPr/>
    </dgm:pt>
    <dgm:pt modelId="{42CA68CA-C213-3149-887C-34D573803AC7}" type="pres">
      <dgm:prSet presAssocID="{A5D70D5E-B9DF-4817-9A22-9C29A8979FCD}" presName="node" presStyleLbl="node1" presStyleIdx="1" presStyleCnt="4">
        <dgm:presLayoutVars>
          <dgm:bulletEnabled val="1"/>
        </dgm:presLayoutVars>
      </dgm:prSet>
      <dgm:spPr/>
    </dgm:pt>
    <dgm:pt modelId="{290994B1-5D57-184D-9951-6113E70D59CF}" type="pres">
      <dgm:prSet presAssocID="{0246E591-CEE8-4DA7-B060-4D31A2DF7C13}" presName="sibTrans" presStyleCnt="0"/>
      <dgm:spPr/>
    </dgm:pt>
    <dgm:pt modelId="{81B7CF0C-CFC9-5940-94BB-8F1934129478}" type="pres">
      <dgm:prSet presAssocID="{4A60A071-419C-4285-90DD-81D34688304E}" presName="node" presStyleLbl="node1" presStyleIdx="2" presStyleCnt="4">
        <dgm:presLayoutVars>
          <dgm:bulletEnabled val="1"/>
        </dgm:presLayoutVars>
      </dgm:prSet>
      <dgm:spPr/>
    </dgm:pt>
    <dgm:pt modelId="{2B0074A2-A637-8B41-8164-2646D39DE116}" type="pres">
      <dgm:prSet presAssocID="{7B0D42F4-20BD-4B7C-A4A6-0BF9F8A704B9}" presName="sibTrans" presStyleCnt="0"/>
      <dgm:spPr/>
    </dgm:pt>
    <dgm:pt modelId="{DEA235ED-B050-1546-9382-509D59D8ECBF}" type="pres">
      <dgm:prSet presAssocID="{3FC1BE09-3E6D-46B7-AD76-281A6C541D34}" presName="node" presStyleLbl="node1" presStyleIdx="3" presStyleCnt="4">
        <dgm:presLayoutVars>
          <dgm:bulletEnabled val="1"/>
        </dgm:presLayoutVars>
      </dgm:prSet>
      <dgm:spPr/>
    </dgm:pt>
  </dgm:ptLst>
  <dgm:cxnLst>
    <dgm:cxn modelId="{13958E17-20EE-CB4A-B6B5-093AF59F45AE}" type="presOf" srcId="{A5D70D5E-B9DF-4817-9A22-9C29A8979FCD}" destId="{42CA68CA-C213-3149-887C-34D573803AC7}" srcOrd="0" destOrd="0" presId="urn:microsoft.com/office/officeart/2005/8/layout/default"/>
    <dgm:cxn modelId="{69295D33-C87A-49FA-9D81-07C0E08547A8}" srcId="{EFA523F3-827F-4255-B81B-1B085DEFA617}" destId="{4A60A071-419C-4285-90DD-81D34688304E}" srcOrd="2" destOrd="0" parTransId="{0D136A17-116F-4F4A-AA2D-588A33E269A0}" sibTransId="{7B0D42F4-20BD-4B7C-A4A6-0BF9F8A704B9}"/>
    <dgm:cxn modelId="{B2BB2C42-CD50-774C-A299-083DA725D137}" type="presOf" srcId="{EFA523F3-827F-4255-B81B-1B085DEFA617}" destId="{2A02DA20-65FB-FC4F-8127-7210E9F1B205}" srcOrd="0" destOrd="0" presId="urn:microsoft.com/office/officeart/2005/8/layout/default"/>
    <dgm:cxn modelId="{9F8B8C4C-6333-6043-A5BA-BD74F9033B71}" type="presOf" srcId="{3FC1BE09-3E6D-46B7-AD76-281A6C541D34}" destId="{DEA235ED-B050-1546-9382-509D59D8ECBF}" srcOrd="0" destOrd="0" presId="urn:microsoft.com/office/officeart/2005/8/layout/default"/>
    <dgm:cxn modelId="{94016D87-2432-984D-BA56-14DE234BFE02}" type="presOf" srcId="{A0F6B542-2E2E-484B-9643-AFA9C58589AB}" destId="{96B14ADF-F613-3249-A0A3-32564440DE00}" srcOrd="0" destOrd="0" presId="urn:microsoft.com/office/officeart/2005/8/layout/default"/>
    <dgm:cxn modelId="{9508AD89-61AA-4AF0-A00E-EB2BF304EC84}" srcId="{EFA523F3-827F-4255-B81B-1B085DEFA617}" destId="{3FC1BE09-3E6D-46B7-AD76-281A6C541D34}" srcOrd="3" destOrd="0" parTransId="{72E60ADB-68BF-4805-B7AF-30E6DF9EF42F}" sibTransId="{62432A3E-FDC5-48D3-8190-737FF0F02717}"/>
    <dgm:cxn modelId="{8EF70796-00BB-4F46-A9CE-A12B6F674867}" srcId="{EFA523F3-827F-4255-B81B-1B085DEFA617}" destId="{A0F6B542-2E2E-484B-9643-AFA9C58589AB}" srcOrd="0" destOrd="0" parTransId="{084CC76A-AF37-46D2-8291-4F263C3ACF97}" sibTransId="{E06ABD1E-F2B1-40F3-9D83-B108C2C8183B}"/>
    <dgm:cxn modelId="{3B1A24A3-5C95-424B-89AF-94678D3C6AF5}" type="presOf" srcId="{4A60A071-419C-4285-90DD-81D34688304E}" destId="{81B7CF0C-CFC9-5940-94BB-8F1934129478}" srcOrd="0" destOrd="0" presId="urn:microsoft.com/office/officeart/2005/8/layout/default"/>
    <dgm:cxn modelId="{A1D477D2-2968-4CAF-85E0-68432ACEC9F8}" srcId="{EFA523F3-827F-4255-B81B-1B085DEFA617}" destId="{A5D70D5E-B9DF-4817-9A22-9C29A8979FCD}" srcOrd="1" destOrd="0" parTransId="{5229DE17-79BD-4507-AB43-6CB9FDF22782}" sibTransId="{0246E591-CEE8-4DA7-B060-4D31A2DF7C13}"/>
    <dgm:cxn modelId="{37B5D8CB-5A54-354B-9E6E-D23BA65E970C}" type="presParOf" srcId="{2A02DA20-65FB-FC4F-8127-7210E9F1B205}" destId="{96B14ADF-F613-3249-A0A3-32564440DE00}" srcOrd="0" destOrd="0" presId="urn:microsoft.com/office/officeart/2005/8/layout/default"/>
    <dgm:cxn modelId="{BA7037B6-3CAC-3547-A10C-2E3B510F2929}" type="presParOf" srcId="{2A02DA20-65FB-FC4F-8127-7210E9F1B205}" destId="{FEE28D9B-E862-444D-A599-6F1C7A4211A5}" srcOrd="1" destOrd="0" presId="urn:microsoft.com/office/officeart/2005/8/layout/default"/>
    <dgm:cxn modelId="{7ED1BB90-8DCF-474B-AB25-5678068E7011}" type="presParOf" srcId="{2A02DA20-65FB-FC4F-8127-7210E9F1B205}" destId="{42CA68CA-C213-3149-887C-34D573803AC7}" srcOrd="2" destOrd="0" presId="urn:microsoft.com/office/officeart/2005/8/layout/default"/>
    <dgm:cxn modelId="{8AC83691-CFFC-CB48-BB6E-A4C63FFFD0AE}" type="presParOf" srcId="{2A02DA20-65FB-FC4F-8127-7210E9F1B205}" destId="{290994B1-5D57-184D-9951-6113E70D59CF}" srcOrd="3" destOrd="0" presId="urn:microsoft.com/office/officeart/2005/8/layout/default"/>
    <dgm:cxn modelId="{FD567AE4-85C8-1842-9091-C2A06B805833}" type="presParOf" srcId="{2A02DA20-65FB-FC4F-8127-7210E9F1B205}" destId="{81B7CF0C-CFC9-5940-94BB-8F1934129478}" srcOrd="4" destOrd="0" presId="urn:microsoft.com/office/officeart/2005/8/layout/default"/>
    <dgm:cxn modelId="{90A1F439-7DC6-5340-97D7-B3BF43779D68}" type="presParOf" srcId="{2A02DA20-65FB-FC4F-8127-7210E9F1B205}" destId="{2B0074A2-A637-8B41-8164-2646D39DE116}" srcOrd="5" destOrd="0" presId="urn:microsoft.com/office/officeart/2005/8/layout/default"/>
    <dgm:cxn modelId="{EF38787F-BF44-9D4D-AE94-EE00D6A23F79}" type="presParOf" srcId="{2A02DA20-65FB-FC4F-8127-7210E9F1B205}" destId="{DEA235ED-B050-1546-9382-509D59D8ECBF}"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2ECB90A-278B-4237-98A9-8A8E6BB09C2E}"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F33C2D4C-3370-4A9A-8696-94F37C5A2D41}">
      <dgm:prSet/>
      <dgm:spPr/>
      <dgm:t>
        <a:bodyPr/>
        <a:lstStyle/>
        <a:p>
          <a:r>
            <a:rPr lang="en-US"/>
            <a:t>With a lower value of Gamma will create a loose fit of the training dataset. </a:t>
          </a:r>
        </a:p>
      </dgm:t>
    </dgm:pt>
    <dgm:pt modelId="{8D66FC33-8EE7-4BE6-83F4-BBBC952F9D15}" type="parTrans" cxnId="{A241C011-95EE-49A5-B124-0E011FC24E1E}">
      <dgm:prSet/>
      <dgm:spPr/>
      <dgm:t>
        <a:bodyPr/>
        <a:lstStyle/>
        <a:p>
          <a:endParaRPr lang="en-US"/>
        </a:p>
      </dgm:t>
    </dgm:pt>
    <dgm:pt modelId="{7C2E3703-6303-4244-828B-968CB2A84610}" type="sibTrans" cxnId="{A241C011-95EE-49A5-B124-0E011FC24E1E}">
      <dgm:prSet/>
      <dgm:spPr/>
      <dgm:t>
        <a:bodyPr/>
        <a:lstStyle/>
        <a:p>
          <a:endParaRPr lang="en-US"/>
        </a:p>
      </dgm:t>
    </dgm:pt>
    <dgm:pt modelId="{6000D652-F4E9-4F73-A496-43F5F9566A0C}">
      <dgm:prSet/>
      <dgm:spPr/>
      <dgm:t>
        <a:bodyPr/>
        <a:lstStyle/>
        <a:p>
          <a:r>
            <a:rPr lang="en-US"/>
            <a:t>A high value of gamma will allow the model to get fit more appropriately. </a:t>
          </a:r>
        </a:p>
      </dgm:t>
    </dgm:pt>
    <dgm:pt modelId="{421CB910-559B-4DC9-A501-59ABDF85287F}" type="parTrans" cxnId="{D2BD4B53-4E98-46AD-AA4E-38998A2DA0CA}">
      <dgm:prSet/>
      <dgm:spPr/>
      <dgm:t>
        <a:bodyPr/>
        <a:lstStyle/>
        <a:p>
          <a:endParaRPr lang="en-US"/>
        </a:p>
      </dgm:t>
    </dgm:pt>
    <dgm:pt modelId="{3BF3042F-033B-4691-B3CB-D7CB3D334AA7}" type="sibTrans" cxnId="{D2BD4B53-4E98-46AD-AA4E-38998A2DA0CA}">
      <dgm:prSet/>
      <dgm:spPr/>
      <dgm:t>
        <a:bodyPr/>
        <a:lstStyle/>
        <a:p>
          <a:endParaRPr lang="en-US"/>
        </a:p>
      </dgm:t>
    </dgm:pt>
    <dgm:pt modelId="{E4427ED2-EE83-4BE2-9018-BD45254D2056}">
      <dgm:prSet/>
      <dgm:spPr/>
      <dgm:t>
        <a:bodyPr/>
        <a:lstStyle/>
        <a:p>
          <a:r>
            <a:rPr lang="en-US"/>
            <a:t>A low value of gamma only provides consideration to the nearby points for the calculation of a separate plane whereas the high value of gamma will consider all the data-points to calculate the final separation line.</a:t>
          </a:r>
        </a:p>
      </dgm:t>
    </dgm:pt>
    <dgm:pt modelId="{05CD2170-AD98-4934-8C2E-3D0F3FCA42DB}" type="parTrans" cxnId="{28531BDE-240A-4D64-812F-93BA7E1708C9}">
      <dgm:prSet/>
      <dgm:spPr/>
      <dgm:t>
        <a:bodyPr/>
        <a:lstStyle/>
        <a:p>
          <a:endParaRPr lang="en-US"/>
        </a:p>
      </dgm:t>
    </dgm:pt>
    <dgm:pt modelId="{59FDB121-9512-495C-8BB6-DEBC502B6842}" type="sibTrans" cxnId="{28531BDE-240A-4D64-812F-93BA7E1708C9}">
      <dgm:prSet/>
      <dgm:spPr/>
      <dgm:t>
        <a:bodyPr/>
        <a:lstStyle/>
        <a:p>
          <a:endParaRPr lang="en-US"/>
        </a:p>
      </dgm:t>
    </dgm:pt>
    <dgm:pt modelId="{EF705E46-F7D4-C845-A8B1-E2B5E9EB0511}" type="pres">
      <dgm:prSet presAssocID="{12ECB90A-278B-4237-98A9-8A8E6BB09C2E}" presName="linear" presStyleCnt="0">
        <dgm:presLayoutVars>
          <dgm:animLvl val="lvl"/>
          <dgm:resizeHandles val="exact"/>
        </dgm:presLayoutVars>
      </dgm:prSet>
      <dgm:spPr/>
    </dgm:pt>
    <dgm:pt modelId="{D8875153-748E-5149-B68D-1BC6C9FDA68D}" type="pres">
      <dgm:prSet presAssocID="{F33C2D4C-3370-4A9A-8696-94F37C5A2D41}" presName="parentText" presStyleLbl="node1" presStyleIdx="0" presStyleCnt="3">
        <dgm:presLayoutVars>
          <dgm:chMax val="0"/>
          <dgm:bulletEnabled val="1"/>
        </dgm:presLayoutVars>
      </dgm:prSet>
      <dgm:spPr/>
    </dgm:pt>
    <dgm:pt modelId="{31FF59EA-7797-E346-B11D-ECB997D7594B}" type="pres">
      <dgm:prSet presAssocID="{7C2E3703-6303-4244-828B-968CB2A84610}" presName="spacer" presStyleCnt="0"/>
      <dgm:spPr/>
    </dgm:pt>
    <dgm:pt modelId="{4B56F72B-AA0F-8041-89B0-2BF9375236B3}" type="pres">
      <dgm:prSet presAssocID="{6000D652-F4E9-4F73-A496-43F5F9566A0C}" presName="parentText" presStyleLbl="node1" presStyleIdx="1" presStyleCnt="3">
        <dgm:presLayoutVars>
          <dgm:chMax val="0"/>
          <dgm:bulletEnabled val="1"/>
        </dgm:presLayoutVars>
      </dgm:prSet>
      <dgm:spPr/>
    </dgm:pt>
    <dgm:pt modelId="{63403A64-E16F-C447-AFAF-D12FB8F0C04A}" type="pres">
      <dgm:prSet presAssocID="{3BF3042F-033B-4691-B3CB-D7CB3D334AA7}" presName="spacer" presStyleCnt="0"/>
      <dgm:spPr/>
    </dgm:pt>
    <dgm:pt modelId="{C4ABA3EE-ECBD-FD49-983E-C25C2F96FADB}" type="pres">
      <dgm:prSet presAssocID="{E4427ED2-EE83-4BE2-9018-BD45254D2056}" presName="parentText" presStyleLbl="node1" presStyleIdx="2" presStyleCnt="3">
        <dgm:presLayoutVars>
          <dgm:chMax val="0"/>
          <dgm:bulletEnabled val="1"/>
        </dgm:presLayoutVars>
      </dgm:prSet>
      <dgm:spPr/>
    </dgm:pt>
  </dgm:ptLst>
  <dgm:cxnLst>
    <dgm:cxn modelId="{A241C011-95EE-49A5-B124-0E011FC24E1E}" srcId="{12ECB90A-278B-4237-98A9-8A8E6BB09C2E}" destId="{F33C2D4C-3370-4A9A-8696-94F37C5A2D41}" srcOrd="0" destOrd="0" parTransId="{8D66FC33-8EE7-4BE6-83F4-BBBC952F9D15}" sibTransId="{7C2E3703-6303-4244-828B-968CB2A84610}"/>
    <dgm:cxn modelId="{F40E7931-51C1-E342-AC51-A76EBC5AD781}" type="presOf" srcId="{F33C2D4C-3370-4A9A-8696-94F37C5A2D41}" destId="{D8875153-748E-5149-B68D-1BC6C9FDA68D}" srcOrd="0" destOrd="0" presId="urn:microsoft.com/office/officeart/2005/8/layout/vList2"/>
    <dgm:cxn modelId="{D2BD4B53-4E98-46AD-AA4E-38998A2DA0CA}" srcId="{12ECB90A-278B-4237-98A9-8A8E6BB09C2E}" destId="{6000D652-F4E9-4F73-A496-43F5F9566A0C}" srcOrd="1" destOrd="0" parTransId="{421CB910-559B-4DC9-A501-59ABDF85287F}" sibTransId="{3BF3042F-033B-4691-B3CB-D7CB3D334AA7}"/>
    <dgm:cxn modelId="{5A51AF53-B6E1-C147-A3F4-6774A9F2FE77}" type="presOf" srcId="{12ECB90A-278B-4237-98A9-8A8E6BB09C2E}" destId="{EF705E46-F7D4-C845-A8B1-E2B5E9EB0511}" srcOrd="0" destOrd="0" presId="urn:microsoft.com/office/officeart/2005/8/layout/vList2"/>
    <dgm:cxn modelId="{A71C42A0-01AD-294E-9440-649451812E8A}" type="presOf" srcId="{E4427ED2-EE83-4BE2-9018-BD45254D2056}" destId="{C4ABA3EE-ECBD-FD49-983E-C25C2F96FADB}" srcOrd="0" destOrd="0" presId="urn:microsoft.com/office/officeart/2005/8/layout/vList2"/>
    <dgm:cxn modelId="{229C31BC-C9B2-F947-9027-42A2B2C6A1E1}" type="presOf" srcId="{6000D652-F4E9-4F73-A496-43F5F9566A0C}" destId="{4B56F72B-AA0F-8041-89B0-2BF9375236B3}" srcOrd="0" destOrd="0" presId="urn:microsoft.com/office/officeart/2005/8/layout/vList2"/>
    <dgm:cxn modelId="{28531BDE-240A-4D64-812F-93BA7E1708C9}" srcId="{12ECB90A-278B-4237-98A9-8A8E6BB09C2E}" destId="{E4427ED2-EE83-4BE2-9018-BD45254D2056}" srcOrd="2" destOrd="0" parTransId="{05CD2170-AD98-4934-8C2E-3D0F3FCA42DB}" sibTransId="{59FDB121-9512-495C-8BB6-DEBC502B6842}"/>
    <dgm:cxn modelId="{F34DFC9C-C530-6D4F-9851-A80F8009B0EB}" type="presParOf" srcId="{EF705E46-F7D4-C845-A8B1-E2B5E9EB0511}" destId="{D8875153-748E-5149-B68D-1BC6C9FDA68D}" srcOrd="0" destOrd="0" presId="urn:microsoft.com/office/officeart/2005/8/layout/vList2"/>
    <dgm:cxn modelId="{2BCC5B30-E9C6-C847-BF77-3C526D1E50BD}" type="presParOf" srcId="{EF705E46-F7D4-C845-A8B1-E2B5E9EB0511}" destId="{31FF59EA-7797-E346-B11D-ECB997D7594B}" srcOrd="1" destOrd="0" presId="urn:microsoft.com/office/officeart/2005/8/layout/vList2"/>
    <dgm:cxn modelId="{A60A3642-C83D-EA49-8324-5C61F70E08D8}" type="presParOf" srcId="{EF705E46-F7D4-C845-A8B1-E2B5E9EB0511}" destId="{4B56F72B-AA0F-8041-89B0-2BF9375236B3}" srcOrd="2" destOrd="0" presId="urn:microsoft.com/office/officeart/2005/8/layout/vList2"/>
    <dgm:cxn modelId="{D42927B1-1D24-3D4E-B466-BEF2F10C647C}" type="presParOf" srcId="{EF705E46-F7D4-C845-A8B1-E2B5E9EB0511}" destId="{63403A64-E16F-C447-AFAF-D12FB8F0C04A}" srcOrd="3" destOrd="0" presId="urn:microsoft.com/office/officeart/2005/8/layout/vList2"/>
    <dgm:cxn modelId="{0D88577E-00ED-EC47-B25A-423B633F5015}" type="presParOf" srcId="{EF705E46-F7D4-C845-A8B1-E2B5E9EB0511}" destId="{C4ABA3EE-ECBD-FD49-983E-C25C2F96FAD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DC20D57-AE9F-41F7-9B3F-E3B15A2189B0}"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128F3DBC-24DC-427C-B08D-AD1C2E1F6203}">
      <dgm:prSet/>
      <dgm:spPr/>
      <dgm:t>
        <a:bodyPr/>
        <a:lstStyle/>
        <a:p>
          <a:r>
            <a:rPr lang="en-US"/>
            <a:t>Guaranteed Optimality: </a:t>
          </a:r>
        </a:p>
      </dgm:t>
    </dgm:pt>
    <dgm:pt modelId="{57042E2B-07BC-4919-A275-017A6C7CB602}" type="parTrans" cxnId="{3955E5D0-4879-46B2-BFCE-4E5F7FCBF4E6}">
      <dgm:prSet/>
      <dgm:spPr/>
      <dgm:t>
        <a:bodyPr/>
        <a:lstStyle/>
        <a:p>
          <a:endParaRPr lang="en-US"/>
        </a:p>
      </dgm:t>
    </dgm:pt>
    <dgm:pt modelId="{B82416F1-0608-48B8-B19C-6E1276EAE694}" type="sibTrans" cxnId="{3955E5D0-4879-46B2-BFCE-4E5F7FCBF4E6}">
      <dgm:prSet/>
      <dgm:spPr/>
      <dgm:t>
        <a:bodyPr/>
        <a:lstStyle/>
        <a:p>
          <a:endParaRPr lang="en-US"/>
        </a:p>
      </dgm:t>
    </dgm:pt>
    <dgm:pt modelId="{2F151967-C188-47A7-B4B2-60D28C1DD3F7}">
      <dgm:prSet/>
      <dgm:spPr/>
      <dgm:t>
        <a:bodyPr/>
        <a:lstStyle/>
        <a:p>
          <a:r>
            <a:rPr lang="en-US"/>
            <a:t>The solution will always be global minimum not a local minimum.</a:t>
          </a:r>
        </a:p>
      </dgm:t>
    </dgm:pt>
    <dgm:pt modelId="{2694570B-6968-4709-8C23-70FBE7E965F3}" type="parTrans" cxnId="{12EAD601-311B-4A8B-8E95-4459F0C431EB}">
      <dgm:prSet/>
      <dgm:spPr/>
      <dgm:t>
        <a:bodyPr/>
        <a:lstStyle/>
        <a:p>
          <a:endParaRPr lang="en-US"/>
        </a:p>
      </dgm:t>
    </dgm:pt>
    <dgm:pt modelId="{02D1C4E5-999C-46A7-978D-483FE8E52820}" type="sibTrans" cxnId="{12EAD601-311B-4A8B-8E95-4459F0C431EB}">
      <dgm:prSet/>
      <dgm:spPr/>
      <dgm:t>
        <a:bodyPr/>
        <a:lstStyle/>
        <a:p>
          <a:endParaRPr lang="en-US"/>
        </a:p>
      </dgm:t>
    </dgm:pt>
    <dgm:pt modelId="{27AF8B32-FC7F-43D6-89FE-A74E93DED409}">
      <dgm:prSet/>
      <dgm:spPr/>
      <dgm:t>
        <a:bodyPr/>
        <a:lstStyle/>
        <a:p>
          <a:r>
            <a:rPr lang="en-US"/>
            <a:t>Abundance of Implementations: </a:t>
          </a:r>
        </a:p>
      </dgm:t>
    </dgm:pt>
    <dgm:pt modelId="{673EE736-8F4F-4424-A696-7463150F4876}" type="parTrans" cxnId="{C76F6229-0EEE-418E-ADB8-BF6A31B9A10B}">
      <dgm:prSet/>
      <dgm:spPr/>
      <dgm:t>
        <a:bodyPr/>
        <a:lstStyle/>
        <a:p>
          <a:endParaRPr lang="en-US"/>
        </a:p>
      </dgm:t>
    </dgm:pt>
    <dgm:pt modelId="{10FB6EDE-5196-4F36-B5D8-E6E7EC4BBB18}" type="sibTrans" cxnId="{C76F6229-0EEE-418E-ADB8-BF6A31B9A10B}">
      <dgm:prSet/>
      <dgm:spPr/>
      <dgm:t>
        <a:bodyPr/>
        <a:lstStyle/>
        <a:p>
          <a:endParaRPr lang="en-US"/>
        </a:p>
      </dgm:t>
    </dgm:pt>
    <dgm:pt modelId="{C806CDB7-F210-4B81-A8F7-0B1EA9D07E1E}">
      <dgm:prSet/>
      <dgm:spPr/>
      <dgm:t>
        <a:bodyPr/>
        <a:lstStyle/>
        <a:p>
          <a:r>
            <a:rPr lang="en-US"/>
            <a:t>We can access it conveniently, be it from Python or Matlab.</a:t>
          </a:r>
        </a:p>
      </dgm:t>
    </dgm:pt>
    <dgm:pt modelId="{FBFEAD83-2F65-44C8-8CAC-01A687B356DC}" type="parTrans" cxnId="{D1E7858C-F857-48CB-A462-9563286689CB}">
      <dgm:prSet/>
      <dgm:spPr/>
      <dgm:t>
        <a:bodyPr/>
        <a:lstStyle/>
        <a:p>
          <a:endParaRPr lang="en-US"/>
        </a:p>
      </dgm:t>
    </dgm:pt>
    <dgm:pt modelId="{ABF8A67E-EE37-4458-9FA9-5F42822543E0}" type="sibTrans" cxnId="{D1E7858C-F857-48CB-A462-9563286689CB}">
      <dgm:prSet/>
      <dgm:spPr/>
      <dgm:t>
        <a:bodyPr/>
        <a:lstStyle/>
        <a:p>
          <a:endParaRPr lang="en-US"/>
        </a:p>
      </dgm:t>
    </dgm:pt>
    <dgm:pt modelId="{A0EAA7E2-24CF-4CF8-A829-88D2A4D50FB7}">
      <dgm:prSet/>
      <dgm:spPr/>
      <dgm:t>
        <a:bodyPr/>
        <a:lstStyle/>
        <a:p>
          <a:r>
            <a:rPr lang="en-US"/>
            <a:t>SVM can be used for linearly separable as well as non-linearly separable data. </a:t>
          </a:r>
        </a:p>
      </dgm:t>
    </dgm:pt>
    <dgm:pt modelId="{7DA479A3-6919-48CA-8F33-0D4E9859F9C8}" type="parTrans" cxnId="{134DE322-A288-4A1C-8029-1B077201A44E}">
      <dgm:prSet/>
      <dgm:spPr/>
      <dgm:t>
        <a:bodyPr/>
        <a:lstStyle/>
        <a:p>
          <a:endParaRPr lang="en-US"/>
        </a:p>
      </dgm:t>
    </dgm:pt>
    <dgm:pt modelId="{17D3743D-7C4B-44E4-91BF-9F457366F70B}" type="sibTrans" cxnId="{134DE322-A288-4A1C-8029-1B077201A44E}">
      <dgm:prSet/>
      <dgm:spPr/>
      <dgm:t>
        <a:bodyPr/>
        <a:lstStyle/>
        <a:p>
          <a:endParaRPr lang="en-US"/>
        </a:p>
      </dgm:t>
    </dgm:pt>
    <dgm:pt modelId="{5C0375D0-63AD-40BD-ADA8-0FB8BFD955A2}">
      <dgm:prSet/>
      <dgm:spPr/>
      <dgm:t>
        <a:bodyPr/>
        <a:lstStyle/>
        <a:p>
          <a:r>
            <a:rPr lang="en-US"/>
            <a:t>Kernels help SVM to carry out the feature mapping using simple dot product, which reduces the computational expense</a:t>
          </a:r>
        </a:p>
      </dgm:t>
    </dgm:pt>
    <dgm:pt modelId="{C4DFA903-D3CC-4AD7-8F55-7375CE1156B9}" type="parTrans" cxnId="{38F13F3D-5631-4D39-87BF-9E5D8591A003}">
      <dgm:prSet/>
      <dgm:spPr/>
      <dgm:t>
        <a:bodyPr/>
        <a:lstStyle/>
        <a:p>
          <a:endParaRPr lang="en-US"/>
        </a:p>
      </dgm:t>
    </dgm:pt>
    <dgm:pt modelId="{46F5B6E7-AB9A-4C25-9D43-8689607FD307}" type="sibTrans" cxnId="{38F13F3D-5631-4D39-87BF-9E5D8591A003}">
      <dgm:prSet/>
      <dgm:spPr/>
      <dgm:t>
        <a:bodyPr/>
        <a:lstStyle/>
        <a:p>
          <a:endParaRPr lang="en-US"/>
        </a:p>
      </dgm:t>
    </dgm:pt>
    <dgm:pt modelId="{0667FAAB-AAF7-424F-85DA-D12E1A2953F2}" type="pres">
      <dgm:prSet presAssocID="{8DC20D57-AE9F-41F7-9B3F-E3B15A2189B0}" presName="root" presStyleCnt="0">
        <dgm:presLayoutVars>
          <dgm:dir/>
          <dgm:resizeHandles val="exact"/>
        </dgm:presLayoutVars>
      </dgm:prSet>
      <dgm:spPr/>
    </dgm:pt>
    <dgm:pt modelId="{8BE7EE03-9C3D-4500-997E-124768E9FC54}" type="pres">
      <dgm:prSet presAssocID="{128F3DBC-24DC-427C-B08D-AD1C2E1F6203}" presName="compNode" presStyleCnt="0"/>
      <dgm:spPr/>
    </dgm:pt>
    <dgm:pt modelId="{DCE86826-2845-4537-8177-B17B6A88008D}" type="pres">
      <dgm:prSet presAssocID="{128F3DBC-24DC-427C-B08D-AD1C2E1F6203}" presName="bgRect" presStyleLbl="bgShp" presStyleIdx="0" presStyleCnt="4"/>
      <dgm:spPr/>
    </dgm:pt>
    <dgm:pt modelId="{C3473691-929B-4781-ABE2-CE377599A7D1}" type="pres">
      <dgm:prSet presAssocID="{128F3DBC-24DC-427C-B08D-AD1C2E1F620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uro"/>
        </a:ext>
      </dgm:extLst>
    </dgm:pt>
    <dgm:pt modelId="{543B67D0-EF29-47E5-941F-14646B7FDA63}" type="pres">
      <dgm:prSet presAssocID="{128F3DBC-24DC-427C-B08D-AD1C2E1F6203}" presName="spaceRect" presStyleCnt="0"/>
      <dgm:spPr/>
    </dgm:pt>
    <dgm:pt modelId="{83531B05-B0C5-46B1-B8D4-2E1AB76974D5}" type="pres">
      <dgm:prSet presAssocID="{128F3DBC-24DC-427C-B08D-AD1C2E1F6203}" presName="parTx" presStyleLbl="revTx" presStyleIdx="0" presStyleCnt="6">
        <dgm:presLayoutVars>
          <dgm:chMax val="0"/>
          <dgm:chPref val="0"/>
        </dgm:presLayoutVars>
      </dgm:prSet>
      <dgm:spPr/>
    </dgm:pt>
    <dgm:pt modelId="{4535300B-A0F6-43E0-90EE-B0D1203DB992}" type="pres">
      <dgm:prSet presAssocID="{128F3DBC-24DC-427C-B08D-AD1C2E1F6203}" presName="desTx" presStyleLbl="revTx" presStyleIdx="1" presStyleCnt="6">
        <dgm:presLayoutVars/>
      </dgm:prSet>
      <dgm:spPr/>
    </dgm:pt>
    <dgm:pt modelId="{78BCB7EF-A656-4384-8290-81FFEE730414}" type="pres">
      <dgm:prSet presAssocID="{B82416F1-0608-48B8-B19C-6E1276EAE694}" presName="sibTrans" presStyleCnt="0"/>
      <dgm:spPr/>
    </dgm:pt>
    <dgm:pt modelId="{5CB5235C-F94B-4944-BE6B-1CCBAD82C37E}" type="pres">
      <dgm:prSet presAssocID="{27AF8B32-FC7F-43D6-89FE-A74E93DED409}" presName="compNode" presStyleCnt="0"/>
      <dgm:spPr/>
    </dgm:pt>
    <dgm:pt modelId="{C9BA8009-E0E4-4FCA-9100-B9E1965CB651}" type="pres">
      <dgm:prSet presAssocID="{27AF8B32-FC7F-43D6-89FE-A74E93DED409}" presName="bgRect" presStyleLbl="bgShp" presStyleIdx="1" presStyleCnt="4"/>
      <dgm:spPr/>
    </dgm:pt>
    <dgm:pt modelId="{9DBB9846-9C7C-4C29-AE6A-FC656CB90056}" type="pres">
      <dgm:prSet presAssocID="{27AF8B32-FC7F-43D6-89FE-A74E93DED40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2E99AE2C-048B-4B42-8A68-CB130D828A10}" type="pres">
      <dgm:prSet presAssocID="{27AF8B32-FC7F-43D6-89FE-A74E93DED409}" presName="spaceRect" presStyleCnt="0"/>
      <dgm:spPr/>
    </dgm:pt>
    <dgm:pt modelId="{0F27C31F-C0CC-4CB6-B11E-4AE2146EB649}" type="pres">
      <dgm:prSet presAssocID="{27AF8B32-FC7F-43D6-89FE-A74E93DED409}" presName="parTx" presStyleLbl="revTx" presStyleIdx="2" presStyleCnt="6">
        <dgm:presLayoutVars>
          <dgm:chMax val="0"/>
          <dgm:chPref val="0"/>
        </dgm:presLayoutVars>
      </dgm:prSet>
      <dgm:spPr/>
    </dgm:pt>
    <dgm:pt modelId="{65AD3FA1-F76A-4C4F-9A11-B22D54322BF6}" type="pres">
      <dgm:prSet presAssocID="{27AF8B32-FC7F-43D6-89FE-A74E93DED409}" presName="desTx" presStyleLbl="revTx" presStyleIdx="3" presStyleCnt="6">
        <dgm:presLayoutVars/>
      </dgm:prSet>
      <dgm:spPr/>
    </dgm:pt>
    <dgm:pt modelId="{B4BF627F-EBA9-4614-968A-C3E745AD1FBA}" type="pres">
      <dgm:prSet presAssocID="{10FB6EDE-5196-4F36-B5D8-E6E7EC4BBB18}" presName="sibTrans" presStyleCnt="0"/>
      <dgm:spPr/>
    </dgm:pt>
    <dgm:pt modelId="{7D5565E9-84D2-4307-9972-414CBAC15A8E}" type="pres">
      <dgm:prSet presAssocID="{A0EAA7E2-24CF-4CF8-A829-88D2A4D50FB7}" presName="compNode" presStyleCnt="0"/>
      <dgm:spPr/>
    </dgm:pt>
    <dgm:pt modelId="{F96FFF35-4DCF-48E8-8D52-08EB3595F68E}" type="pres">
      <dgm:prSet presAssocID="{A0EAA7E2-24CF-4CF8-A829-88D2A4D50FB7}" presName="bgRect" presStyleLbl="bgShp" presStyleIdx="2" presStyleCnt="4"/>
      <dgm:spPr/>
    </dgm:pt>
    <dgm:pt modelId="{0585FD98-8083-46DE-8DC9-15CB0C619250}" type="pres">
      <dgm:prSet presAssocID="{A0EAA7E2-24CF-4CF8-A829-88D2A4D50FB7}"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ircular Flowchart"/>
        </a:ext>
      </dgm:extLst>
    </dgm:pt>
    <dgm:pt modelId="{13663A42-BA64-4883-A437-31377026C9F8}" type="pres">
      <dgm:prSet presAssocID="{A0EAA7E2-24CF-4CF8-A829-88D2A4D50FB7}" presName="spaceRect" presStyleCnt="0"/>
      <dgm:spPr/>
    </dgm:pt>
    <dgm:pt modelId="{7EC0F51F-3708-4F33-8E8B-CAEB017907CB}" type="pres">
      <dgm:prSet presAssocID="{A0EAA7E2-24CF-4CF8-A829-88D2A4D50FB7}" presName="parTx" presStyleLbl="revTx" presStyleIdx="4" presStyleCnt="6">
        <dgm:presLayoutVars>
          <dgm:chMax val="0"/>
          <dgm:chPref val="0"/>
        </dgm:presLayoutVars>
      </dgm:prSet>
      <dgm:spPr/>
    </dgm:pt>
    <dgm:pt modelId="{BA2EFB44-30D4-4574-BEB5-6AB444D72CF5}" type="pres">
      <dgm:prSet presAssocID="{17D3743D-7C4B-44E4-91BF-9F457366F70B}" presName="sibTrans" presStyleCnt="0"/>
      <dgm:spPr/>
    </dgm:pt>
    <dgm:pt modelId="{88FB95AD-81DF-4023-9F6B-5C9291DB2BF1}" type="pres">
      <dgm:prSet presAssocID="{5C0375D0-63AD-40BD-ADA8-0FB8BFD955A2}" presName="compNode" presStyleCnt="0"/>
      <dgm:spPr/>
    </dgm:pt>
    <dgm:pt modelId="{7F6C400F-5961-43E0-B031-85B0EACDA3FA}" type="pres">
      <dgm:prSet presAssocID="{5C0375D0-63AD-40BD-ADA8-0FB8BFD955A2}" presName="bgRect" presStyleLbl="bgShp" presStyleIdx="3" presStyleCnt="4"/>
      <dgm:spPr/>
    </dgm:pt>
    <dgm:pt modelId="{5E2E5781-0C89-4889-AB07-7C1BC615B400}" type="pres">
      <dgm:prSet presAssocID="{5C0375D0-63AD-40BD-ADA8-0FB8BFD955A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cessor"/>
        </a:ext>
      </dgm:extLst>
    </dgm:pt>
    <dgm:pt modelId="{AFD46436-418C-4565-8A6E-31CF2D5D129B}" type="pres">
      <dgm:prSet presAssocID="{5C0375D0-63AD-40BD-ADA8-0FB8BFD955A2}" presName="spaceRect" presStyleCnt="0"/>
      <dgm:spPr/>
    </dgm:pt>
    <dgm:pt modelId="{60A75DE9-6186-4543-AB74-A1366F02F934}" type="pres">
      <dgm:prSet presAssocID="{5C0375D0-63AD-40BD-ADA8-0FB8BFD955A2}" presName="parTx" presStyleLbl="revTx" presStyleIdx="5" presStyleCnt="6">
        <dgm:presLayoutVars>
          <dgm:chMax val="0"/>
          <dgm:chPref val="0"/>
        </dgm:presLayoutVars>
      </dgm:prSet>
      <dgm:spPr/>
    </dgm:pt>
  </dgm:ptLst>
  <dgm:cxnLst>
    <dgm:cxn modelId="{12EAD601-311B-4A8B-8E95-4459F0C431EB}" srcId="{128F3DBC-24DC-427C-B08D-AD1C2E1F6203}" destId="{2F151967-C188-47A7-B4B2-60D28C1DD3F7}" srcOrd="0" destOrd="0" parTransId="{2694570B-6968-4709-8C23-70FBE7E965F3}" sibTransId="{02D1C4E5-999C-46A7-978D-483FE8E52820}"/>
    <dgm:cxn modelId="{DC3C810A-D9E2-4EB3-A27C-814E91966AA3}" type="presOf" srcId="{A0EAA7E2-24CF-4CF8-A829-88D2A4D50FB7}" destId="{7EC0F51F-3708-4F33-8E8B-CAEB017907CB}" srcOrd="0" destOrd="0" presId="urn:microsoft.com/office/officeart/2018/2/layout/IconVerticalSolidList"/>
    <dgm:cxn modelId="{134DE322-A288-4A1C-8029-1B077201A44E}" srcId="{8DC20D57-AE9F-41F7-9B3F-E3B15A2189B0}" destId="{A0EAA7E2-24CF-4CF8-A829-88D2A4D50FB7}" srcOrd="2" destOrd="0" parTransId="{7DA479A3-6919-48CA-8F33-0D4E9859F9C8}" sibTransId="{17D3743D-7C4B-44E4-91BF-9F457366F70B}"/>
    <dgm:cxn modelId="{C76F6229-0EEE-418E-ADB8-BF6A31B9A10B}" srcId="{8DC20D57-AE9F-41F7-9B3F-E3B15A2189B0}" destId="{27AF8B32-FC7F-43D6-89FE-A74E93DED409}" srcOrd="1" destOrd="0" parTransId="{673EE736-8F4F-4424-A696-7463150F4876}" sibTransId="{10FB6EDE-5196-4F36-B5D8-E6E7EC4BBB18}"/>
    <dgm:cxn modelId="{62ABB82C-B02B-4017-A8FA-F9B659EEAE6B}" type="presOf" srcId="{2F151967-C188-47A7-B4B2-60D28C1DD3F7}" destId="{4535300B-A0F6-43E0-90EE-B0D1203DB992}" srcOrd="0" destOrd="0" presId="urn:microsoft.com/office/officeart/2018/2/layout/IconVerticalSolidList"/>
    <dgm:cxn modelId="{38F13F3D-5631-4D39-87BF-9E5D8591A003}" srcId="{8DC20D57-AE9F-41F7-9B3F-E3B15A2189B0}" destId="{5C0375D0-63AD-40BD-ADA8-0FB8BFD955A2}" srcOrd="3" destOrd="0" parTransId="{C4DFA903-D3CC-4AD7-8F55-7375CE1156B9}" sibTransId="{46F5B6E7-AB9A-4C25-9D43-8689607FD307}"/>
    <dgm:cxn modelId="{8F91C157-D7DC-47EC-98B9-E524C6EDA228}" type="presOf" srcId="{8DC20D57-AE9F-41F7-9B3F-E3B15A2189B0}" destId="{0667FAAB-AAF7-424F-85DA-D12E1A2953F2}" srcOrd="0" destOrd="0" presId="urn:microsoft.com/office/officeart/2018/2/layout/IconVerticalSolidList"/>
    <dgm:cxn modelId="{D1E7858C-F857-48CB-A462-9563286689CB}" srcId="{27AF8B32-FC7F-43D6-89FE-A74E93DED409}" destId="{C806CDB7-F210-4B81-A8F7-0B1EA9D07E1E}" srcOrd="0" destOrd="0" parTransId="{FBFEAD83-2F65-44C8-8CAC-01A687B356DC}" sibTransId="{ABF8A67E-EE37-4458-9FA9-5F42822543E0}"/>
    <dgm:cxn modelId="{A467FF8D-C1D9-4F8F-9F68-5CBF92757CEA}" type="presOf" srcId="{128F3DBC-24DC-427C-B08D-AD1C2E1F6203}" destId="{83531B05-B0C5-46B1-B8D4-2E1AB76974D5}" srcOrd="0" destOrd="0" presId="urn:microsoft.com/office/officeart/2018/2/layout/IconVerticalSolidList"/>
    <dgm:cxn modelId="{CC18AD90-B6D1-4B0F-BE9F-FC1380D9FDD1}" type="presOf" srcId="{27AF8B32-FC7F-43D6-89FE-A74E93DED409}" destId="{0F27C31F-C0CC-4CB6-B11E-4AE2146EB649}" srcOrd="0" destOrd="0" presId="urn:microsoft.com/office/officeart/2018/2/layout/IconVerticalSolidList"/>
    <dgm:cxn modelId="{3955E5D0-4879-46B2-BFCE-4E5F7FCBF4E6}" srcId="{8DC20D57-AE9F-41F7-9B3F-E3B15A2189B0}" destId="{128F3DBC-24DC-427C-B08D-AD1C2E1F6203}" srcOrd="0" destOrd="0" parTransId="{57042E2B-07BC-4919-A275-017A6C7CB602}" sibTransId="{B82416F1-0608-48B8-B19C-6E1276EAE694}"/>
    <dgm:cxn modelId="{9F3647FB-2D2A-4A95-816F-5264E1AC15AD}" type="presOf" srcId="{5C0375D0-63AD-40BD-ADA8-0FB8BFD955A2}" destId="{60A75DE9-6186-4543-AB74-A1366F02F934}" srcOrd="0" destOrd="0" presId="urn:microsoft.com/office/officeart/2018/2/layout/IconVerticalSolidList"/>
    <dgm:cxn modelId="{C14EDFFC-9A07-4376-831F-AB480E8CC776}" type="presOf" srcId="{C806CDB7-F210-4B81-A8F7-0B1EA9D07E1E}" destId="{65AD3FA1-F76A-4C4F-9A11-B22D54322BF6}" srcOrd="0" destOrd="0" presId="urn:microsoft.com/office/officeart/2018/2/layout/IconVerticalSolidList"/>
    <dgm:cxn modelId="{C60EBBFB-2341-4C74-955D-FCF7EA7C982F}" type="presParOf" srcId="{0667FAAB-AAF7-424F-85DA-D12E1A2953F2}" destId="{8BE7EE03-9C3D-4500-997E-124768E9FC54}" srcOrd="0" destOrd="0" presId="urn:microsoft.com/office/officeart/2018/2/layout/IconVerticalSolidList"/>
    <dgm:cxn modelId="{48BCC5A6-A09E-49E6-8210-B0E645B20124}" type="presParOf" srcId="{8BE7EE03-9C3D-4500-997E-124768E9FC54}" destId="{DCE86826-2845-4537-8177-B17B6A88008D}" srcOrd="0" destOrd="0" presId="urn:microsoft.com/office/officeart/2018/2/layout/IconVerticalSolidList"/>
    <dgm:cxn modelId="{B247E374-3BF5-4470-9A7A-025D9A00A844}" type="presParOf" srcId="{8BE7EE03-9C3D-4500-997E-124768E9FC54}" destId="{C3473691-929B-4781-ABE2-CE377599A7D1}" srcOrd="1" destOrd="0" presId="urn:microsoft.com/office/officeart/2018/2/layout/IconVerticalSolidList"/>
    <dgm:cxn modelId="{D307308C-2E7E-4446-AA36-C21D265FC337}" type="presParOf" srcId="{8BE7EE03-9C3D-4500-997E-124768E9FC54}" destId="{543B67D0-EF29-47E5-941F-14646B7FDA63}" srcOrd="2" destOrd="0" presId="urn:microsoft.com/office/officeart/2018/2/layout/IconVerticalSolidList"/>
    <dgm:cxn modelId="{05B3C972-1278-4FF1-9054-F9F00F8C6518}" type="presParOf" srcId="{8BE7EE03-9C3D-4500-997E-124768E9FC54}" destId="{83531B05-B0C5-46B1-B8D4-2E1AB76974D5}" srcOrd="3" destOrd="0" presId="urn:microsoft.com/office/officeart/2018/2/layout/IconVerticalSolidList"/>
    <dgm:cxn modelId="{49A26BB1-5DA6-4339-976A-0D70D7EF9DBB}" type="presParOf" srcId="{8BE7EE03-9C3D-4500-997E-124768E9FC54}" destId="{4535300B-A0F6-43E0-90EE-B0D1203DB992}" srcOrd="4" destOrd="0" presId="urn:microsoft.com/office/officeart/2018/2/layout/IconVerticalSolidList"/>
    <dgm:cxn modelId="{00B66A00-B4E8-44E1-850D-2D27E27AEE48}" type="presParOf" srcId="{0667FAAB-AAF7-424F-85DA-D12E1A2953F2}" destId="{78BCB7EF-A656-4384-8290-81FFEE730414}" srcOrd="1" destOrd="0" presId="urn:microsoft.com/office/officeart/2018/2/layout/IconVerticalSolidList"/>
    <dgm:cxn modelId="{9E3019D4-22A2-4BCB-9A95-D78A0EAA1916}" type="presParOf" srcId="{0667FAAB-AAF7-424F-85DA-D12E1A2953F2}" destId="{5CB5235C-F94B-4944-BE6B-1CCBAD82C37E}" srcOrd="2" destOrd="0" presId="urn:microsoft.com/office/officeart/2018/2/layout/IconVerticalSolidList"/>
    <dgm:cxn modelId="{1FA601E5-CFCC-44F8-A27D-7C81039B7E1C}" type="presParOf" srcId="{5CB5235C-F94B-4944-BE6B-1CCBAD82C37E}" destId="{C9BA8009-E0E4-4FCA-9100-B9E1965CB651}" srcOrd="0" destOrd="0" presId="urn:microsoft.com/office/officeart/2018/2/layout/IconVerticalSolidList"/>
    <dgm:cxn modelId="{F4287B32-F3FC-47E4-862C-2811C19AA4B2}" type="presParOf" srcId="{5CB5235C-F94B-4944-BE6B-1CCBAD82C37E}" destId="{9DBB9846-9C7C-4C29-AE6A-FC656CB90056}" srcOrd="1" destOrd="0" presId="urn:microsoft.com/office/officeart/2018/2/layout/IconVerticalSolidList"/>
    <dgm:cxn modelId="{3CC16753-C16F-49F1-AEBB-5CC739281F71}" type="presParOf" srcId="{5CB5235C-F94B-4944-BE6B-1CCBAD82C37E}" destId="{2E99AE2C-048B-4B42-8A68-CB130D828A10}" srcOrd="2" destOrd="0" presId="urn:microsoft.com/office/officeart/2018/2/layout/IconVerticalSolidList"/>
    <dgm:cxn modelId="{ECB7C20C-5582-4FED-B778-12F2BDD02988}" type="presParOf" srcId="{5CB5235C-F94B-4944-BE6B-1CCBAD82C37E}" destId="{0F27C31F-C0CC-4CB6-B11E-4AE2146EB649}" srcOrd="3" destOrd="0" presId="urn:microsoft.com/office/officeart/2018/2/layout/IconVerticalSolidList"/>
    <dgm:cxn modelId="{BDB7C6DA-526D-4665-9FFB-6B1002CA7578}" type="presParOf" srcId="{5CB5235C-F94B-4944-BE6B-1CCBAD82C37E}" destId="{65AD3FA1-F76A-4C4F-9A11-B22D54322BF6}" srcOrd="4" destOrd="0" presId="urn:microsoft.com/office/officeart/2018/2/layout/IconVerticalSolidList"/>
    <dgm:cxn modelId="{D09E56BD-4ED8-4D68-9FED-1C250B6B2CF6}" type="presParOf" srcId="{0667FAAB-AAF7-424F-85DA-D12E1A2953F2}" destId="{B4BF627F-EBA9-4614-968A-C3E745AD1FBA}" srcOrd="3" destOrd="0" presId="urn:microsoft.com/office/officeart/2018/2/layout/IconVerticalSolidList"/>
    <dgm:cxn modelId="{D308D111-F604-4CA6-91FF-D7B516BE46B2}" type="presParOf" srcId="{0667FAAB-AAF7-424F-85DA-D12E1A2953F2}" destId="{7D5565E9-84D2-4307-9972-414CBAC15A8E}" srcOrd="4" destOrd="0" presId="urn:microsoft.com/office/officeart/2018/2/layout/IconVerticalSolidList"/>
    <dgm:cxn modelId="{92496FCE-9B92-4BD4-A8F5-02F8E40AD471}" type="presParOf" srcId="{7D5565E9-84D2-4307-9972-414CBAC15A8E}" destId="{F96FFF35-4DCF-48E8-8D52-08EB3595F68E}" srcOrd="0" destOrd="0" presId="urn:microsoft.com/office/officeart/2018/2/layout/IconVerticalSolidList"/>
    <dgm:cxn modelId="{F2D5C70F-00DB-4CBF-A64B-8CBE1910CD7E}" type="presParOf" srcId="{7D5565E9-84D2-4307-9972-414CBAC15A8E}" destId="{0585FD98-8083-46DE-8DC9-15CB0C619250}" srcOrd="1" destOrd="0" presId="urn:microsoft.com/office/officeart/2018/2/layout/IconVerticalSolidList"/>
    <dgm:cxn modelId="{7934F71F-EB79-4795-90C6-2B923CB59D81}" type="presParOf" srcId="{7D5565E9-84D2-4307-9972-414CBAC15A8E}" destId="{13663A42-BA64-4883-A437-31377026C9F8}" srcOrd="2" destOrd="0" presId="urn:microsoft.com/office/officeart/2018/2/layout/IconVerticalSolidList"/>
    <dgm:cxn modelId="{45985641-193A-41BD-8EB8-BCE94E486573}" type="presParOf" srcId="{7D5565E9-84D2-4307-9972-414CBAC15A8E}" destId="{7EC0F51F-3708-4F33-8E8B-CAEB017907CB}" srcOrd="3" destOrd="0" presId="urn:microsoft.com/office/officeart/2018/2/layout/IconVerticalSolidList"/>
    <dgm:cxn modelId="{20ABD3D7-459C-4245-A944-86DADF875858}" type="presParOf" srcId="{0667FAAB-AAF7-424F-85DA-D12E1A2953F2}" destId="{BA2EFB44-30D4-4574-BEB5-6AB444D72CF5}" srcOrd="5" destOrd="0" presId="urn:microsoft.com/office/officeart/2018/2/layout/IconVerticalSolidList"/>
    <dgm:cxn modelId="{A141F78F-EDFA-4128-AA03-F3AAF3C85FF6}" type="presParOf" srcId="{0667FAAB-AAF7-424F-85DA-D12E1A2953F2}" destId="{88FB95AD-81DF-4023-9F6B-5C9291DB2BF1}" srcOrd="6" destOrd="0" presId="urn:microsoft.com/office/officeart/2018/2/layout/IconVerticalSolidList"/>
    <dgm:cxn modelId="{E1FEBA5E-2FDA-4E15-9FEC-CDFD92A59FBD}" type="presParOf" srcId="{88FB95AD-81DF-4023-9F6B-5C9291DB2BF1}" destId="{7F6C400F-5961-43E0-B031-85B0EACDA3FA}" srcOrd="0" destOrd="0" presId="urn:microsoft.com/office/officeart/2018/2/layout/IconVerticalSolidList"/>
    <dgm:cxn modelId="{BF9E8A8C-232D-4589-BFF6-77A934DECBE0}" type="presParOf" srcId="{88FB95AD-81DF-4023-9F6B-5C9291DB2BF1}" destId="{5E2E5781-0C89-4889-AB07-7C1BC615B400}" srcOrd="1" destOrd="0" presId="urn:microsoft.com/office/officeart/2018/2/layout/IconVerticalSolidList"/>
    <dgm:cxn modelId="{0061245C-AEA7-4EED-A427-A7F5864F9FE2}" type="presParOf" srcId="{88FB95AD-81DF-4023-9F6B-5C9291DB2BF1}" destId="{AFD46436-418C-4565-8A6E-31CF2D5D129B}" srcOrd="2" destOrd="0" presId="urn:microsoft.com/office/officeart/2018/2/layout/IconVerticalSolidList"/>
    <dgm:cxn modelId="{CFEDD2E9-310A-43C7-B256-42FDEE890FAC}" type="presParOf" srcId="{88FB95AD-81DF-4023-9F6B-5C9291DB2BF1}" destId="{60A75DE9-6186-4543-AB74-A1366F02F93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DF91080-AB17-433E-B27F-7555CD9B434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C12C421-D6AD-4E41-8F8C-AB0FE3977117}">
      <dgm:prSet/>
      <dgm:spPr/>
      <dgm:t>
        <a:bodyPr/>
        <a:lstStyle/>
        <a:p>
          <a:r>
            <a:rPr lang="en-US"/>
            <a:t>SVM is incapable of handling text structures. This leads to loss of sequential information and thereby, leading to worse performance.</a:t>
          </a:r>
        </a:p>
      </dgm:t>
    </dgm:pt>
    <dgm:pt modelId="{E38B79B4-2313-40AC-93F7-6CB7C13D6612}" type="parTrans" cxnId="{CBE64EE7-A302-4F49-B8BE-C5ED91557552}">
      <dgm:prSet/>
      <dgm:spPr/>
      <dgm:t>
        <a:bodyPr/>
        <a:lstStyle/>
        <a:p>
          <a:endParaRPr lang="en-US"/>
        </a:p>
      </dgm:t>
    </dgm:pt>
    <dgm:pt modelId="{60FF64EF-81DA-4177-AA91-49223390A0BA}" type="sibTrans" cxnId="{CBE64EE7-A302-4F49-B8BE-C5ED91557552}">
      <dgm:prSet/>
      <dgm:spPr/>
      <dgm:t>
        <a:bodyPr/>
        <a:lstStyle/>
        <a:p>
          <a:endParaRPr lang="en-US"/>
        </a:p>
      </dgm:t>
    </dgm:pt>
    <dgm:pt modelId="{91089E08-1EAF-412C-B9DE-15B8A5A345F4}">
      <dgm:prSet/>
      <dgm:spPr/>
      <dgm:t>
        <a:bodyPr/>
        <a:lstStyle/>
        <a:p>
          <a:r>
            <a:rPr lang="en-US"/>
            <a:t>SVM cannot return the probabilistic confidence value that is similar to logistic regression. This does not provide much explanation as confidence of prediction is important in several applications.</a:t>
          </a:r>
        </a:p>
      </dgm:t>
    </dgm:pt>
    <dgm:pt modelId="{CE736AFC-3DAC-4C4E-A6BE-4D742752E421}" type="parTrans" cxnId="{3397A61D-1174-4ED9-95FB-85E7B8A87332}">
      <dgm:prSet/>
      <dgm:spPr/>
      <dgm:t>
        <a:bodyPr/>
        <a:lstStyle/>
        <a:p>
          <a:endParaRPr lang="en-US"/>
        </a:p>
      </dgm:t>
    </dgm:pt>
    <dgm:pt modelId="{C1070D61-A764-4941-BCF1-CD3A92883174}" type="sibTrans" cxnId="{3397A61D-1174-4ED9-95FB-85E7B8A87332}">
      <dgm:prSet/>
      <dgm:spPr/>
      <dgm:t>
        <a:bodyPr/>
        <a:lstStyle/>
        <a:p>
          <a:endParaRPr lang="en-US"/>
        </a:p>
      </dgm:t>
    </dgm:pt>
    <dgm:pt modelId="{0947E04D-F263-46AE-92E0-8BB620DB728F}">
      <dgm:prSet/>
      <dgm:spPr/>
      <dgm:t>
        <a:bodyPr/>
        <a:lstStyle/>
        <a:p>
          <a:r>
            <a:rPr lang="en-US"/>
            <a:t>Choice of the kernel is perhaps the biggest limitation of the support vector machine. Considering so many kernels present, it becomes difficult to choose the right one for the data.</a:t>
          </a:r>
        </a:p>
      </dgm:t>
    </dgm:pt>
    <dgm:pt modelId="{E1C5A143-7B30-442C-8D13-8CBE27653EFB}" type="parTrans" cxnId="{583958EB-57E2-42A1-807A-3E235E357988}">
      <dgm:prSet/>
      <dgm:spPr/>
      <dgm:t>
        <a:bodyPr/>
        <a:lstStyle/>
        <a:p>
          <a:endParaRPr lang="en-US"/>
        </a:p>
      </dgm:t>
    </dgm:pt>
    <dgm:pt modelId="{6F973FD2-C990-48EF-8AE4-05BC0A52F615}" type="sibTrans" cxnId="{583958EB-57E2-42A1-807A-3E235E357988}">
      <dgm:prSet/>
      <dgm:spPr/>
      <dgm:t>
        <a:bodyPr/>
        <a:lstStyle/>
        <a:p>
          <a:endParaRPr lang="en-US"/>
        </a:p>
      </dgm:t>
    </dgm:pt>
    <dgm:pt modelId="{CC280172-37A6-433D-A974-75D1A68E9C7C}" type="pres">
      <dgm:prSet presAssocID="{0DF91080-AB17-433E-B27F-7555CD9B4345}" presName="root" presStyleCnt="0">
        <dgm:presLayoutVars>
          <dgm:dir/>
          <dgm:resizeHandles val="exact"/>
        </dgm:presLayoutVars>
      </dgm:prSet>
      <dgm:spPr/>
    </dgm:pt>
    <dgm:pt modelId="{6AFDAE01-531E-440A-BE48-D22DD01A0B04}" type="pres">
      <dgm:prSet presAssocID="{6C12C421-D6AD-4E41-8F8C-AB0FE3977117}" presName="compNode" presStyleCnt="0"/>
      <dgm:spPr/>
    </dgm:pt>
    <dgm:pt modelId="{77DBB4E6-A831-459C-BC05-6C46C13A0BCB}" type="pres">
      <dgm:prSet presAssocID="{6C12C421-D6AD-4E41-8F8C-AB0FE3977117}" presName="bgRect" presStyleLbl="bgShp" presStyleIdx="0" presStyleCnt="3"/>
      <dgm:spPr/>
    </dgm:pt>
    <dgm:pt modelId="{9D8C0A89-707B-488F-8F14-5989EE4C846F}" type="pres">
      <dgm:prSet presAssocID="{6C12C421-D6AD-4E41-8F8C-AB0FE397711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sconnected"/>
        </a:ext>
      </dgm:extLst>
    </dgm:pt>
    <dgm:pt modelId="{2CABC414-F504-4AF0-BF70-0C0C56163D7E}" type="pres">
      <dgm:prSet presAssocID="{6C12C421-D6AD-4E41-8F8C-AB0FE3977117}" presName="spaceRect" presStyleCnt="0"/>
      <dgm:spPr/>
    </dgm:pt>
    <dgm:pt modelId="{172D6AE3-9941-47DF-9D89-54D83F18866E}" type="pres">
      <dgm:prSet presAssocID="{6C12C421-D6AD-4E41-8F8C-AB0FE3977117}" presName="parTx" presStyleLbl="revTx" presStyleIdx="0" presStyleCnt="3">
        <dgm:presLayoutVars>
          <dgm:chMax val="0"/>
          <dgm:chPref val="0"/>
        </dgm:presLayoutVars>
      </dgm:prSet>
      <dgm:spPr/>
    </dgm:pt>
    <dgm:pt modelId="{98506B9C-9148-42AE-A51D-52589503A64F}" type="pres">
      <dgm:prSet presAssocID="{60FF64EF-81DA-4177-AA91-49223390A0BA}" presName="sibTrans" presStyleCnt="0"/>
      <dgm:spPr/>
    </dgm:pt>
    <dgm:pt modelId="{B7A688F5-3143-4D20-B306-F08842F5A4D8}" type="pres">
      <dgm:prSet presAssocID="{91089E08-1EAF-412C-B9DE-15B8A5A345F4}" presName="compNode" presStyleCnt="0"/>
      <dgm:spPr/>
    </dgm:pt>
    <dgm:pt modelId="{D144F971-04EA-401A-8390-9420BD3958C0}" type="pres">
      <dgm:prSet presAssocID="{91089E08-1EAF-412C-B9DE-15B8A5A345F4}" presName="bgRect" presStyleLbl="bgShp" presStyleIdx="1" presStyleCnt="3"/>
      <dgm:spPr/>
    </dgm:pt>
    <dgm:pt modelId="{3FE6AFD8-D7AE-4512-8CD6-EEA78C42BCCB}" type="pres">
      <dgm:prSet presAssocID="{91089E08-1EAF-412C-B9DE-15B8A5A345F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17B532FA-B5F5-482F-A832-FB600D302EB5}" type="pres">
      <dgm:prSet presAssocID="{91089E08-1EAF-412C-B9DE-15B8A5A345F4}" presName="spaceRect" presStyleCnt="0"/>
      <dgm:spPr/>
    </dgm:pt>
    <dgm:pt modelId="{43C2094B-C5F2-405D-AC9A-0D12CE7B1F0A}" type="pres">
      <dgm:prSet presAssocID="{91089E08-1EAF-412C-B9DE-15B8A5A345F4}" presName="parTx" presStyleLbl="revTx" presStyleIdx="1" presStyleCnt="3">
        <dgm:presLayoutVars>
          <dgm:chMax val="0"/>
          <dgm:chPref val="0"/>
        </dgm:presLayoutVars>
      </dgm:prSet>
      <dgm:spPr/>
    </dgm:pt>
    <dgm:pt modelId="{C56C6372-73B6-4B8E-A6C0-5C70C3656BB6}" type="pres">
      <dgm:prSet presAssocID="{C1070D61-A764-4941-BCF1-CD3A92883174}" presName="sibTrans" presStyleCnt="0"/>
      <dgm:spPr/>
    </dgm:pt>
    <dgm:pt modelId="{9F42BB3F-B52C-409F-9543-5204D86B7478}" type="pres">
      <dgm:prSet presAssocID="{0947E04D-F263-46AE-92E0-8BB620DB728F}" presName="compNode" presStyleCnt="0"/>
      <dgm:spPr/>
    </dgm:pt>
    <dgm:pt modelId="{FD12F2AE-0E3A-479E-BE9A-D9F7B1C051E5}" type="pres">
      <dgm:prSet presAssocID="{0947E04D-F263-46AE-92E0-8BB620DB728F}" presName="bgRect" presStyleLbl="bgShp" presStyleIdx="2" presStyleCnt="3"/>
      <dgm:spPr/>
    </dgm:pt>
    <dgm:pt modelId="{893963A5-2B91-479C-B5BD-C79B9D03D65C}" type="pres">
      <dgm:prSet presAssocID="{0947E04D-F263-46AE-92E0-8BB620DB728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cessor"/>
        </a:ext>
      </dgm:extLst>
    </dgm:pt>
    <dgm:pt modelId="{FDA50E01-0065-4C4C-85C7-0B175D689563}" type="pres">
      <dgm:prSet presAssocID="{0947E04D-F263-46AE-92E0-8BB620DB728F}" presName="spaceRect" presStyleCnt="0"/>
      <dgm:spPr/>
    </dgm:pt>
    <dgm:pt modelId="{0A3DE651-5A79-40A9-8ACC-223F754EDD53}" type="pres">
      <dgm:prSet presAssocID="{0947E04D-F263-46AE-92E0-8BB620DB728F}" presName="parTx" presStyleLbl="revTx" presStyleIdx="2" presStyleCnt="3">
        <dgm:presLayoutVars>
          <dgm:chMax val="0"/>
          <dgm:chPref val="0"/>
        </dgm:presLayoutVars>
      </dgm:prSet>
      <dgm:spPr/>
    </dgm:pt>
  </dgm:ptLst>
  <dgm:cxnLst>
    <dgm:cxn modelId="{8082DE02-5429-47F4-9BBB-6F650839F184}" type="presOf" srcId="{91089E08-1EAF-412C-B9DE-15B8A5A345F4}" destId="{43C2094B-C5F2-405D-AC9A-0D12CE7B1F0A}" srcOrd="0" destOrd="0" presId="urn:microsoft.com/office/officeart/2018/2/layout/IconVerticalSolidList"/>
    <dgm:cxn modelId="{3397A61D-1174-4ED9-95FB-85E7B8A87332}" srcId="{0DF91080-AB17-433E-B27F-7555CD9B4345}" destId="{91089E08-1EAF-412C-B9DE-15B8A5A345F4}" srcOrd="1" destOrd="0" parTransId="{CE736AFC-3DAC-4C4E-A6BE-4D742752E421}" sibTransId="{C1070D61-A764-4941-BCF1-CD3A92883174}"/>
    <dgm:cxn modelId="{1EC40355-4ED5-4F30-9890-9D287FD0F8F4}" type="presOf" srcId="{6C12C421-D6AD-4E41-8F8C-AB0FE3977117}" destId="{172D6AE3-9941-47DF-9D89-54D83F18866E}" srcOrd="0" destOrd="0" presId="urn:microsoft.com/office/officeart/2018/2/layout/IconVerticalSolidList"/>
    <dgm:cxn modelId="{CF9EC286-751D-44A1-9A25-FE648DD6345B}" type="presOf" srcId="{0DF91080-AB17-433E-B27F-7555CD9B4345}" destId="{CC280172-37A6-433D-A974-75D1A68E9C7C}" srcOrd="0" destOrd="0" presId="urn:microsoft.com/office/officeart/2018/2/layout/IconVerticalSolidList"/>
    <dgm:cxn modelId="{748344C0-92F0-48CD-9A65-B85686FA0B5A}" type="presOf" srcId="{0947E04D-F263-46AE-92E0-8BB620DB728F}" destId="{0A3DE651-5A79-40A9-8ACC-223F754EDD53}" srcOrd="0" destOrd="0" presId="urn:microsoft.com/office/officeart/2018/2/layout/IconVerticalSolidList"/>
    <dgm:cxn modelId="{CBE64EE7-A302-4F49-B8BE-C5ED91557552}" srcId="{0DF91080-AB17-433E-B27F-7555CD9B4345}" destId="{6C12C421-D6AD-4E41-8F8C-AB0FE3977117}" srcOrd="0" destOrd="0" parTransId="{E38B79B4-2313-40AC-93F7-6CB7C13D6612}" sibTransId="{60FF64EF-81DA-4177-AA91-49223390A0BA}"/>
    <dgm:cxn modelId="{583958EB-57E2-42A1-807A-3E235E357988}" srcId="{0DF91080-AB17-433E-B27F-7555CD9B4345}" destId="{0947E04D-F263-46AE-92E0-8BB620DB728F}" srcOrd="2" destOrd="0" parTransId="{E1C5A143-7B30-442C-8D13-8CBE27653EFB}" sibTransId="{6F973FD2-C990-48EF-8AE4-05BC0A52F615}"/>
    <dgm:cxn modelId="{D920F04C-A87D-4240-8DBA-9E86AE5A6F7F}" type="presParOf" srcId="{CC280172-37A6-433D-A974-75D1A68E9C7C}" destId="{6AFDAE01-531E-440A-BE48-D22DD01A0B04}" srcOrd="0" destOrd="0" presId="urn:microsoft.com/office/officeart/2018/2/layout/IconVerticalSolidList"/>
    <dgm:cxn modelId="{EA93E84A-AC3B-4F47-AC56-CF7C555CE36F}" type="presParOf" srcId="{6AFDAE01-531E-440A-BE48-D22DD01A0B04}" destId="{77DBB4E6-A831-459C-BC05-6C46C13A0BCB}" srcOrd="0" destOrd="0" presId="urn:microsoft.com/office/officeart/2018/2/layout/IconVerticalSolidList"/>
    <dgm:cxn modelId="{7E1FFB2B-F2B6-4632-A107-A5461A932A13}" type="presParOf" srcId="{6AFDAE01-531E-440A-BE48-D22DD01A0B04}" destId="{9D8C0A89-707B-488F-8F14-5989EE4C846F}" srcOrd="1" destOrd="0" presId="urn:microsoft.com/office/officeart/2018/2/layout/IconVerticalSolidList"/>
    <dgm:cxn modelId="{C5D7C281-4056-40FF-9FD8-F32FB7A26337}" type="presParOf" srcId="{6AFDAE01-531E-440A-BE48-D22DD01A0B04}" destId="{2CABC414-F504-4AF0-BF70-0C0C56163D7E}" srcOrd="2" destOrd="0" presId="urn:microsoft.com/office/officeart/2018/2/layout/IconVerticalSolidList"/>
    <dgm:cxn modelId="{281040E9-BD07-4267-9839-D4CAE421A7F1}" type="presParOf" srcId="{6AFDAE01-531E-440A-BE48-D22DD01A0B04}" destId="{172D6AE3-9941-47DF-9D89-54D83F18866E}" srcOrd="3" destOrd="0" presId="urn:microsoft.com/office/officeart/2018/2/layout/IconVerticalSolidList"/>
    <dgm:cxn modelId="{8F3096BC-B6D4-4AA1-983D-2B9FED9CD784}" type="presParOf" srcId="{CC280172-37A6-433D-A974-75D1A68E9C7C}" destId="{98506B9C-9148-42AE-A51D-52589503A64F}" srcOrd="1" destOrd="0" presId="urn:microsoft.com/office/officeart/2018/2/layout/IconVerticalSolidList"/>
    <dgm:cxn modelId="{A4995C8C-E609-403E-8C82-AF681EDADC64}" type="presParOf" srcId="{CC280172-37A6-433D-A974-75D1A68E9C7C}" destId="{B7A688F5-3143-4D20-B306-F08842F5A4D8}" srcOrd="2" destOrd="0" presId="urn:microsoft.com/office/officeart/2018/2/layout/IconVerticalSolidList"/>
    <dgm:cxn modelId="{5F0733F5-5444-4213-8FFC-A01DC47A66A1}" type="presParOf" srcId="{B7A688F5-3143-4D20-B306-F08842F5A4D8}" destId="{D144F971-04EA-401A-8390-9420BD3958C0}" srcOrd="0" destOrd="0" presId="urn:microsoft.com/office/officeart/2018/2/layout/IconVerticalSolidList"/>
    <dgm:cxn modelId="{0CEC541F-9A07-42E3-BA03-7076FD2ECD52}" type="presParOf" srcId="{B7A688F5-3143-4D20-B306-F08842F5A4D8}" destId="{3FE6AFD8-D7AE-4512-8CD6-EEA78C42BCCB}" srcOrd="1" destOrd="0" presId="urn:microsoft.com/office/officeart/2018/2/layout/IconVerticalSolidList"/>
    <dgm:cxn modelId="{000F432E-353F-4685-8DAA-E0C432B827EA}" type="presParOf" srcId="{B7A688F5-3143-4D20-B306-F08842F5A4D8}" destId="{17B532FA-B5F5-482F-A832-FB600D302EB5}" srcOrd="2" destOrd="0" presId="urn:microsoft.com/office/officeart/2018/2/layout/IconVerticalSolidList"/>
    <dgm:cxn modelId="{FB393730-BCE8-4BED-9D9C-227522A032C4}" type="presParOf" srcId="{B7A688F5-3143-4D20-B306-F08842F5A4D8}" destId="{43C2094B-C5F2-405D-AC9A-0D12CE7B1F0A}" srcOrd="3" destOrd="0" presId="urn:microsoft.com/office/officeart/2018/2/layout/IconVerticalSolidList"/>
    <dgm:cxn modelId="{8D26D221-CDE2-446B-8622-93D0188E2696}" type="presParOf" srcId="{CC280172-37A6-433D-A974-75D1A68E9C7C}" destId="{C56C6372-73B6-4B8E-A6C0-5C70C3656BB6}" srcOrd="3" destOrd="0" presId="urn:microsoft.com/office/officeart/2018/2/layout/IconVerticalSolidList"/>
    <dgm:cxn modelId="{7BFA90FF-FE0E-46D1-9FEF-215AD6F636BC}" type="presParOf" srcId="{CC280172-37A6-433D-A974-75D1A68E9C7C}" destId="{9F42BB3F-B52C-409F-9543-5204D86B7478}" srcOrd="4" destOrd="0" presId="urn:microsoft.com/office/officeart/2018/2/layout/IconVerticalSolidList"/>
    <dgm:cxn modelId="{A7CCAFDB-3FF2-4309-8804-CB8AA66203FF}" type="presParOf" srcId="{9F42BB3F-B52C-409F-9543-5204D86B7478}" destId="{FD12F2AE-0E3A-479E-BE9A-D9F7B1C051E5}" srcOrd="0" destOrd="0" presId="urn:microsoft.com/office/officeart/2018/2/layout/IconVerticalSolidList"/>
    <dgm:cxn modelId="{41C98B65-7235-4AC8-B6E4-33AA99474929}" type="presParOf" srcId="{9F42BB3F-B52C-409F-9543-5204D86B7478}" destId="{893963A5-2B91-479C-B5BD-C79B9D03D65C}" srcOrd="1" destOrd="0" presId="urn:microsoft.com/office/officeart/2018/2/layout/IconVerticalSolidList"/>
    <dgm:cxn modelId="{40B17BF1-66B5-4021-8314-AD767EDB897C}" type="presParOf" srcId="{9F42BB3F-B52C-409F-9543-5204D86B7478}" destId="{FDA50E01-0065-4C4C-85C7-0B175D689563}" srcOrd="2" destOrd="0" presId="urn:microsoft.com/office/officeart/2018/2/layout/IconVerticalSolidList"/>
    <dgm:cxn modelId="{952CCD36-A349-4461-B874-C9098517C045}" type="presParOf" srcId="{9F42BB3F-B52C-409F-9543-5204D86B7478}" destId="{0A3DE651-5A79-40A9-8ACC-223F754EDD5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86BDF5-7A6C-0C49-8B02-25968B5F170C}">
      <dsp:nvSpPr>
        <dsp:cNvPr id="0" name=""/>
        <dsp:cNvSpPr/>
      </dsp:nvSpPr>
      <dsp:spPr>
        <a:xfrm>
          <a:off x="0" y="0"/>
          <a:ext cx="11029615" cy="0"/>
        </a:xfrm>
        <a:prstGeom prst="line">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C72527-BD86-3C4A-8235-CCEFBDC63439}">
      <dsp:nvSpPr>
        <dsp:cNvPr id="0" name=""/>
        <dsp:cNvSpPr/>
      </dsp:nvSpPr>
      <dsp:spPr>
        <a:xfrm>
          <a:off x="0" y="0"/>
          <a:ext cx="11029615" cy="759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GB" sz="3400" b="1" i="0" kern="1200" baseline="0" dirty="0"/>
            <a:t>Machine Learning for Robotics </a:t>
          </a:r>
          <a:endParaRPr lang="en-US" sz="3400" kern="1200" dirty="0"/>
        </a:p>
      </dsp:txBody>
      <dsp:txXfrm>
        <a:off x="0" y="0"/>
        <a:ext cx="11029615" cy="759182"/>
      </dsp:txXfrm>
    </dsp:sp>
    <dsp:sp modelId="{C7F165C2-2C6B-7B48-81CF-CFC27CF5E06A}">
      <dsp:nvSpPr>
        <dsp:cNvPr id="0" name=""/>
        <dsp:cNvSpPr/>
      </dsp:nvSpPr>
      <dsp:spPr>
        <a:xfrm>
          <a:off x="0" y="759182"/>
          <a:ext cx="11029615" cy="0"/>
        </a:xfrm>
        <a:prstGeom prst="line">
          <a:avLst/>
        </a:prstGeom>
        <a:solidFill>
          <a:schemeClr val="accent1">
            <a:hueOff val="0"/>
            <a:satOff val="0"/>
            <a:lumOff val="0"/>
            <a:alphaOff val="0"/>
          </a:schemeClr>
        </a:solidFill>
        <a:ln w="2222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828085-CC8D-FF47-9E91-14A4CC5A6628}">
      <dsp:nvSpPr>
        <dsp:cNvPr id="0" name=""/>
        <dsp:cNvSpPr/>
      </dsp:nvSpPr>
      <dsp:spPr>
        <a:xfrm>
          <a:off x="0" y="759182"/>
          <a:ext cx="11029615" cy="7591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9540" tIns="129540" rIns="129540" bIns="129540" numCol="1" spcCol="1270" anchor="t" anchorCtr="0">
          <a:noAutofit/>
        </a:bodyPr>
        <a:lstStyle/>
        <a:p>
          <a:pPr marL="0" lvl="0" indent="0" algn="l" defTabSz="1511300">
            <a:lnSpc>
              <a:spcPct val="90000"/>
            </a:lnSpc>
            <a:spcBef>
              <a:spcPct val="0"/>
            </a:spcBef>
            <a:spcAft>
              <a:spcPct val="35000"/>
            </a:spcAft>
            <a:buNone/>
          </a:pPr>
          <a:r>
            <a:rPr lang="en-US" sz="3400" kern="1200" dirty="0"/>
            <a:t>Week # 13: Support Vector Machine (SVM)</a:t>
          </a:r>
          <a:endParaRPr lang="en-US" sz="3400" kern="1200" spc="-20" dirty="0">
            <a:solidFill>
              <a:prstClr val="black">
                <a:hueOff val="0"/>
                <a:satOff val="0"/>
                <a:lumOff val="0"/>
                <a:alphaOff val="0"/>
              </a:prstClr>
            </a:solidFill>
            <a:latin typeface="+mn-lt"/>
            <a:ea typeface="+mn-ea"/>
            <a:cs typeface="+mn-cs"/>
          </a:endParaRPr>
        </a:p>
      </dsp:txBody>
      <dsp:txXfrm>
        <a:off x="0" y="759182"/>
        <a:ext cx="11029615" cy="7591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AFD109-F3E4-1B47-BF1F-C9A779678A59}">
      <dsp:nvSpPr>
        <dsp:cNvPr id="0" name=""/>
        <dsp:cNvSpPr/>
      </dsp:nvSpPr>
      <dsp:spPr>
        <a:xfrm>
          <a:off x="0" y="14767"/>
          <a:ext cx="7368978" cy="786240"/>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Introduction to SVM</a:t>
          </a:r>
        </a:p>
      </dsp:txBody>
      <dsp:txXfrm>
        <a:off x="38381" y="53148"/>
        <a:ext cx="7292216" cy="709478"/>
      </dsp:txXfrm>
    </dsp:sp>
    <dsp:sp modelId="{CE9301DC-BCF1-9941-8221-7B4ED41B2C4F}">
      <dsp:nvSpPr>
        <dsp:cNvPr id="0" name=""/>
        <dsp:cNvSpPr/>
      </dsp:nvSpPr>
      <dsp:spPr>
        <a:xfrm>
          <a:off x="0" y="893167"/>
          <a:ext cx="7368978" cy="786240"/>
        </a:xfrm>
        <a:prstGeom prst="roundRect">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Types of SVM</a:t>
          </a:r>
        </a:p>
      </dsp:txBody>
      <dsp:txXfrm>
        <a:off x="38381" y="931548"/>
        <a:ext cx="7292216" cy="709478"/>
      </dsp:txXfrm>
    </dsp:sp>
    <dsp:sp modelId="{1255BF81-A84A-6349-B9BE-6AA40EE68674}">
      <dsp:nvSpPr>
        <dsp:cNvPr id="0" name=""/>
        <dsp:cNvSpPr/>
      </dsp:nvSpPr>
      <dsp:spPr>
        <a:xfrm>
          <a:off x="0" y="1771567"/>
          <a:ext cx="7368978" cy="786240"/>
        </a:xfrm>
        <a:prstGeom prst="roundRect">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Linear SVM</a:t>
          </a:r>
        </a:p>
      </dsp:txBody>
      <dsp:txXfrm>
        <a:off x="38381" y="1809948"/>
        <a:ext cx="7292216" cy="709478"/>
      </dsp:txXfrm>
    </dsp:sp>
    <dsp:sp modelId="{19D60BC5-4D19-9C4A-9A89-7A06727C7EEC}">
      <dsp:nvSpPr>
        <dsp:cNvPr id="0" name=""/>
        <dsp:cNvSpPr/>
      </dsp:nvSpPr>
      <dsp:spPr>
        <a:xfrm>
          <a:off x="0" y="2649967"/>
          <a:ext cx="7368978" cy="786240"/>
        </a:xfrm>
        <a:prstGeom prst="roundRect">
          <a:avLst/>
        </a:prstGeom>
        <a:gradFill rotWithShape="0">
          <a:gsLst>
            <a:gs pos="0">
              <a:schemeClr val="accent5">
                <a:hueOff val="0"/>
                <a:satOff val="0"/>
                <a:lumOff val="0"/>
                <a:alphaOff val="0"/>
                <a:tint val="98000"/>
                <a:lumMod val="110000"/>
              </a:schemeClr>
            </a:gs>
            <a:gs pos="84000">
              <a:schemeClr val="accent5">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Non-Linear SVM</a:t>
          </a:r>
        </a:p>
      </dsp:txBody>
      <dsp:txXfrm>
        <a:off x="38381" y="2688348"/>
        <a:ext cx="7292216" cy="709478"/>
      </dsp:txXfrm>
    </dsp:sp>
    <dsp:sp modelId="{055A56FC-BF38-B547-B2F6-537EDC115883}">
      <dsp:nvSpPr>
        <dsp:cNvPr id="0" name=""/>
        <dsp:cNvSpPr/>
      </dsp:nvSpPr>
      <dsp:spPr>
        <a:xfrm>
          <a:off x="0" y="3528367"/>
          <a:ext cx="7368978" cy="786240"/>
        </a:xfrm>
        <a:prstGeom prst="roundRect">
          <a:avLst/>
        </a:prstGeom>
        <a:gradFill rotWithShape="0">
          <a:gsLst>
            <a:gs pos="0">
              <a:schemeClr val="accent6">
                <a:hueOff val="0"/>
                <a:satOff val="0"/>
                <a:lumOff val="0"/>
                <a:alphaOff val="0"/>
                <a:tint val="98000"/>
                <a:lumMod val="110000"/>
              </a:schemeClr>
            </a:gs>
            <a:gs pos="84000">
              <a:schemeClr val="accent6">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rtl="0">
            <a:lnSpc>
              <a:spcPct val="90000"/>
            </a:lnSpc>
            <a:spcBef>
              <a:spcPct val="0"/>
            </a:spcBef>
            <a:spcAft>
              <a:spcPct val="35000"/>
            </a:spcAft>
            <a:buNone/>
          </a:pPr>
          <a:r>
            <a:rPr lang="en-US" sz="3200" kern="1200" dirty="0"/>
            <a:t>Pros &amp; Cons</a:t>
          </a:r>
        </a:p>
      </dsp:txBody>
      <dsp:txXfrm>
        <a:off x="38381" y="3566748"/>
        <a:ext cx="7292216" cy="709478"/>
      </dsp:txXfrm>
    </dsp:sp>
    <dsp:sp modelId="{619D9F6A-8C06-614E-86DB-F4CEC794D541}">
      <dsp:nvSpPr>
        <dsp:cNvPr id="0" name=""/>
        <dsp:cNvSpPr/>
      </dsp:nvSpPr>
      <dsp:spPr>
        <a:xfrm>
          <a:off x="0" y="4406767"/>
          <a:ext cx="7368978" cy="786240"/>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dirty="0"/>
            <a:t>Python implementation</a:t>
          </a:r>
        </a:p>
      </dsp:txBody>
      <dsp:txXfrm>
        <a:off x="38381" y="4445148"/>
        <a:ext cx="7292216" cy="7094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BEBB1F-A6FE-461C-8FB0-885CCD94F163}">
      <dsp:nvSpPr>
        <dsp:cNvPr id="0" name=""/>
        <dsp:cNvSpPr/>
      </dsp:nvSpPr>
      <dsp:spPr>
        <a:xfrm>
          <a:off x="0" y="53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4B10A4-0731-4372-A959-4B5C598CA756}">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12982B-7283-4320-AFAE-CE35CA518E9C}">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89000">
            <a:lnSpc>
              <a:spcPct val="100000"/>
            </a:lnSpc>
            <a:spcBef>
              <a:spcPct val="0"/>
            </a:spcBef>
            <a:spcAft>
              <a:spcPct val="35000"/>
            </a:spcAft>
            <a:buNone/>
          </a:pPr>
          <a:r>
            <a:rPr lang="en-US" sz="2000" kern="1200" dirty="0"/>
            <a:t>Support Vector Machines are a type of supervised machine learning algorithm that provides analysis of data for classification and regression analysis.</a:t>
          </a:r>
        </a:p>
      </dsp:txBody>
      <dsp:txXfrm>
        <a:off x="1435590" y="531"/>
        <a:ext cx="9080009" cy="1242935"/>
      </dsp:txXfrm>
    </dsp:sp>
    <dsp:sp modelId="{069A5FE0-1CB2-4966-A969-63234380E56A}">
      <dsp:nvSpPr>
        <dsp:cNvPr id="0" name=""/>
        <dsp:cNvSpPr/>
      </dsp:nvSpPr>
      <dsp:spPr>
        <a:xfrm>
          <a:off x="0" y="155420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789C22-B912-4C3A-BEBD-64E1DBE0CBE4}">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861551-FC43-479B-A6C6-2086027523FA}">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89000">
            <a:lnSpc>
              <a:spcPct val="100000"/>
            </a:lnSpc>
            <a:spcBef>
              <a:spcPct val="0"/>
            </a:spcBef>
            <a:spcAft>
              <a:spcPct val="35000"/>
            </a:spcAft>
            <a:buNone/>
          </a:pPr>
          <a:r>
            <a:rPr lang="en-US" sz="2000" kern="1200"/>
            <a:t>While they can be used for regression, SVM is mostly used for classification.</a:t>
          </a:r>
        </a:p>
      </dsp:txBody>
      <dsp:txXfrm>
        <a:off x="1435590" y="1554201"/>
        <a:ext cx="9080009" cy="1242935"/>
      </dsp:txXfrm>
    </dsp:sp>
    <dsp:sp modelId="{559C45C6-FBFB-49B6-8FD5-AA2309B538DF}">
      <dsp:nvSpPr>
        <dsp:cNvPr id="0" name=""/>
        <dsp:cNvSpPr/>
      </dsp:nvSpPr>
      <dsp:spPr>
        <a:xfrm>
          <a:off x="0" y="3107870"/>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F20F7A-CC26-4D33-AC96-5E4D37C7FD40}">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40A9CA-7D6B-4685-AE6E-75D9F77B1888}">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89000">
            <a:lnSpc>
              <a:spcPct val="100000"/>
            </a:lnSpc>
            <a:spcBef>
              <a:spcPct val="0"/>
            </a:spcBef>
            <a:spcAft>
              <a:spcPct val="35000"/>
            </a:spcAft>
            <a:buNone/>
          </a:pPr>
          <a:r>
            <a:rPr lang="en-US" sz="2000" kern="1200" dirty="0"/>
            <a:t>Find the hyperplane that leads to a linear relationship between the dependent and independent variables</a:t>
          </a:r>
        </a:p>
      </dsp:txBody>
      <dsp:txXfrm>
        <a:off x="1435590" y="3107870"/>
        <a:ext cx="908000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2D8845-0F71-F34B-95D1-E6AD8DE361CA}">
      <dsp:nvSpPr>
        <dsp:cNvPr id="0" name=""/>
        <dsp:cNvSpPr/>
      </dsp:nvSpPr>
      <dsp:spPr>
        <a:xfrm>
          <a:off x="0" y="0"/>
          <a:ext cx="8075220" cy="0"/>
        </a:xfrm>
        <a:prstGeom prst="line">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w="12700" cap="rnd" cmpd="sng" algn="ctr">
          <a:solidFill>
            <a:schemeClr val="accent2">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5FF87A49-2C8F-F548-8228-7D6EE636AFE0}">
      <dsp:nvSpPr>
        <dsp:cNvPr id="0" name=""/>
        <dsp:cNvSpPr/>
      </dsp:nvSpPr>
      <dsp:spPr>
        <a:xfrm>
          <a:off x="0" y="0"/>
          <a:ext cx="8075220" cy="1264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kern="1200"/>
            <a:t>SVM is a supervised machine learning algorithm that uses for classification problems like Spam detection (spam vs. not spam), cancer detection (malignant vs. benign tumors).</a:t>
          </a:r>
          <a:endParaRPr lang="en-US" sz="2300" kern="1200" dirty="0"/>
        </a:p>
      </dsp:txBody>
      <dsp:txXfrm>
        <a:off x="0" y="0"/>
        <a:ext cx="8075220" cy="1264722"/>
      </dsp:txXfrm>
    </dsp:sp>
    <dsp:sp modelId="{CF717F0A-84D8-8348-9F02-B4768EE4221E}">
      <dsp:nvSpPr>
        <dsp:cNvPr id="0" name=""/>
        <dsp:cNvSpPr/>
      </dsp:nvSpPr>
      <dsp:spPr>
        <a:xfrm>
          <a:off x="0" y="1264722"/>
          <a:ext cx="8075220" cy="0"/>
        </a:xfrm>
        <a:prstGeom prst="line">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w="12700" cap="rnd" cmpd="sng" algn="ctr">
          <a:solidFill>
            <a:schemeClr val="accent3">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BF784C7A-4786-674B-A80F-224314EAED9B}">
      <dsp:nvSpPr>
        <dsp:cNvPr id="0" name=""/>
        <dsp:cNvSpPr/>
      </dsp:nvSpPr>
      <dsp:spPr>
        <a:xfrm>
          <a:off x="0" y="1264722"/>
          <a:ext cx="8075220" cy="1264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endParaRPr lang="en-US" sz="2000" kern="1200" dirty="0"/>
        </a:p>
        <a:p>
          <a:pPr marL="0" lvl="0" indent="0" algn="l" defTabSz="889000">
            <a:lnSpc>
              <a:spcPct val="90000"/>
            </a:lnSpc>
            <a:spcBef>
              <a:spcPct val="0"/>
            </a:spcBef>
            <a:spcAft>
              <a:spcPct val="35000"/>
            </a:spcAft>
            <a:buNone/>
          </a:pPr>
          <a:r>
            <a:rPr lang="en-US" sz="2000" kern="1200" dirty="0"/>
            <a:t>It was proposed by </a:t>
          </a:r>
          <a:r>
            <a:rPr lang="en-US" sz="2000" kern="1200" dirty="0" err="1"/>
            <a:t>Vapnik</a:t>
          </a:r>
          <a:r>
            <a:rPr lang="en-US" sz="2000" kern="1200" dirty="0"/>
            <a:t> in 1960 and widely recognized in 1990. Its modern formulation was published in 1992.</a:t>
          </a:r>
        </a:p>
      </dsp:txBody>
      <dsp:txXfrm>
        <a:off x="0" y="1264722"/>
        <a:ext cx="8075220" cy="1264722"/>
      </dsp:txXfrm>
    </dsp:sp>
    <dsp:sp modelId="{0546898A-600B-B148-A130-714EF655D872}">
      <dsp:nvSpPr>
        <dsp:cNvPr id="0" name=""/>
        <dsp:cNvSpPr/>
      </dsp:nvSpPr>
      <dsp:spPr>
        <a:xfrm>
          <a:off x="0" y="2529444"/>
          <a:ext cx="8075220" cy="0"/>
        </a:xfrm>
        <a:prstGeom prst="line">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w="12700" cap="rnd" cmpd="sng" algn="ctr">
          <a:solidFill>
            <a:schemeClr val="accent4">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EC2064A4-07F1-CE40-A7FF-BD3624C90DF5}">
      <dsp:nvSpPr>
        <dsp:cNvPr id="0" name=""/>
        <dsp:cNvSpPr/>
      </dsp:nvSpPr>
      <dsp:spPr>
        <a:xfrm>
          <a:off x="0" y="2529444"/>
          <a:ext cx="8075220" cy="1264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endParaRPr lang="en-GB" sz="2000" kern="1200" dirty="0"/>
        </a:p>
        <a:p>
          <a:pPr marL="0" lvl="0" indent="0" algn="l" defTabSz="889000">
            <a:lnSpc>
              <a:spcPct val="90000"/>
            </a:lnSpc>
            <a:spcBef>
              <a:spcPct val="0"/>
            </a:spcBef>
            <a:spcAft>
              <a:spcPct val="35000"/>
            </a:spcAft>
            <a:buNone/>
          </a:pPr>
          <a:r>
            <a:rPr lang="en-GB" sz="2000" kern="1200" dirty="0"/>
            <a:t>Its main goal is to find a hyperplane that classifies the </a:t>
          </a:r>
          <a:r>
            <a:rPr lang="en-GB" sz="2000" b="1" kern="1200" dirty="0"/>
            <a:t>data points/samples</a:t>
          </a:r>
          <a:r>
            <a:rPr lang="en-GB" sz="2000" kern="1200" dirty="0"/>
            <a:t> into </a:t>
          </a:r>
          <a:r>
            <a:rPr lang="en-GB" sz="2000" b="1" kern="1200" dirty="0">
              <a:solidFill>
                <a:schemeClr val="tx1"/>
              </a:solidFill>
            </a:rPr>
            <a:t>categories/classes</a:t>
          </a:r>
          <a:r>
            <a:rPr lang="en-GB" sz="2000" kern="1200" dirty="0">
              <a:solidFill>
                <a:srgbClr val="C00000"/>
              </a:solidFill>
            </a:rPr>
            <a:t>.</a:t>
          </a:r>
          <a:endParaRPr lang="en-US" sz="2000" kern="1200" dirty="0">
            <a:solidFill>
              <a:srgbClr val="C00000"/>
            </a:solidFill>
          </a:endParaRPr>
        </a:p>
      </dsp:txBody>
      <dsp:txXfrm>
        <a:off x="0" y="2529444"/>
        <a:ext cx="8075220" cy="1264722"/>
      </dsp:txXfrm>
    </dsp:sp>
    <dsp:sp modelId="{C2D0CB18-311A-3842-9551-C5B9C54D156D}">
      <dsp:nvSpPr>
        <dsp:cNvPr id="0" name=""/>
        <dsp:cNvSpPr/>
      </dsp:nvSpPr>
      <dsp:spPr>
        <a:xfrm>
          <a:off x="0" y="3794166"/>
          <a:ext cx="8075220" cy="0"/>
        </a:xfrm>
        <a:prstGeom prst="line">
          <a:avLst/>
        </a:prstGeom>
        <a:gradFill rotWithShape="0">
          <a:gsLst>
            <a:gs pos="0">
              <a:schemeClr val="accent5">
                <a:hueOff val="0"/>
                <a:satOff val="0"/>
                <a:lumOff val="0"/>
                <a:alphaOff val="0"/>
                <a:tint val="98000"/>
                <a:lumMod val="110000"/>
              </a:schemeClr>
            </a:gs>
            <a:gs pos="84000">
              <a:schemeClr val="accent5">
                <a:hueOff val="0"/>
                <a:satOff val="0"/>
                <a:lumOff val="0"/>
                <a:alphaOff val="0"/>
                <a:shade val="90000"/>
                <a:lumMod val="88000"/>
              </a:schemeClr>
            </a:gs>
          </a:gsLst>
          <a:lin ang="5400000" scaled="0"/>
        </a:gradFill>
        <a:ln w="12700" cap="rnd" cmpd="sng" algn="ctr">
          <a:solidFill>
            <a:schemeClr val="accent5">
              <a:hueOff val="0"/>
              <a:satOff val="0"/>
              <a:lumOff val="0"/>
              <a:alphaOff val="0"/>
            </a:schemeClr>
          </a:solidFill>
          <a:prstDash val="solid"/>
        </a:ln>
        <a:effectLst>
          <a:outerShdw blurRad="38100" dist="25400" dir="5400000" rotWithShape="0">
            <a:srgbClr val="000000">
              <a:alpha val="55000"/>
            </a:srgbClr>
          </a:outerShdw>
        </a:effectLst>
      </dsp:spPr>
      <dsp:style>
        <a:lnRef idx="1">
          <a:scrgbClr r="0" g="0" b="0"/>
        </a:lnRef>
        <a:fillRef idx="3">
          <a:scrgbClr r="0" g="0" b="0"/>
        </a:fillRef>
        <a:effectRef idx="2">
          <a:scrgbClr r="0" g="0" b="0"/>
        </a:effectRef>
        <a:fontRef idx="minor">
          <a:schemeClr val="lt1"/>
        </a:fontRef>
      </dsp:style>
    </dsp:sp>
    <dsp:sp modelId="{67A6AF52-4C3B-5D47-B3FD-EEF0857B1AE7}">
      <dsp:nvSpPr>
        <dsp:cNvPr id="0" name=""/>
        <dsp:cNvSpPr/>
      </dsp:nvSpPr>
      <dsp:spPr>
        <a:xfrm>
          <a:off x="0" y="3794166"/>
          <a:ext cx="8075220" cy="12647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endParaRPr lang="en-GB" sz="2000" kern="1200" dirty="0"/>
        </a:p>
        <a:p>
          <a:pPr marL="0" lvl="0" indent="0" algn="l" defTabSz="889000">
            <a:lnSpc>
              <a:spcPct val="90000"/>
            </a:lnSpc>
            <a:spcBef>
              <a:spcPct val="0"/>
            </a:spcBef>
            <a:spcAft>
              <a:spcPct val="35000"/>
            </a:spcAft>
            <a:buNone/>
          </a:pPr>
          <a:r>
            <a:rPr lang="en-GB" sz="2000" kern="1200" dirty="0"/>
            <a:t>SVM works by maximizing the margin between the data points of different classes, making it effective for high-dimensional data.</a:t>
          </a:r>
          <a:endParaRPr lang="en-US" sz="2000" kern="1200" dirty="0"/>
        </a:p>
      </dsp:txBody>
      <dsp:txXfrm>
        <a:off x="0" y="3794166"/>
        <a:ext cx="8075220" cy="126472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7BFA3B-C984-DD43-A138-8F69C478CEF2}">
      <dsp:nvSpPr>
        <dsp:cNvPr id="0" name=""/>
        <dsp:cNvSpPr/>
      </dsp:nvSpPr>
      <dsp:spPr>
        <a:xfrm>
          <a:off x="0" y="171686"/>
          <a:ext cx="11309338" cy="569716"/>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1. Importing the libraries and dataset</a:t>
          </a:r>
        </a:p>
      </dsp:txBody>
      <dsp:txXfrm>
        <a:off x="27811" y="199497"/>
        <a:ext cx="11253716" cy="514094"/>
      </dsp:txXfrm>
    </dsp:sp>
    <dsp:sp modelId="{40FB5E05-BAA1-124A-9CFA-C57F96E56103}">
      <dsp:nvSpPr>
        <dsp:cNvPr id="0" name=""/>
        <dsp:cNvSpPr/>
      </dsp:nvSpPr>
      <dsp:spPr>
        <a:xfrm>
          <a:off x="0" y="781723"/>
          <a:ext cx="11309338" cy="569716"/>
        </a:xfrm>
        <a:prstGeom prst="roundRect">
          <a:avLst/>
        </a:prstGeom>
        <a:solidFill>
          <a:schemeClr val="accent3">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2. Feature scaling (Since in SVR we have an implicit relationship equation between independent and dependent variables, so we need to apply feature scaling. For SLR, MLR and polynomial regression we have an explicit relationship and we do not use feature scaling.)</a:t>
          </a:r>
        </a:p>
      </dsp:txBody>
      <dsp:txXfrm>
        <a:off x="27811" y="809534"/>
        <a:ext cx="11253716" cy="514094"/>
      </dsp:txXfrm>
    </dsp:sp>
    <dsp:sp modelId="{23A45C66-8225-E54E-A89B-5FAE0AA55729}">
      <dsp:nvSpPr>
        <dsp:cNvPr id="0" name=""/>
        <dsp:cNvSpPr/>
      </dsp:nvSpPr>
      <dsp:spPr>
        <a:xfrm>
          <a:off x="0" y="1391760"/>
          <a:ext cx="11309338" cy="569716"/>
        </a:xfrm>
        <a:prstGeom prst="roundRect">
          <a:avLst/>
        </a:prstGeom>
        <a:solidFill>
          <a:schemeClr val="accent4">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3. Training the SVR dataset on the whole dataset</a:t>
          </a:r>
        </a:p>
      </dsp:txBody>
      <dsp:txXfrm>
        <a:off x="27811" y="1419571"/>
        <a:ext cx="11253716" cy="514094"/>
      </dsp:txXfrm>
    </dsp:sp>
    <dsp:sp modelId="{4F076340-6284-6A47-BA51-3382CAA0B7F5}">
      <dsp:nvSpPr>
        <dsp:cNvPr id="0" name=""/>
        <dsp:cNvSpPr/>
      </dsp:nvSpPr>
      <dsp:spPr>
        <a:xfrm>
          <a:off x="0" y="2001797"/>
          <a:ext cx="11309338" cy="569716"/>
        </a:xfrm>
        <a:prstGeom prst="roundRect">
          <a:avLst/>
        </a:prstGeom>
        <a:solidFill>
          <a:schemeClr val="accent5">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4. Predicting a new result</a:t>
          </a:r>
        </a:p>
      </dsp:txBody>
      <dsp:txXfrm>
        <a:off x="27811" y="2029608"/>
        <a:ext cx="11253716" cy="514094"/>
      </dsp:txXfrm>
    </dsp:sp>
    <dsp:sp modelId="{11CEE0FD-5A9C-D848-9C04-C450F29A81F9}">
      <dsp:nvSpPr>
        <dsp:cNvPr id="0" name=""/>
        <dsp:cNvSpPr/>
      </dsp:nvSpPr>
      <dsp:spPr>
        <a:xfrm>
          <a:off x="0" y="2611834"/>
          <a:ext cx="11309338" cy="569716"/>
        </a:xfrm>
        <a:prstGeom prst="roundRect">
          <a:avLst/>
        </a:prstGeom>
        <a:solidFill>
          <a:schemeClr val="accent6">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5. Visualizing the SVR results</a:t>
          </a:r>
        </a:p>
      </dsp:txBody>
      <dsp:txXfrm>
        <a:off x="27811" y="2639645"/>
        <a:ext cx="11253716" cy="514094"/>
      </dsp:txXfrm>
    </dsp:sp>
    <dsp:sp modelId="{4B3C0879-54B3-9E4A-8E4B-FEDF89628566}">
      <dsp:nvSpPr>
        <dsp:cNvPr id="0" name=""/>
        <dsp:cNvSpPr/>
      </dsp:nvSpPr>
      <dsp:spPr>
        <a:xfrm>
          <a:off x="0" y="3221871"/>
          <a:ext cx="11309338" cy="569716"/>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6. Visualizing the SVR results for higher resolution and smoother curve</a:t>
          </a:r>
        </a:p>
      </dsp:txBody>
      <dsp:txXfrm>
        <a:off x="27811" y="3249682"/>
        <a:ext cx="11253716" cy="51409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94BC8E-A623-4489-B3AE-827574A92309}">
      <dsp:nvSpPr>
        <dsp:cNvPr id="0" name=""/>
        <dsp:cNvSpPr/>
      </dsp:nvSpPr>
      <dsp:spPr>
        <a:xfrm>
          <a:off x="0" y="493"/>
          <a:ext cx="5275001" cy="11556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24732D-D285-496C-BF1C-D6DCD3615972}">
      <dsp:nvSpPr>
        <dsp:cNvPr id="0" name=""/>
        <dsp:cNvSpPr/>
      </dsp:nvSpPr>
      <dsp:spPr>
        <a:xfrm>
          <a:off x="349577" y="260509"/>
          <a:ext cx="635594" cy="6355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5CC9E9-2696-4F7B-8465-90AB7072C71A}">
      <dsp:nvSpPr>
        <dsp:cNvPr id="0" name=""/>
        <dsp:cNvSpPr/>
      </dsp:nvSpPr>
      <dsp:spPr>
        <a:xfrm>
          <a:off x="1334749" y="493"/>
          <a:ext cx="3940251" cy="1155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304" tIns="122304" rIns="122304" bIns="122304" numCol="1" spcCol="1270" anchor="ctr" anchorCtr="0">
          <a:noAutofit/>
        </a:bodyPr>
        <a:lstStyle/>
        <a:p>
          <a:pPr marL="0" lvl="0" indent="0" algn="l" defTabSz="622300">
            <a:lnSpc>
              <a:spcPct val="100000"/>
            </a:lnSpc>
            <a:spcBef>
              <a:spcPct val="0"/>
            </a:spcBef>
            <a:spcAft>
              <a:spcPct val="35000"/>
            </a:spcAft>
            <a:buNone/>
          </a:pPr>
          <a:r>
            <a:rPr lang="en-US" sz="1400" kern="1200"/>
            <a:t>We need to scale the independent variables as well as the dependent variable  because the values for salaries are too high as compared to the position level.</a:t>
          </a:r>
        </a:p>
      </dsp:txBody>
      <dsp:txXfrm>
        <a:off x="1334749" y="493"/>
        <a:ext cx="3940251" cy="1155627"/>
      </dsp:txXfrm>
    </dsp:sp>
    <dsp:sp modelId="{9A0EF1D7-C619-414C-BFE5-A18F60FCE139}">
      <dsp:nvSpPr>
        <dsp:cNvPr id="0" name=""/>
        <dsp:cNvSpPr/>
      </dsp:nvSpPr>
      <dsp:spPr>
        <a:xfrm>
          <a:off x="0" y="1445027"/>
          <a:ext cx="5275001" cy="11556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8E0389-B869-429F-96E2-D7AEBA49F6C8}">
      <dsp:nvSpPr>
        <dsp:cNvPr id="0" name=""/>
        <dsp:cNvSpPr/>
      </dsp:nvSpPr>
      <dsp:spPr>
        <a:xfrm>
          <a:off x="349577" y="1705044"/>
          <a:ext cx="635594" cy="6355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D0CA1E-95F5-4EA3-9CDD-E5D95C3485B8}">
      <dsp:nvSpPr>
        <dsp:cNvPr id="0" name=""/>
        <dsp:cNvSpPr/>
      </dsp:nvSpPr>
      <dsp:spPr>
        <a:xfrm>
          <a:off x="1334749" y="1445027"/>
          <a:ext cx="3940251" cy="1155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304" tIns="122304" rIns="122304" bIns="122304" numCol="1" spcCol="1270" anchor="ctr" anchorCtr="0">
          <a:noAutofit/>
        </a:bodyPr>
        <a:lstStyle/>
        <a:p>
          <a:pPr marL="0" lvl="0" indent="0" algn="l" defTabSz="622300">
            <a:lnSpc>
              <a:spcPct val="100000"/>
            </a:lnSpc>
            <a:spcBef>
              <a:spcPct val="0"/>
            </a:spcBef>
            <a:spcAft>
              <a:spcPct val="35000"/>
            </a:spcAft>
            <a:buNone/>
          </a:pPr>
          <a:r>
            <a:rPr lang="en-US" sz="1400" kern="1200"/>
            <a:t>We will apply standard scaler to both the columns separately.</a:t>
          </a:r>
        </a:p>
      </dsp:txBody>
      <dsp:txXfrm>
        <a:off x="1334749" y="1445027"/>
        <a:ext cx="3940251" cy="1155627"/>
      </dsp:txXfrm>
    </dsp:sp>
    <dsp:sp modelId="{35F7FE15-5179-486B-A4B8-F2299EBB24A0}">
      <dsp:nvSpPr>
        <dsp:cNvPr id="0" name=""/>
        <dsp:cNvSpPr/>
      </dsp:nvSpPr>
      <dsp:spPr>
        <a:xfrm>
          <a:off x="0" y="2889561"/>
          <a:ext cx="5275001" cy="115562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5832DC-EB82-40FF-8523-84D2A4FEF030}">
      <dsp:nvSpPr>
        <dsp:cNvPr id="0" name=""/>
        <dsp:cNvSpPr/>
      </dsp:nvSpPr>
      <dsp:spPr>
        <a:xfrm>
          <a:off x="349577" y="3149578"/>
          <a:ext cx="635594" cy="6355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0EFDCA3-5E21-4FF8-8D2D-DE6D551E641B}">
      <dsp:nvSpPr>
        <dsp:cNvPr id="0" name=""/>
        <dsp:cNvSpPr/>
      </dsp:nvSpPr>
      <dsp:spPr>
        <a:xfrm>
          <a:off x="1334749" y="2889561"/>
          <a:ext cx="3940251" cy="1155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2304" tIns="122304" rIns="122304" bIns="122304" numCol="1" spcCol="1270" anchor="ctr" anchorCtr="0">
          <a:noAutofit/>
        </a:bodyPr>
        <a:lstStyle/>
        <a:p>
          <a:pPr marL="0" lvl="0" indent="0" algn="l" defTabSz="622300">
            <a:lnSpc>
              <a:spcPct val="100000"/>
            </a:lnSpc>
            <a:spcBef>
              <a:spcPct val="0"/>
            </a:spcBef>
            <a:spcAft>
              <a:spcPct val="35000"/>
            </a:spcAft>
            <a:buNone/>
          </a:pPr>
          <a:r>
            <a:rPr lang="en-US" sz="1400" kern="1200"/>
            <a:t>But first, we need to reshape y, since the scaler function needs input arguments which are a 2D array. </a:t>
          </a:r>
        </a:p>
      </dsp:txBody>
      <dsp:txXfrm>
        <a:off x="1334749" y="2889561"/>
        <a:ext cx="3940251" cy="115562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B14ADF-F613-3249-A0A3-32564440DE00}">
      <dsp:nvSpPr>
        <dsp:cNvPr id="0" name=""/>
        <dsp:cNvSpPr/>
      </dsp:nvSpPr>
      <dsp:spPr>
        <a:xfrm>
          <a:off x="856" y="184599"/>
          <a:ext cx="3338408" cy="2003045"/>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We can maintain regularization by adjusting it in the Scikit-learn’s C parameters. </a:t>
          </a:r>
        </a:p>
      </dsp:txBody>
      <dsp:txXfrm>
        <a:off x="856" y="184599"/>
        <a:ext cx="3338408" cy="2003045"/>
      </dsp:txXfrm>
    </dsp:sp>
    <dsp:sp modelId="{42CA68CA-C213-3149-887C-34D573803AC7}">
      <dsp:nvSpPr>
        <dsp:cNvPr id="0" name=""/>
        <dsp:cNvSpPr/>
      </dsp:nvSpPr>
      <dsp:spPr>
        <a:xfrm>
          <a:off x="3673105" y="184599"/>
          <a:ext cx="3338408" cy="2003045"/>
        </a:xfrm>
        <a:prstGeom prst="rect">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a:t>C denotes a penalty parameter representing an error or any form of misclassification. </a:t>
          </a:r>
        </a:p>
      </dsp:txBody>
      <dsp:txXfrm>
        <a:off x="3673105" y="184599"/>
        <a:ext cx="3338408" cy="2003045"/>
      </dsp:txXfrm>
    </dsp:sp>
    <dsp:sp modelId="{81B7CF0C-CFC9-5940-94BB-8F1934129478}">
      <dsp:nvSpPr>
        <dsp:cNvPr id="0" name=""/>
        <dsp:cNvSpPr/>
      </dsp:nvSpPr>
      <dsp:spPr>
        <a:xfrm>
          <a:off x="856" y="2521485"/>
          <a:ext cx="3338408" cy="2003045"/>
        </a:xfrm>
        <a:prstGeom prst="rect">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With this misclassification, one can understand how much of the error is actually bearable. </a:t>
          </a:r>
        </a:p>
      </dsp:txBody>
      <dsp:txXfrm>
        <a:off x="856" y="2521485"/>
        <a:ext cx="3338408" cy="2003045"/>
      </dsp:txXfrm>
    </dsp:sp>
    <dsp:sp modelId="{DEA235ED-B050-1546-9382-509D59D8ECBF}">
      <dsp:nvSpPr>
        <dsp:cNvPr id="0" name=""/>
        <dsp:cNvSpPr/>
      </dsp:nvSpPr>
      <dsp:spPr>
        <a:xfrm>
          <a:off x="3673105" y="2521485"/>
          <a:ext cx="3338408" cy="2003045"/>
        </a:xfrm>
        <a:prstGeom prst="rect">
          <a:avLst/>
        </a:prstGeom>
        <a:gradFill rotWithShape="0">
          <a:gsLst>
            <a:gs pos="0">
              <a:schemeClr val="accent5">
                <a:hueOff val="0"/>
                <a:satOff val="0"/>
                <a:lumOff val="0"/>
                <a:alphaOff val="0"/>
                <a:tint val="98000"/>
                <a:lumMod val="110000"/>
              </a:schemeClr>
            </a:gs>
            <a:gs pos="84000">
              <a:schemeClr val="accent5">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a:t>With a smaller C value, we obtain hyperplane of small margin and with a larger C value, we obtain hyperplane of larger value.</a:t>
          </a:r>
        </a:p>
      </dsp:txBody>
      <dsp:txXfrm>
        <a:off x="3673105" y="2521485"/>
        <a:ext cx="3338408" cy="200304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75153-748E-5149-B68D-1BC6C9FDA68D}">
      <dsp:nvSpPr>
        <dsp:cNvPr id="0" name=""/>
        <dsp:cNvSpPr/>
      </dsp:nvSpPr>
      <dsp:spPr>
        <a:xfrm>
          <a:off x="0" y="36716"/>
          <a:ext cx="7012370" cy="1504912"/>
        </a:xfrm>
        <a:prstGeom prst="round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With a lower value of Gamma will create a loose fit of the training dataset. </a:t>
          </a:r>
        </a:p>
      </dsp:txBody>
      <dsp:txXfrm>
        <a:off x="73464" y="110180"/>
        <a:ext cx="6865442" cy="1357984"/>
      </dsp:txXfrm>
    </dsp:sp>
    <dsp:sp modelId="{4B56F72B-AA0F-8041-89B0-2BF9375236B3}">
      <dsp:nvSpPr>
        <dsp:cNvPr id="0" name=""/>
        <dsp:cNvSpPr/>
      </dsp:nvSpPr>
      <dsp:spPr>
        <a:xfrm>
          <a:off x="0" y="1602109"/>
          <a:ext cx="7012370" cy="1504912"/>
        </a:xfrm>
        <a:prstGeom prst="roundRect">
          <a:avLst/>
        </a:prstGeom>
        <a:gradFill rotWithShape="0">
          <a:gsLst>
            <a:gs pos="0">
              <a:schemeClr val="accent3">
                <a:hueOff val="0"/>
                <a:satOff val="0"/>
                <a:lumOff val="0"/>
                <a:alphaOff val="0"/>
                <a:tint val="98000"/>
                <a:lumMod val="110000"/>
              </a:schemeClr>
            </a:gs>
            <a:gs pos="84000">
              <a:schemeClr val="accent3">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 high value of gamma will allow the model to get fit more appropriately. </a:t>
          </a:r>
        </a:p>
      </dsp:txBody>
      <dsp:txXfrm>
        <a:off x="73464" y="1675573"/>
        <a:ext cx="6865442" cy="1357984"/>
      </dsp:txXfrm>
    </dsp:sp>
    <dsp:sp modelId="{C4ABA3EE-ECBD-FD49-983E-C25C2F96FADB}">
      <dsp:nvSpPr>
        <dsp:cNvPr id="0" name=""/>
        <dsp:cNvSpPr/>
      </dsp:nvSpPr>
      <dsp:spPr>
        <a:xfrm>
          <a:off x="0" y="3167501"/>
          <a:ext cx="7012370" cy="1504912"/>
        </a:xfrm>
        <a:prstGeom prst="roundRect">
          <a:avLst/>
        </a:prstGeom>
        <a:gradFill rotWithShape="0">
          <a:gsLst>
            <a:gs pos="0">
              <a:schemeClr val="accent4">
                <a:hueOff val="0"/>
                <a:satOff val="0"/>
                <a:lumOff val="0"/>
                <a:alphaOff val="0"/>
                <a:tint val="98000"/>
                <a:lumMod val="110000"/>
              </a:schemeClr>
            </a:gs>
            <a:gs pos="84000">
              <a:schemeClr val="accent4">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A low value of gamma only provides consideration to the nearby points for the calculation of a separate plane whereas the high value of gamma will consider all the data-points to calculate the final separation line.</a:t>
          </a:r>
        </a:p>
      </dsp:txBody>
      <dsp:txXfrm>
        <a:off x="73464" y="3240965"/>
        <a:ext cx="6865442" cy="135798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86826-2845-4537-8177-B17B6A88008D}">
      <dsp:nvSpPr>
        <dsp:cNvPr id="0" name=""/>
        <dsp:cNvSpPr/>
      </dsp:nvSpPr>
      <dsp:spPr>
        <a:xfrm>
          <a:off x="0" y="1805"/>
          <a:ext cx="10515600" cy="91531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473691-929B-4781-ABE2-CE377599A7D1}">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3531B05-B0C5-46B1-B8D4-2E1AB76974D5}">
      <dsp:nvSpPr>
        <dsp:cNvPr id="0" name=""/>
        <dsp:cNvSpPr/>
      </dsp:nvSpPr>
      <dsp:spPr>
        <a:xfrm>
          <a:off x="1057183" y="1805"/>
          <a:ext cx="4732020"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Guaranteed Optimality: </a:t>
          </a:r>
        </a:p>
      </dsp:txBody>
      <dsp:txXfrm>
        <a:off x="1057183" y="1805"/>
        <a:ext cx="4732020" cy="915310"/>
      </dsp:txXfrm>
    </dsp:sp>
    <dsp:sp modelId="{4535300B-A0F6-43E0-90EE-B0D1203DB992}">
      <dsp:nvSpPr>
        <dsp:cNvPr id="0" name=""/>
        <dsp:cNvSpPr/>
      </dsp:nvSpPr>
      <dsp:spPr>
        <a:xfrm>
          <a:off x="5789203" y="1805"/>
          <a:ext cx="472639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90000"/>
            </a:lnSpc>
            <a:spcBef>
              <a:spcPct val="0"/>
            </a:spcBef>
            <a:spcAft>
              <a:spcPct val="35000"/>
            </a:spcAft>
            <a:buNone/>
          </a:pPr>
          <a:r>
            <a:rPr lang="en-US" sz="1800" kern="1200"/>
            <a:t>The solution will always be global minimum not a local minimum.</a:t>
          </a:r>
        </a:p>
      </dsp:txBody>
      <dsp:txXfrm>
        <a:off x="5789203" y="1805"/>
        <a:ext cx="4726396" cy="915310"/>
      </dsp:txXfrm>
    </dsp:sp>
    <dsp:sp modelId="{C9BA8009-E0E4-4FCA-9100-B9E1965CB651}">
      <dsp:nvSpPr>
        <dsp:cNvPr id="0" name=""/>
        <dsp:cNvSpPr/>
      </dsp:nvSpPr>
      <dsp:spPr>
        <a:xfrm>
          <a:off x="0" y="1145944"/>
          <a:ext cx="10515600" cy="915310"/>
        </a:xfrm>
        <a:prstGeom prst="roundRect">
          <a:avLst>
            <a:gd name="adj" fmla="val 10000"/>
          </a:avLst>
        </a:prstGeom>
        <a:solidFill>
          <a:schemeClr val="accent2">
            <a:hueOff val="-203903"/>
            <a:satOff val="10845"/>
            <a:lumOff val="3137"/>
            <a:alphaOff val="0"/>
          </a:schemeClr>
        </a:solidFill>
        <a:ln>
          <a:noFill/>
        </a:ln>
        <a:effectLst/>
      </dsp:spPr>
      <dsp:style>
        <a:lnRef idx="0">
          <a:scrgbClr r="0" g="0" b="0"/>
        </a:lnRef>
        <a:fillRef idx="1">
          <a:scrgbClr r="0" g="0" b="0"/>
        </a:fillRef>
        <a:effectRef idx="0">
          <a:scrgbClr r="0" g="0" b="0"/>
        </a:effectRef>
        <a:fontRef idx="minor"/>
      </dsp:style>
    </dsp:sp>
    <dsp:sp modelId="{9DBB9846-9C7C-4C29-AE6A-FC656CB90056}">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F27C31F-C0CC-4CB6-B11E-4AE2146EB649}">
      <dsp:nvSpPr>
        <dsp:cNvPr id="0" name=""/>
        <dsp:cNvSpPr/>
      </dsp:nvSpPr>
      <dsp:spPr>
        <a:xfrm>
          <a:off x="1057183" y="1145944"/>
          <a:ext cx="4732020"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Abundance of Implementations: </a:t>
          </a:r>
        </a:p>
      </dsp:txBody>
      <dsp:txXfrm>
        <a:off x="1057183" y="1145944"/>
        <a:ext cx="4732020" cy="915310"/>
      </dsp:txXfrm>
    </dsp:sp>
    <dsp:sp modelId="{65AD3FA1-F76A-4C4F-9A11-B22D54322BF6}">
      <dsp:nvSpPr>
        <dsp:cNvPr id="0" name=""/>
        <dsp:cNvSpPr/>
      </dsp:nvSpPr>
      <dsp:spPr>
        <a:xfrm>
          <a:off x="5789203" y="1145944"/>
          <a:ext cx="472639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800100">
            <a:lnSpc>
              <a:spcPct val="90000"/>
            </a:lnSpc>
            <a:spcBef>
              <a:spcPct val="0"/>
            </a:spcBef>
            <a:spcAft>
              <a:spcPct val="35000"/>
            </a:spcAft>
            <a:buNone/>
          </a:pPr>
          <a:r>
            <a:rPr lang="en-US" sz="1800" kern="1200"/>
            <a:t>We can access it conveniently, be it from Python or Matlab.</a:t>
          </a:r>
        </a:p>
      </dsp:txBody>
      <dsp:txXfrm>
        <a:off x="5789203" y="1145944"/>
        <a:ext cx="4726396" cy="915310"/>
      </dsp:txXfrm>
    </dsp:sp>
    <dsp:sp modelId="{F96FFF35-4DCF-48E8-8D52-08EB3595F68E}">
      <dsp:nvSpPr>
        <dsp:cNvPr id="0" name=""/>
        <dsp:cNvSpPr/>
      </dsp:nvSpPr>
      <dsp:spPr>
        <a:xfrm>
          <a:off x="0" y="2290082"/>
          <a:ext cx="10515600" cy="915310"/>
        </a:xfrm>
        <a:prstGeom prst="roundRect">
          <a:avLst>
            <a:gd name="adj" fmla="val 10000"/>
          </a:avLst>
        </a:prstGeom>
        <a:solidFill>
          <a:schemeClr val="accent2">
            <a:hueOff val="-407806"/>
            <a:satOff val="21690"/>
            <a:lumOff val="6274"/>
            <a:alphaOff val="0"/>
          </a:schemeClr>
        </a:solidFill>
        <a:ln>
          <a:noFill/>
        </a:ln>
        <a:effectLst/>
      </dsp:spPr>
      <dsp:style>
        <a:lnRef idx="0">
          <a:scrgbClr r="0" g="0" b="0"/>
        </a:lnRef>
        <a:fillRef idx="1">
          <a:scrgbClr r="0" g="0" b="0"/>
        </a:fillRef>
        <a:effectRef idx="0">
          <a:scrgbClr r="0" g="0" b="0"/>
        </a:effectRef>
        <a:fontRef idx="minor"/>
      </dsp:style>
    </dsp:sp>
    <dsp:sp modelId="{0585FD98-8083-46DE-8DC9-15CB0C619250}">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EC0F51F-3708-4F33-8E8B-CAEB017907CB}">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SVM can be used for linearly separable as well as non-linearly separable data. </a:t>
          </a:r>
        </a:p>
      </dsp:txBody>
      <dsp:txXfrm>
        <a:off x="1057183" y="2290082"/>
        <a:ext cx="9458416" cy="915310"/>
      </dsp:txXfrm>
    </dsp:sp>
    <dsp:sp modelId="{7F6C400F-5961-43E0-B031-85B0EACDA3FA}">
      <dsp:nvSpPr>
        <dsp:cNvPr id="0" name=""/>
        <dsp:cNvSpPr/>
      </dsp:nvSpPr>
      <dsp:spPr>
        <a:xfrm>
          <a:off x="0" y="3434221"/>
          <a:ext cx="10515600" cy="915310"/>
        </a:xfrm>
        <a:prstGeom prst="roundRect">
          <a:avLst>
            <a:gd name="adj" fmla="val 10000"/>
          </a:avLst>
        </a:prstGeom>
        <a:solidFill>
          <a:schemeClr val="accent2">
            <a:hueOff val="-611709"/>
            <a:satOff val="32535"/>
            <a:lumOff val="9411"/>
            <a:alphaOff val="0"/>
          </a:schemeClr>
        </a:solidFill>
        <a:ln>
          <a:noFill/>
        </a:ln>
        <a:effectLst/>
      </dsp:spPr>
      <dsp:style>
        <a:lnRef idx="0">
          <a:scrgbClr r="0" g="0" b="0"/>
        </a:lnRef>
        <a:fillRef idx="1">
          <a:scrgbClr r="0" g="0" b="0"/>
        </a:fillRef>
        <a:effectRef idx="0">
          <a:scrgbClr r="0" g="0" b="0"/>
        </a:effectRef>
        <a:fontRef idx="minor"/>
      </dsp:style>
    </dsp:sp>
    <dsp:sp modelId="{5E2E5781-0C89-4889-AB07-7C1BC615B400}">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0A75DE9-6186-4543-AB74-A1366F02F934}">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Kernels help SVM to carry out the feature mapping using simple dot product, which reduces the computational expense</a:t>
          </a:r>
        </a:p>
      </dsp:txBody>
      <dsp:txXfrm>
        <a:off x="1057183" y="3434221"/>
        <a:ext cx="9458416" cy="91531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DBB4E6-A831-459C-BC05-6C46C13A0BCB}">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8C0A89-707B-488F-8F14-5989EE4C846F}">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72D6AE3-9941-47DF-9D89-54D83F18866E}">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SVM is incapable of handling text structures. This leads to loss of sequential information and thereby, leading to worse performance.</a:t>
          </a:r>
        </a:p>
      </dsp:txBody>
      <dsp:txXfrm>
        <a:off x="1437631" y="531"/>
        <a:ext cx="9077968" cy="1244702"/>
      </dsp:txXfrm>
    </dsp:sp>
    <dsp:sp modelId="{D144F971-04EA-401A-8390-9420BD3958C0}">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E6AFD8-D7AE-4512-8CD6-EEA78C42BCCB}">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3C2094B-C5F2-405D-AC9A-0D12CE7B1F0A}">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SVM cannot return the probabilistic confidence value that is similar to logistic regression. This does not provide much explanation as confidence of prediction is important in several applications.</a:t>
          </a:r>
        </a:p>
      </dsp:txBody>
      <dsp:txXfrm>
        <a:off x="1437631" y="1556410"/>
        <a:ext cx="9077968" cy="1244702"/>
      </dsp:txXfrm>
    </dsp:sp>
    <dsp:sp modelId="{FD12F2AE-0E3A-479E-BE9A-D9F7B1C051E5}">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3963A5-2B91-479C-B5BD-C79B9D03D65C}">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A3DE651-5A79-40A9-8ACC-223F754EDD53}">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1022350">
            <a:lnSpc>
              <a:spcPct val="90000"/>
            </a:lnSpc>
            <a:spcBef>
              <a:spcPct val="0"/>
            </a:spcBef>
            <a:spcAft>
              <a:spcPct val="35000"/>
            </a:spcAft>
            <a:buNone/>
          </a:pPr>
          <a:r>
            <a:rPr lang="en-US" sz="2300" kern="1200"/>
            <a:t>Choice of the kernel is perhaps the biggest limitation of the support vector machine. Considering so many kernels present, it becomes difficult to choose the right one for the data.</a:t>
          </a:r>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C5590E-F5C9-4D78-8E5C-FD7502686FBA}" type="datetimeFigureOut">
              <a:rPr lang="en-US" smtClean="0"/>
              <a:t>4/22/26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8E57CC-F887-4B02-9F38-094E4D00BB75}" type="slidenum">
              <a:rPr lang="en-US" smtClean="0"/>
              <a:t>‹#›</a:t>
            </a:fld>
            <a:endParaRPr lang="en-US"/>
          </a:p>
        </p:txBody>
      </p:sp>
    </p:spTree>
    <p:extLst>
      <p:ext uri="{BB962C8B-B14F-4D97-AF65-F5344CB8AC3E}">
        <p14:creationId xmlns:p14="http://schemas.microsoft.com/office/powerpoint/2010/main" val="3827497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68E57CC-F887-4B02-9F38-094E4D00BB75}" type="slidenum">
              <a:rPr lang="en-US" smtClean="0"/>
              <a:t>2</a:t>
            </a:fld>
            <a:endParaRPr lang="en-US"/>
          </a:p>
        </p:txBody>
      </p:sp>
    </p:spTree>
    <p:extLst>
      <p:ext uri="{BB962C8B-B14F-4D97-AF65-F5344CB8AC3E}">
        <p14:creationId xmlns:p14="http://schemas.microsoft.com/office/powerpoint/2010/main" val="2296150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12F44338-CAB2-7644-80E1-3C752C3AB395}" type="datetime1">
              <a:rPr lang="en-US" smtClean="0"/>
              <a:t>4/22/26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3A1E4380-C34E-448B-BAE9-81DA3796DC4F}" type="slidenum">
              <a:rPr lang="en-US" smtClean="0"/>
              <a:t>‹#›</a:t>
            </a:fld>
            <a:endParaRPr lang="en-US"/>
          </a:p>
        </p:txBody>
      </p:sp>
    </p:spTree>
    <p:extLst>
      <p:ext uri="{BB962C8B-B14F-4D97-AF65-F5344CB8AC3E}">
        <p14:creationId xmlns:p14="http://schemas.microsoft.com/office/powerpoint/2010/main" val="3752632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89054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dirty="0"/>
          </a:p>
        </p:txBody>
      </p:sp>
      <p:sp>
        <p:nvSpPr>
          <p:cNvPr id="2" name="Title 1"/>
          <p:cNvSpPr>
            <a:spLocks noGrp="1"/>
          </p:cNvSpPr>
          <p:nvPr>
            <p:ph type="title"/>
          </p:nvPr>
        </p:nvSpPr>
        <p:spPr>
          <a:xfrm>
            <a:off x="581192" y="702156"/>
            <a:ext cx="11029616" cy="736119"/>
          </a:xfrm>
        </p:spPr>
        <p:txBody>
          <a:bodyPr/>
          <a:lstStyle>
            <a:lvl1pPr algn="ctr">
              <a:defRPr/>
            </a:lvl1p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9C74032-1534-954B-90E6-A63261837308}" type="datetime1">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87508" y="6316936"/>
            <a:ext cx="1052508" cy="365125"/>
          </a:xfrm>
        </p:spPr>
        <p:txBody>
          <a:bodyPr/>
          <a:lstStyle>
            <a:lvl1pPr>
              <a:defRPr sz="1400" b="1">
                <a:solidFill>
                  <a:srgbClr val="002060"/>
                </a:solidFill>
              </a:defRPr>
            </a:lvl1pPr>
          </a:lstStyle>
          <a:p>
            <a:fld id="{3A1E4380-C34E-448B-BAE9-81DA3796DC4F}" type="slidenum">
              <a:rPr lang="en-US" smtClean="0"/>
              <a:pPr/>
              <a:t>‹#›</a:t>
            </a:fld>
            <a:endParaRPr lang="en-US"/>
          </a:p>
        </p:txBody>
      </p:sp>
    </p:spTree>
    <p:extLst>
      <p:ext uri="{BB962C8B-B14F-4D97-AF65-F5344CB8AC3E}">
        <p14:creationId xmlns:p14="http://schemas.microsoft.com/office/powerpoint/2010/main" val="2576863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5801063-937B-B54B-B095-30604DC02AFC}" type="datetime1">
              <a:rPr lang="en-US" smtClean="0"/>
              <a:t>4/22/26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3A1E4380-C34E-448B-BAE9-81DA3796DC4F}" type="slidenum">
              <a:rPr lang="en-US" smtClean="0"/>
              <a:t>‹#›</a:t>
            </a:fld>
            <a:endParaRPr lang="en-US"/>
          </a:p>
        </p:txBody>
      </p:sp>
    </p:spTree>
    <p:extLst>
      <p:ext uri="{BB962C8B-B14F-4D97-AF65-F5344CB8AC3E}">
        <p14:creationId xmlns:p14="http://schemas.microsoft.com/office/powerpoint/2010/main" val="3242667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ECC76C-68B4-1941-8B39-E6911A92D63A}" type="datetime1">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1E4380-C34E-448B-BAE9-81DA3796DC4F}" type="slidenum">
              <a:rPr lang="en-US" smtClean="0"/>
              <a:t>‹#›</a:t>
            </a:fld>
            <a:endParaRPr lang="en-US"/>
          </a:p>
        </p:txBody>
      </p:sp>
    </p:spTree>
    <p:extLst>
      <p:ext uri="{BB962C8B-B14F-4D97-AF65-F5344CB8AC3E}">
        <p14:creationId xmlns:p14="http://schemas.microsoft.com/office/powerpoint/2010/main" val="3069721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E72838-8200-734A-91D6-777895478D0B}" type="datetime1">
              <a:rPr lang="en-US" smtClean="0"/>
              <a:t>4/22/26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1E4380-C34E-448B-BAE9-81DA3796DC4F}" type="slidenum">
              <a:rPr lang="en-US" smtClean="0"/>
              <a:t>‹#›</a:t>
            </a:fld>
            <a:endParaRPr lang="en-US"/>
          </a:p>
        </p:txBody>
      </p:sp>
    </p:spTree>
    <p:extLst>
      <p:ext uri="{BB962C8B-B14F-4D97-AF65-F5344CB8AC3E}">
        <p14:creationId xmlns:p14="http://schemas.microsoft.com/office/powerpoint/2010/main" val="2434372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1DD0FE7-FFD4-9346-B995-8900DA3F9D27}" type="datetime1">
              <a:rPr lang="en-US" smtClean="0"/>
              <a:t>4/22/26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11019695" y="6151104"/>
            <a:ext cx="1052510" cy="365125"/>
          </a:xfrm>
        </p:spPr>
        <p:txBody>
          <a:bodyPr/>
          <a:lstStyle>
            <a:lvl1pPr>
              <a:defRPr sz="1200" b="1">
                <a:solidFill>
                  <a:srgbClr val="002060"/>
                </a:solidFill>
              </a:defRPr>
            </a:lvl1pPr>
          </a:lstStyle>
          <a:p>
            <a:fld id="{3A1E4380-C34E-448B-BAE9-81DA3796DC4F}" type="slidenum">
              <a:rPr lang="en-US" smtClean="0"/>
              <a:pPr/>
              <a:t>‹#›</a:t>
            </a:fld>
            <a:endParaRPr lang="en-US"/>
          </a:p>
        </p:txBody>
      </p:sp>
      <p:sp>
        <p:nvSpPr>
          <p:cNvPr id="7" name="Rectangle 6"/>
          <p:cNvSpPr>
            <a:spLocks noChangeAspect="1"/>
          </p:cNvSpPr>
          <p:nvPr/>
        </p:nvSpPr>
        <p:spPr>
          <a:xfrm>
            <a:off x="440683" y="606555"/>
            <a:ext cx="11300036" cy="10126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8" name="Title 1"/>
          <p:cNvSpPr>
            <a:spLocks noGrp="1"/>
          </p:cNvSpPr>
          <p:nvPr>
            <p:ph type="title"/>
          </p:nvPr>
        </p:nvSpPr>
        <p:spPr>
          <a:xfrm>
            <a:off x="575894" y="729658"/>
            <a:ext cx="11029616" cy="699092"/>
          </a:xfrm>
        </p:spPr>
        <p:txBody>
          <a:bodyPr/>
          <a:lstStyle>
            <a:lvl1pPr algn="ctr">
              <a:defRPr/>
            </a:lvl1pPr>
          </a:lstStyle>
          <a:p>
            <a:r>
              <a:rPr lang="en-US" dirty="0"/>
              <a:t>Click to edit Master title style</a:t>
            </a:r>
          </a:p>
        </p:txBody>
      </p:sp>
    </p:spTree>
    <p:extLst>
      <p:ext uri="{BB962C8B-B14F-4D97-AF65-F5344CB8AC3E}">
        <p14:creationId xmlns:p14="http://schemas.microsoft.com/office/powerpoint/2010/main" val="3426295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F6D3DA-74E7-F846-85CE-3A7DAD009E97}" type="datetime1">
              <a:rPr lang="en-US" smtClean="0"/>
              <a:t>4/22/26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0931524" y="6306486"/>
            <a:ext cx="1052510" cy="365125"/>
          </a:xfrm>
        </p:spPr>
        <p:txBody>
          <a:bodyPr/>
          <a:lstStyle>
            <a:lvl1pPr>
              <a:defRPr sz="1400" b="1">
                <a:solidFill>
                  <a:srgbClr val="002060"/>
                </a:solidFill>
              </a:defRPr>
            </a:lvl1pPr>
          </a:lstStyle>
          <a:p>
            <a:fld id="{3A1E4380-C34E-448B-BAE9-81DA3796DC4F}" type="slidenum">
              <a:rPr lang="en-US" smtClean="0"/>
              <a:pPr/>
              <a:t>‹#›</a:t>
            </a:fld>
            <a:endParaRPr lang="en-US" dirty="0"/>
          </a:p>
        </p:txBody>
      </p:sp>
    </p:spTree>
    <p:extLst>
      <p:ext uri="{BB962C8B-B14F-4D97-AF65-F5344CB8AC3E}">
        <p14:creationId xmlns:p14="http://schemas.microsoft.com/office/powerpoint/2010/main" val="2698962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A5801FB-D8F9-1142-B3E2-11BBAC07C100}" type="datetime1">
              <a:rPr lang="en-US" smtClean="0"/>
              <a:t>4/22/26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3A1E4380-C34E-448B-BAE9-81DA3796DC4F}" type="slidenum">
              <a:rPr lang="en-US" smtClean="0"/>
              <a:t>‹#›</a:t>
            </a:fld>
            <a:endParaRPr lang="en-US"/>
          </a:p>
        </p:txBody>
      </p:sp>
    </p:spTree>
    <p:extLst>
      <p:ext uri="{BB962C8B-B14F-4D97-AF65-F5344CB8AC3E}">
        <p14:creationId xmlns:p14="http://schemas.microsoft.com/office/powerpoint/2010/main" val="3430097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083B55-98F3-D346-9B58-82C26A49DAB2}" type="datetime1">
              <a:rPr lang="en-US" smtClean="0"/>
              <a:t>4/22/26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1E4380-C34E-448B-BAE9-81DA3796DC4F}" type="slidenum">
              <a:rPr lang="en-US" smtClean="0"/>
              <a:t>‹#›</a:t>
            </a:fld>
            <a:endParaRPr lang="en-US"/>
          </a:p>
        </p:txBody>
      </p:sp>
    </p:spTree>
    <p:extLst>
      <p:ext uri="{BB962C8B-B14F-4D97-AF65-F5344CB8AC3E}">
        <p14:creationId xmlns:p14="http://schemas.microsoft.com/office/powerpoint/2010/main" val="2185109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1B8805-FB11-484A-AA34-5EA04A4494C0}" type="datetime1">
              <a:rPr lang="en-US" smtClean="0"/>
              <a:t>4/22/26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1E4380-C34E-448B-BAE9-81DA3796DC4F}" type="slidenum">
              <a:rPr lang="en-US" smtClean="0"/>
              <a:t>‹#›</a:t>
            </a:fld>
            <a:endParaRPr lang="en-US"/>
          </a:p>
        </p:txBody>
      </p:sp>
    </p:spTree>
    <p:extLst>
      <p:ext uri="{BB962C8B-B14F-4D97-AF65-F5344CB8AC3E}">
        <p14:creationId xmlns:p14="http://schemas.microsoft.com/office/powerpoint/2010/main" val="1935696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79E0113C-B6CE-C64E-9A3C-F9E2C683A163}" type="datetime1">
              <a:rPr lang="en-US" smtClean="0"/>
              <a:t>4/22/26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3A1E4380-C34E-448B-BAE9-81DA3796DC4F}" type="slidenum">
              <a:rPr lang="en-US" smtClean="0"/>
              <a:t>‹#›</a:t>
            </a:fld>
            <a:endParaRPr lang="en-US"/>
          </a:p>
        </p:txBody>
      </p:sp>
    </p:spTree>
    <p:extLst>
      <p:ext uri="{BB962C8B-B14F-4D97-AF65-F5344CB8AC3E}">
        <p14:creationId xmlns:p14="http://schemas.microsoft.com/office/powerpoint/2010/main" val="1262061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C46F1679-7056-9949-BBCE-1110CA607ACC}" type="datetime1">
              <a:rPr lang="en-US" smtClean="0"/>
              <a:t>4/22/26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3A1E4380-C34E-448B-BAE9-81DA3796DC4F}"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Tree>
    <p:extLst>
      <p:ext uri="{BB962C8B-B14F-4D97-AF65-F5344CB8AC3E}">
        <p14:creationId xmlns:p14="http://schemas.microsoft.com/office/powerpoint/2010/main" val="6878796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maryamiqbal.buic@bahria.edu.pk"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0.png"/><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4.png"/><Relationship Id="rId1" Type="http://schemas.openxmlformats.org/officeDocument/2006/relationships/slideLayout" Target="../slideLayouts/slideLayout2.xml"/><Relationship Id="rId5" Type="http://schemas.microsoft.com/office/2007/relationships/hdphoto" Target="../media/hdphoto7.wdp"/><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8.png"/><Relationship Id="rId1" Type="http://schemas.openxmlformats.org/officeDocument/2006/relationships/slideLayout" Target="../slideLayouts/slideLayout2.xml"/><Relationship Id="rId5" Type="http://schemas.microsoft.com/office/2007/relationships/hdphoto" Target="../media/hdphoto11.wdp"/><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1.png"/><Relationship Id="rId1" Type="http://schemas.openxmlformats.org/officeDocument/2006/relationships/slideLayout" Target="../slideLayouts/slideLayout2.xml"/><Relationship Id="rId5" Type="http://schemas.microsoft.com/office/2007/relationships/hdphoto" Target="../media/hdphoto12.wdp"/><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microsoft.com/office/2007/relationships/hdphoto" Target="../media/hdphoto13.wdp"/><Relationship Id="rId2" Type="http://schemas.openxmlformats.org/officeDocument/2006/relationships/image" Target="../media/image21.png"/><Relationship Id="rId1" Type="http://schemas.openxmlformats.org/officeDocument/2006/relationships/slideLayout" Target="../slideLayouts/slideLayout2.xml"/><Relationship Id="rId5" Type="http://schemas.microsoft.com/office/2007/relationships/hdphoto" Target="../media/hdphoto14.wdp"/><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8.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9.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descr="A hand holding a robot&#10;&#10;AI-generated content may be incorrect."/>
          <p:cNvPicPr/>
          <p:nvPr/>
        </p:nvPicPr>
        <p:blipFill>
          <a:blip r:embed="rId2" cstate="print"/>
          <a:stretch>
            <a:fillRect/>
          </a:stretch>
        </p:blipFill>
        <p:spPr>
          <a:xfrm>
            <a:off x="451262" y="1508165"/>
            <a:ext cx="11305309" cy="4066117"/>
          </a:xfrm>
          <a:prstGeom prst="rect">
            <a:avLst/>
          </a:prstGeom>
        </p:spPr>
      </p:pic>
      <p:sp>
        <p:nvSpPr>
          <p:cNvPr id="4" name="object 4"/>
          <p:cNvSpPr txBox="1"/>
          <p:nvPr/>
        </p:nvSpPr>
        <p:spPr>
          <a:xfrm>
            <a:off x="245465" y="5973781"/>
            <a:ext cx="2783205" cy="346249"/>
          </a:xfrm>
          <a:prstGeom prst="rect">
            <a:avLst/>
          </a:prstGeom>
        </p:spPr>
        <p:txBody>
          <a:bodyPr vert="horz" wrap="square" lIns="0" tIns="11430" rIns="0" bIns="0" rtlCol="0">
            <a:spAutoFit/>
          </a:bodyPr>
          <a:lstStyle/>
          <a:p>
            <a:pPr marL="12700" marR="5080">
              <a:lnSpc>
                <a:spcPct val="100499"/>
              </a:lnSpc>
              <a:spcBef>
                <a:spcPts val="90"/>
              </a:spcBef>
            </a:pPr>
            <a:r>
              <a:rPr lang="en-US" sz="2175" b="1" dirty="0">
                <a:cs typeface="Times New Roman" panose="02020603050405020304" pitchFamily="18" charset="0"/>
              </a:rPr>
              <a:t>Dr. Maryam Iqbal</a:t>
            </a:r>
          </a:p>
        </p:txBody>
      </p:sp>
      <p:graphicFrame>
        <p:nvGraphicFramePr>
          <p:cNvPr id="26" name="object 7">
            <a:extLst>
              <a:ext uri="{FF2B5EF4-FFF2-40B4-BE49-F238E27FC236}">
                <a16:creationId xmlns:a16="http://schemas.microsoft.com/office/drawing/2014/main" id="{97D0134E-1498-BE6C-BD51-80C0219C6980}"/>
              </a:ext>
            </a:extLst>
          </p:cNvPr>
          <p:cNvGraphicFramePr/>
          <p:nvPr>
            <p:extLst>
              <p:ext uri="{D42A27DB-BD31-4B8C-83A1-F6EECF244321}">
                <p14:modId xmlns:p14="http://schemas.microsoft.com/office/powerpoint/2010/main" val="2374030787"/>
              </p:ext>
            </p:extLst>
          </p:nvPr>
        </p:nvGraphicFramePr>
        <p:xfrm>
          <a:off x="581192" y="3260466"/>
          <a:ext cx="11029615" cy="1518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1399-B8F6-C84A-24DB-AE39072C8B50}"/>
              </a:ext>
            </a:extLst>
          </p:cNvPr>
          <p:cNvSpPr>
            <a:spLocks noGrp="1"/>
          </p:cNvSpPr>
          <p:nvPr>
            <p:ph type="title"/>
          </p:nvPr>
        </p:nvSpPr>
        <p:spPr/>
        <p:txBody>
          <a:bodyPr vert="horz" lIns="91440" tIns="45720" rIns="91440" bIns="45720" rtlCol="0" anchor="b">
            <a:normAutofit/>
          </a:bodyPr>
          <a:lstStyle/>
          <a:p>
            <a:pPr algn="ctr"/>
            <a:r>
              <a:rPr lang="en-GB" dirty="0">
                <a:latin typeface="Book Antiqua" panose="02040602050305030304" pitchFamily="18" charset="0"/>
              </a:rPr>
              <a:t>About Instructor</a:t>
            </a:r>
            <a:endParaRPr lang="en-US" dirty="0">
              <a:latin typeface="Book Antiqua" panose="02040602050305030304" pitchFamily="18" charset="0"/>
            </a:endParaRPr>
          </a:p>
        </p:txBody>
      </p:sp>
      <p:sp>
        <p:nvSpPr>
          <p:cNvPr id="3" name="Content Placeholder 2">
            <a:extLst>
              <a:ext uri="{FF2B5EF4-FFF2-40B4-BE49-F238E27FC236}">
                <a16:creationId xmlns:a16="http://schemas.microsoft.com/office/drawing/2014/main" id="{933356C4-125F-AB8A-A9DA-8EF49B5AFFB5}"/>
              </a:ext>
            </a:extLst>
          </p:cNvPr>
          <p:cNvSpPr>
            <a:spLocks noGrp="1"/>
          </p:cNvSpPr>
          <p:nvPr>
            <p:ph idx="1"/>
          </p:nvPr>
        </p:nvSpPr>
        <p:spPr>
          <a:xfrm>
            <a:off x="373723" y="2198520"/>
            <a:ext cx="11444553" cy="4400413"/>
          </a:xfrm>
        </p:spPr>
        <p:txBody>
          <a:bodyPr>
            <a:noAutofit/>
          </a:bodyPr>
          <a:lstStyle/>
          <a:p>
            <a:r>
              <a:rPr lang="en-GB" sz="2000" dirty="0">
                <a:solidFill>
                  <a:schemeClr val="tx1"/>
                </a:solidFill>
                <a:latin typeface="Book Antiqua" panose="02040602050305030304" pitchFamily="18" charset="0"/>
                <a:cs typeface="Arial" panose="020B0604020202020204" pitchFamily="34" charset="0"/>
              </a:rPr>
              <a:t>PhD EE (Controls, Automation &amp; Rehabilitation Robotics)</a:t>
            </a:r>
          </a:p>
          <a:p>
            <a:r>
              <a:rPr lang="en-GB" sz="2000" dirty="0">
                <a:solidFill>
                  <a:schemeClr val="tx1"/>
                </a:solidFill>
                <a:latin typeface="Book Antiqua" panose="02040602050305030304" pitchFamily="18" charset="0"/>
                <a:cs typeface="Arial" panose="020B0604020202020204" pitchFamily="34" charset="0"/>
              </a:rPr>
              <a:t>Research areas: Robotics &amp; Automation, Artificial Intelligence, Machine Learning, Biomechanics, AI in Healthcare</a:t>
            </a:r>
          </a:p>
          <a:p>
            <a:r>
              <a:rPr lang="en-GB" sz="2000" dirty="0">
                <a:solidFill>
                  <a:schemeClr val="tx1"/>
                </a:solidFill>
                <a:latin typeface="Book Antiqua" panose="02040602050305030304" pitchFamily="18" charset="0"/>
                <a:cs typeface="Arial" panose="020B0604020202020204" pitchFamily="34" charset="0"/>
              </a:rPr>
              <a:t>In charge : BSRIS Program at Bahria University</a:t>
            </a:r>
          </a:p>
          <a:p>
            <a:r>
              <a:rPr lang="en-GB" sz="2000" dirty="0">
                <a:solidFill>
                  <a:schemeClr val="tx1"/>
                </a:solidFill>
                <a:latin typeface="Book Antiqua" panose="02040602050305030304" pitchFamily="18" charset="0"/>
                <a:cs typeface="Arial" panose="020B0604020202020204" pitchFamily="34" charset="0"/>
              </a:rPr>
              <a:t>Research Publications, Funded Projects and Patents</a:t>
            </a:r>
          </a:p>
          <a:p>
            <a:r>
              <a:rPr lang="en-GB" sz="2000" dirty="0">
                <a:solidFill>
                  <a:schemeClr val="tx1"/>
                </a:solidFill>
                <a:latin typeface="Book Antiqua" panose="02040602050305030304" pitchFamily="18" charset="0"/>
                <a:cs typeface="Arial" panose="020B0604020202020204" pitchFamily="34" charset="0"/>
              </a:rPr>
              <a:t>Member of AI Task Force (</a:t>
            </a:r>
            <a:r>
              <a:rPr lang="en-PK" altLang="en-PK" sz="2000" dirty="0">
                <a:solidFill>
                  <a:schemeClr val="tx1"/>
                </a:solidFill>
                <a:latin typeface="Book Antiqua" panose="02040602050305030304" pitchFamily="18" charset="0"/>
                <a:cs typeface="Arial" panose="020B0604020202020204" pitchFamily="34" charset="0"/>
              </a:rPr>
              <a:t>Ministry of Planning, Development &amp; Special Initiatives of Pakistan</a:t>
            </a:r>
            <a:r>
              <a:rPr lang="en-US" altLang="en-PK" sz="2000" dirty="0">
                <a:solidFill>
                  <a:schemeClr val="tx1"/>
                </a:solidFill>
                <a:latin typeface="Book Antiqua" panose="02040602050305030304" pitchFamily="18" charset="0"/>
                <a:cs typeface="Arial" panose="020B0604020202020204" pitchFamily="34" charset="0"/>
              </a:rPr>
              <a:t>)</a:t>
            </a:r>
          </a:p>
          <a:p>
            <a:r>
              <a:rPr lang="en-GB" sz="2000" dirty="0">
                <a:solidFill>
                  <a:schemeClr val="tx1"/>
                </a:solidFill>
                <a:latin typeface="Book Antiqua" panose="02040602050305030304" pitchFamily="18" charset="0"/>
                <a:cs typeface="Arial" panose="020B0604020202020204" pitchFamily="34" charset="0"/>
              </a:rPr>
              <a:t>Senior Member IEEE (Region 10)|General Secretary IEEE RAS (Region 3)|Member IEEE CSS</a:t>
            </a:r>
          </a:p>
          <a:p>
            <a:r>
              <a:rPr lang="en-GB" sz="2000" dirty="0">
                <a:solidFill>
                  <a:schemeClr val="tx1"/>
                </a:solidFill>
                <a:latin typeface="Book Antiqua" panose="02040602050305030304" pitchFamily="18" charset="0"/>
                <a:cs typeface="Arial" panose="020B0604020202020204" pitchFamily="34" charset="0"/>
              </a:rPr>
              <a:t>Email: </a:t>
            </a:r>
            <a:r>
              <a:rPr lang="en-GB" sz="2000" u="sng" dirty="0">
                <a:solidFill>
                  <a:schemeClr val="accent1"/>
                </a:solidFill>
                <a:latin typeface="Book Antiqua" panose="02040602050305030304" pitchFamily="18" charset="0"/>
                <a:cs typeface="Arial" panose="020B0604020202020204" pitchFamily="34" charset="0"/>
                <a:hlinkClick r:id="rId3">
                  <a:extLst>
                    <a:ext uri="{A12FA001-AC4F-418D-AE19-62706E023703}">
                      <ahyp:hlinkClr xmlns:ahyp="http://schemas.microsoft.com/office/drawing/2018/hyperlinkcolor" val="tx"/>
                    </a:ext>
                  </a:extLst>
                </a:hlinkClick>
              </a:rPr>
              <a:t>maryamiqbal.buic@bahria.edu.pk</a:t>
            </a:r>
            <a:endParaRPr lang="en-GB" sz="2000" u="sng" dirty="0">
              <a:solidFill>
                <a:schemeClr val="accent1"/>
              </a:solidFill>
              <a:latin typeface="Book Antiqua" panose="02040602050305030304" pitchFamily="18" charset="0"/>
              <a:cs typeface="Arial" panose="020B0604020202020204" pitchFamily="34" charset="0"/>
            </a:endParaRPr>
          </a:p>
          <a:p>
            <a:r>
              <a:rPr lang="en-GB" sz="2000" dirty="0">
                <a:solidFill>
                  <a:schemeClr val="accent1"/>
                </a:solidFill>
                <a:latin typeface="Book Antiqua" panose="02040602050305030304" pitchFamily="18" charset="0"/>
                <a:cs typeface="Arial" panose="020B0604020202020204" pitchFamily="34" charset="0"/>
              </a:rPr>
              <a:t>LinkedIn: linkedin.com/in/maryam-iqbal-3b942a66</a:t>
            </a:r>
          </a:p>
          <a:p>
            <a:r>
              <a:rPr lang="en-GB" sz="2000" dirty="0">
                <a:solidFill>
                  <a:schemeClr val="accent1"/>
                </a:solidFill>
                <a:latin typeface="Book Antiqua" panose="02040602050305030304" pitchFamily="18" charset="0"/>
                <a:cs typeface="Arial" panose="020B0604020202020204" pitchFamily="34" charset="0"/>
              </a:rPr>
              <a:t>Google Scholar:  </a:t>
            </a:r>
            <a:r>
              <a:rPr lang="en-GB" sz="2000" u="sng" dirty="0">
                <a:solidFill>
                  <a:schemeClr val="accent1"/>
                </a:solidFill>
                <a:latin typeface="Book Antiqua" panose="02040602050305030304" pitchFamily="18" charset="0"/>
                <a:cs typeface="Arial" panose="020B0604020202020204" pitchFamily="34" charset="0"/>
              </a:rPr>
              <a:t>https://scholar.google.com/citations?user=-4togNoAAAAJ&amp;hl=en</a:t>
            </a:r>
          </a:p>
          <a:p>
            <a:endParaRPr lang="en-GB" sz="2400" u="sng" dirty="0">
              <a:solidFill>
                <a:schemeClr val="tx1"/>
              </a:solidFill>
              <a:latin typeface="Book Antiqua" panose="02040602050305030304" pitchFamily="18" charset="0"/>
              <a:cs typeface="Arial" panose="020B0604020202020204" pitchFamily="34" charset="0"/>
            </a:endParaRPr>
          </a:p>
        </p:txBody>
      </p:sp>
    </p:spTree>
    <p:extLst>
      <p:ext uri="{BB962C8B-B14F-4D97-AF65-F5344CB8AC3E}">
        <p14:creationId xmlns:p14="http://schemas.microsoft.com/office/powerpoint/2010/main" val="228056973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A078A52F-85EA-4C0B-962B-D9D9DD4DD7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52" name="Rectangle 51">
            <a:extLst>
              <a:ext uri="{FF2B5EF4-FFF2-40B4-BE49-F238E27FC236}">
                <a16:creationId xmlns:a16="http://schemas.microsoft.com/office/drawing/2014/main" id="{919797D5-5700-4683-B30A-5B4D56CB8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53" name="Rectangle 52">
            <a:extLst>
              <a:ext uri="{FF2B5EF4-FFF2-40B4-BE49-F238E27FC236}">
                <a16:creationId xmlns:a16="http://schemas.microsoft.com/office/drawing/2014/main" id="{4856A7B9-9801-42EC-A4C9-7E22A56EF5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54" name="Rectangle 53">
            <a:extLst>
              <a:ext uri="{FF2B5EF4-FFF2-40B4-BE49-F238E27FC236}">
                <a16:creationId xmlns:a16="http://schemas.microsoft.com/office/drawing/2014/main" id="{8AD54DB8-C150-4290-85D6-F5B0262BFE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useBgFill="1">
        <p:nvSpPr>
          <p:cNvPr id="55" name="Rectangle 54">
            <a:extLst>
              <a:ext uri="{FF2B5EF4-FFF2-40B4-BE49-F238E27FC236}">
                <a16:creationId xmlns:a16="http://schemas.microsoft.com/office/drawing/2014/main" id="{28D511D2-9CF1-40DE-BB88-A5A48A0E8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descr="Person pressing button">
            <a:extLst>
              <a:ext uri="{FF2B5EF4-FFF2-40B4-BE49-F238E27FC236}">
                <a16:creationId xmlns:a16="http://schemas.microsoft.com/office/drawing/2014/main" id="{EF4BDA14-CC21-A038-6F1B-5093BFCD92DB}"/>
              </a:ext>
            </a:extLst>
          </p:cNvPr>
          <p:cNvPicPr>
            <a:picLocks noChangeAspect="1"/>
          </p:cNvPicPr>
          <p:nvPr/>
        </p:nvPicPr>
        <p:blipFill>
          <a:blip r:embed="rId2"/>
          <a:srcRect b="15730"/>
          <a:stretch>
            <a:fillRect/>
          </a:stretch>
        </p:blipFill>
        <p:spPr>
          <a:xfrm>
            <a:off x="20" y="10"/>
            <a:ext cx="12191980" cy="6857990"/>
          </a:xfrm>
          <a:prstGeom prst="rect">
            <a:avLst/>
          </a:prstGeom>
        </p:spPr>
      </p:pic>
      <p:grpSp>
        <p:nvGrpSpPr>
          <p:cNvPr id="57" name="Group 56">
            <a:extLst>
              <a:ext uri="{FF2B5EF4-FFF2-40B4-BE49-F238E27FC236}">
                <a16:creationId xmlns:a16="http://schemas.microsoft.com/office/drawing/2014/main" id="{40ADCA80-A0B1-4379-94EC-0A1A73BE1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2"/>
            <a:chOff x="438068" y="457200"/>
            <a:chExt cx="3703320" cy="5935132"/>
          </a:xfrm>
        </p:grpSpPr>
        <p:sp>
          <p:nvSpPr>
            <p:cNvPr id="38" name="Rectangle 37">
              <a:extLst>
                <a:ext uri="{FF2B5EF4-FFF2-40B4-BE49-F238E27FC236}">
                  <a16:creationId xmlns:a16="http://schemas.microsoft.com/office/drawing/2014/main" id="{1EB4D79C-3A0E-4CB5-9A3D-BB816FD52C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18067"/>
              <a:ext cx="3702134"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39" name="Rectangle 38">
              <a:extLst>
                <a:ext uri="{FF2B5EF4-FFF2-40B4-BE49-F238E27FC236}">
                  <a16:creationId xmlns:a16="http://schemas.microsoft.com/office/drawing/2014/main" id="{3839C3D0-536E-4C48-A1C1-D9B718A84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pSp>
      <p:sp>
        <p:nvSpPr>
          <p:cNvPr id="2" name="object 2"/>
          <p:cNvSpPr txBox="1">
            <a:spLocks noGrp="1"/>
          </p:cNvSpPr>
          <p:nvPr>
            <p:ph type="title"/>
          </p:nvPr>
        </p:nvSpPr>
        <p:spPr>
          <a:xfrm>
            <a:off x="584200" y="2142067"/>
            <a:ext cx="3412067" cy="2971801"/>
          </a:xfrm>
          <a:prstGeom prst="rect">
            <a:avLst/>
          </a:prstGeom>
        </p:spPr>
        <p:txBody>
          <a:bodyPr vert="horz" lIns="91440" tIns="45720" rIns="91440" bIns="45720" rtlCol="0" anchor="b">
            <a:normAutofit/>
          </a:bodyPr>
          <a:lstStyle/>
          <a:p>
            <a:pPr algn="l"/>
            <a:r>
              <a:rPr lang="en-US" sz="3600"/>
              <a:t>Support vector machine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E8BCA1D-ACDF-4D63-9AA0-366C4F85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14A74B-E8AA-4509-AF51-0F056EA7C3A4}"/>
              </a:ext>
            </a:extLst>
          </p:cNvPr>
          <p:cNvSpPr>
            <a:spLocks noGrp="1"/>
          </p:cNvSpPr>
          <p:nvPr>
            <p:ph type="title"/>
          </p:nvPr>
        </p:nvSpPr>
        <p:spPr>
          <a:xfrm>
            <a:off x="746228" y="1037967"/>
            <a:ext cx="3054091" cy="4709131"/>
          </a:xfrm>
        </p:spPr>
        <p:txBody>
          <a:bodyPr anchor="ctr">
            <a:normAutofit/>
          </a:bodyPr>
          <a:lstStyle/>
          <a:p>
            <a:r>
              <a:rPr lang="en-US">
                <a:solidFill>
                  <a:schemeClr val="accent1"/>
                </a:solidFill>
              </a:rPr>
              <a:t>Contents</a:t>
            </a:r>
            <a:endParaRPr lang="en-PK">
              <a:solidFill>
                <a:schemeClr val="accent1"/>
              </a:solidFill>
            </a:endParaRPr>
          </a:p>
        </p:txBody>
      </p:sp>
      <p:sp>
        <p:nvSpPr>
          <p:cNvPr id="24" name="Rectangle 23">
            <a:extLst>
              <a:ext uri="{FF2B5EF4-FFF2-40B4-BE49-F238E27FC236}">
                <a16:creationId xmlns:a16="http://schemas.microsoft.com/office/drawing/2014/main" id="{5DB82E3F-D9C4-42E7-AABF-D760C2F56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6" name="Rectangle 25">
            <a:extLst>
              <a:ext uri="{FF2B5EF4-FFF2-40B4-BE49-F238E27FC236}">
                <a16:creationId xmlns:a16="http://schemas.microsoft.com/office/drawing/2014/main" id="{5F145784-B126-48E6-B33B-0BEA2EBF1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8" name="Rectangle 27">
            <a:extLst>
              <a:ext uri="{FF2B5EF4-FFF2-40B4-BE49-F238E27FC236}">
                <a16:creationId xmlns:a16="http://schemas.microsoft.com/office/drawing/2014/main" id="{06AD7FED-ECA8-4F84-9067-C1B1E9610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30" name="Rectangle 29">
            <a:extLst>
              <a:ext uri="{FF2B5EF4-FFF2-40B4-BE49-F238E27FC236}">
                <a16:creationId xmlns:a16="http://schemas.microsoft.com/office/drawing/2014/main" id="{74DF12F2-5059-41AC-A8BD-D5E115CDC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aphicFrame>
        <p:nvGraphicFramePr>
          <p:cNvPr id="5" name="Content Placeholder 2">
            <a:extLst>
              <a:ext uri="{FF2B5EF4-FFF2-40B4-BE49-F238E27FC236}">
                <a16:creationId xmlns:a16="http://schemas.microsoft.com/office/drawing/2014/main" id="{E495EBF3-6B8F-5339-FF10-AF39E3C65C93}"/>
              </a:ext>
            </a:extLst>
          </p:cNvPr>
          <p:cNvGraphicFramePr>
            <a:graphicFrameLocks noGrp="1"/>
          </p:cNvGraphicFramePr>
          <p:nvPr>
            <p:ph idx="1"/>
            <p:extLst>
              <p:ext uri="{D42A27DB-BD31-4B8C-83A1-F6EECF244321}">
                <p14:modId xmlns:p14="http://schemas.microsoft.com/office/powerpoint/2010/main" val="4023897138"/>
              </p:ext>
            </p:extLst>
          </p:nvPr>
        </p:nvGraphicFramePr>
        <p:xfrm>
          <a:off x="4241830" y="926327"/>
          <a:ext cx="7368978" cy="5207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619697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92F14-D16F-453C-AA62-A98A6C3C3FE6}"/>
              </a:ext>
            </a:extLst>
          </p:cNvPr>
          <p:cNvSpPr>
            <a:spLocks noGrp="1"/>
          </p:cNvSpPr>
          <p:nvPr>
            <p:ph type="title"/>
          </p:nvPr>
        </p:nvSpPr>
        <p:spPr/>
        <p:txBody>
          <a:bodyPr/>
          <a:lstStyle/>
          <a:p>
            <a:r>
              <a:rPr lang="en-US" dirty="0"/>
              <a:t>What is SVM</a:t>
            </a:r>
            <a:endParaRPr lang="en-PK" dirty="0"/>
          </a:p>
        </p:txBody>
      </p:sp>
      <p:graphicFrame>
        <p:nvGraphicFramePr>
          <p:cNvPr id="5" name="Content Placeholder 2">
            <a:extLst>
              <a:ext uri="{FF2B5EF4-FFF2-40B4-BE49-F238E27FC236}">
                <a16:creationId xmlns:a16="http://schemas.microsoft.com/office/drawing/2014/main" id="{FDB0B526-F350-4337-A0D7-E9F8D8DF51DD}"/>
              </a:ext>
            </a:extLst>
          </p:cNvPr>
          <p:cNvGraphicFramePr>
            <a:graphicFrameLocks noGrp="1"/>
          </p:cNvGraphicFramePr>
          <p:nvPr>
            <p:ph idx="1"/>
            <p:extLst>
              <p:ext uri="{D42A27DB-BD31-4B8C-83A1-F6EECF244321}">
                <p14:modId xmlns:p14="http://schemas.microsoft.com/office/powerpoint/2010/main" val="154179981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81116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3EF43-F68D-A971-050D-072042D27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4EC3C-D0C4-7D3A-AA03-3EE79510B420}"/>
              </a:ext>
            </a:extLst>
          </p:cNvPr>
          <p:cNvSpPr>
            <a:spLocks noGrp="1"/>
          </p:cNvSpPr>
          <p:nvPr>
            <p:ph type="title"/>
          </p:nvPr>
        </p:nvSpPr>
        <p:spPr>
          <a:xfrm>
            <a:off x="686851" y="1524855"/>
            <a:ext cx="3054091" cy="4709131"/>
          </a:xfrm>
        </p:spPr>
        <p:txBody>
          <a:bodyPr anchor="ctr">
            <a:normAutofit/>
          </a:bodyPr>
          <a:lstStyle/>
          <a:p>
            <a:r>
              <a:rPr lang="en-GB" dirty="0">
                <a:solidFill>
                  <a:schemeClr val="accent1"/>
                </a:solidFill>
              </a:rPr>
              <a:t>Introduction to </a:t>
            </a:r>
            <a:r>
              <a:rPr lang="en-GB" dirty="0" err="1">
                <a:solidFill>
                  <a:schemeClr val="accent1"/>
                </a:solidFill>
              </a:rPr>
              <a:t>svm</a:t>
            </a:r>
            <a:endParaRPr lang="en-US" dirty="0">
              <a:solidFill>
                <a:schemeClr val="accent1"/>
              </a:solidFill>
            </a:endParaRPr>
          </a:p>
        </p:txBody>
      </p:sp>
      <p:graphicFrame>
        <p:nvGraphicFramePr>
          <p:cNvPr id="26" name="Content Placeholder 2">
            <a:extLst>
              <a:ext uri="{FF2B5EF4-FFF2-40B4-BE49-F238E27FC236}">
                <a16:creationId xmlns:a16="http://schemas.microsoft.com/office/drawing/2014/main" id="{5F8D87E5-23C0-3BD9-3DD2-309CA2BB400D}"/>
              </a:ext>
            </a:extLst>
          </p:cNvPr>
          <p:cNvGraphicFramePr>
            <a:graphicFrameLocks noGrp="1"/>
          </p:cNvGraphicFramePr>
          <p:nvPr>
            <p:ph idx="1"/>
            <p:extLst>
              <p:ext uri="{D42A27DB-BD31-4B8C-83A1-F6EECF244321}">
                <p14:modId xmlns:p14="http://schemas.microsoft.com/office/powerpoint/2010/main" val="3773045872"/>
              </p:ext>
            </p:extLst>
          </p:nvPr>
        </p:nvGraphicFramePr>
        <p:xfrm>
          <a:off x="3966359" y="1662544"/>
          <a:ext cx="8075220" cy="505888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8448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D0EAB-0BBA-87E3-C0DB-EDF2879CA95D}"/>
              </a:ext>
            </a:extLst>
          </p:cNvPr>
          <p:cNvSpPr>
            <a:spLocks noGrp="1"/>
          </p:cNvSpPr>
          <p:nvPr>
            <p:ph type="title"/>
          </p:nvPr>
        </p:nvSpPr>
        <p:spPr/>
        <p:txBody>
          <a:bodyPr/>
          <a:lstStyle/>
          <a:p>
            <a:r>
              <a:rPr lang="en-GB" dirty="0"/>
              <a:t>Basic terms in </a:t>
            </a:r>
            <a:r>
              <a:rPr lang="en-GB" dirty="0" err="1"/>
              <a:t>svm</a:t>
            </a:r>
            <a:r>
              <a:rPr lang="en-GB" dirty="0"/>
              <a:t> </a:t>
            </a:r>
            <a:endParaRPr lang="en-US" dirty="0"/>
          </a:p>
        </p:txBody>
      </p:sp>
      <p:sp>
        <p:nvSpPr>
          <p:cNvPr id="3" name="Content Placeholder 2">
            <a:extLst>
              <a:ext uri="{FF2B5EF4-FFF2-40B4-BE49-F238E27FC236}">
                <a16:creationId xmlns:a16="http://schemas.microsoft.com/office/drawing/2014/main" id="{89396818-0EB1-F69A-D980-A868EB0A3A35}"/>
              </a:ext>
            </a:extLst>
          </p:cNvPr>
          <p:cNvSpPr>
            <a:spLocks noGrp="1"/>
          </p:cNvSpPr>
          <p:nvPr>
            <p:ph idx="1"/>
          </p:nvPr>
        </p:nvSpPr>
        <p:spPr>
          <a:xfrm>
            <a:off x="332511" y="2022764"/>
            <a:ext cx="7467598" cy="4955552"/>
          </a:xfrm>
        </p:spPr>
        <p:txBody>
          <a:bodyPr>
            <a:noAutofit/>
          </a:bodyPr>
          <a:lstStyle/>
          <a:p>
            <a:pPr marL="0" indent="0" algn="just">
              <a:buNone/>
            </a:pPr>
            <a:r>
              <a:rPr lang="en-GB" b="1" dirty="0">
                <a:solidFill>
                  <a:schemeClr val="tx1"/>
                </a:solidFill>
              </a:rPr>
              <a:t>Hyperplane</a:t>
            </a:r>
          </a:p>
          <a:p>
            <a:pPr algn="just"/>
            <a:r>
              <a:rPr lang="en-GB" dirty="0">
                <a:solidFill>
                  <a:schemeClr val="tx1"/>
                </a:solidFill>
              </a:rPr>
              <a:t>A decision boundary that separates data points into different classes.</a:t>
            </a:r>
          </a:p>
          <a:p>
            <a:pPr marL="0" indent="0" algn="just">
              <a:buNone/>
            </a:pPr>
            <a:r>
              <a:rPr lang="en-GB" b="1" dirty="0">
                <a:solidFill>
                  <a:schemeClr val="tx1"/>
                </a:solidFill>
              </a:rPr>
              <a:t>Support Vectors</a:t>
            </a:r>
          </a:p>
          <a:p>
            <a:pPr algn="just"/>
            <a:r>
              <a:rPr lang="en-GB" dirty="0">
                <a:solidFill>
                  <a:schemeClr val="tx1"/>
                </a:solidFill>
              </a:rPr>
              <a:t>Support vectors are the data points that lie closest to the hyperplane. </a:t>
            </a:r>
          </a:p>
          <a:p>
            <a:pPr algn="just"/>
            <a:r>
              <a:rPr lang="en-GB" dirty="0">
                <a:solidFill>
                  <a:schemeClr val="tx1"/>
                </a:solidFill>
              </a:rPr>
              <a:t>These points are crucial because they define the margin around the hyperplane.</a:t>
            </a:r>
          </a:p>
          <a:p>
            <a:pPr algn="just"/>
            <a:r>
              <a:rPr lang="en-GB" dirty="0">
                <a:solidFill>
                  <a:schemeClr val="tx1"/>
                </a:solidFill>
              </a:rPr>
              <a:t>SVM algorithm focuses on maximizing the distance between the hyperplane and these support vectors.</a:t>
            </a:r>
          </a:p>
          <a:p>
            <a:pPr marL="0" indent="0" algn="just">
              <a:buNone/>
            </a:pPr>
            <a:r>
              <a:rPr lang="en-US" b="1" dirty="0">
                <a:solidFill>
                  <a:schemeClr val="tx1"/>
                </a:solidFill>
              </a:rPr>
              <a:t>Margin</a:t>
            </a:r>
            <a:endParaRPr lang="en-GB" b="1" dirty="0">
              <a:solidFill>
                <a:schemeClr val="tx1"/>
              </a:solidFill>
            </a:endParaRPr>
          </a:p>
          <a:p>
            <a:pPr algn="just"/>
            <a:r>
              <a:rPr lang="en-GB" dirty="0">
                <a:solidFill>
                  <a:schemeClr val="tx1"/>
                </a:solidFill>
              </a:rPr>
              <a:t>The distance between the hyperplane and support vectors. </a:t>
            </a:r>
          </a:p>
          <a:p>
            <a:pPr marL="0" indent="0" algn="just">
              <a:buNone/>
            </a:pPr>
            <a:r>
              <a:rPr lang="en-US" b="1" dirty="0">
                <a:solidFill>
                  <a:schemeClr val="tx1"/>
                </a:solidFill>
              </a:rPr>
              <a:t>Maximum Margin</a:t>
            </a:r>
          </a:p>
          <a:p>
            <a:pPr algn="just"/>
            <a:r>
              <a:rPr lang="en-GB" dirty="0">
                <a:solidFill>
                  <a:schemeClr val="tx1"/>
                </a:solidFill>
              </a:rPr>
              <a:t>The distance between support vectors</a:t>
            </a:r>
          </a:p>
          <a:p>
            <a:pPr algn="just"/>
            <a:endParaRPr lang="en-US" sz="2000" dirty="0">
              <a:solidFill>
                <a:schemeClr val="tx1"/>
              </a:solidFill>
            </a:endParaRPr>
          </a:p>
        </p:txBody>
      </p:sp>
      <p:sp>
        <p:nvSpPr>
          <p:cNvPr id="4" name="Slide Number Placeholder 3">
            <a:extLst>
              <a:ext uri="{FF2B5EF4-FFF2-40B4-BE49-F238E27FC236}">
                <a16:creationId xmlns:a16="http://schemas.microsoft.com/office/drawing/2014/main" id="{72BB36AA-C9E2-0974-B761-2BD42C68C269}"/>
              </a:ext>
            </a:extLst>
          </p:cNvPr>
          <p:cNvSpPr>
            <a:spLocks noGrp="1"/>
          </p:cNvSpPr>
          <p:nvPr>
            <p:ph type="sldNum" sz="quarter" idx="12"/>
          </p:nvPr>
        </p:nvSpPr>
        <p:spPr/>
        <p:txBody>
          <a:bodyPr/>
          <a:lstStyle/>
          <a:p>
            <a:fld id="{3A1E4380-C34E-448B-BAE9-81DA3796DC4F}" type="slidenum">
              <a:rPr lang="en-US" smtClean="0"/>
              <a:t>7</a:t>
            </a:fld>
            <a:endParaRPr lang="en-US"/>
          </a:p>
        </p:txBody>
      </p:sp>
      <p:pic>
        <p:nvPicPr>
          <p:cNvPr id="7" name="Picture 6">
            <a:extLst>
              <a:ext uri="{FF2B5EF4-FFF2-40B4-BE49-F238E27FC236}">
                <a16:creationId xmlns:a16="http://schemas.microsoft.com/office/drawing/2014/main" id="{6C964F89-C5D8-46E3-81CF-E79A7AFF007E}"/>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7800109" y="2173111"/>
            <a:ext cx="4224500" cy="3967594"/>
          </a:xfrm>
          <a:prstGeom prst="rect">
            <a:avLst/>
          </a:prstGeom>
        </p:spPr>
      </p:pic>
    </p:spTree>
    <p:extLst>
      <p:ext uri="{BB962C8B-B14F-4D97-AF65-F5344CB8AC3E}">
        <p14:creationId xmlns:p14="http://schemas.microsoft.com/office/powerpoint/2010/main" val="2863539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6AE0B-A063-8FD9-A853-FECAB5792C2D}"/>
              </a:ext>
            </a:extLst>
          </p:cNvPr>
          <p:cNvSpPr>
            <a:spLocks noGrp="1"/>
          </p:cNvSpPr>
          <p:nvPr>
            <p:ph type="title"/>
          </p:nvPr>
        </p:nvSpPr>
        <p:spPr/>
        <p:txBody>
          <a:bodyPr/>
          <a:lstStyle/>
          <a:p>
            <a:r>
              <a:rPr lang="en-GB" dirty="0"/>
              <a:t>Types of </a:t>
            </a:r>
            <a:r>
              <a:rPr lang="en-GB" dirty="0" err="1"/>
              <a:t>svm</a:t>
            </a:r>
            <a:endParaRPr lang="en-US" dirty="0"/>
          </a:p>
        </p:txBody>
      </p:sp>
      <p:sp>
        <p:nvSpPr>
          <p:cNvPr id="3" name="Content Placeholder 2">
            <a:extLst>
              <a:ext uri="{FF2B5EF4-FFF2-40B4-BE49-F238E27FC236}">
                <a16:creationId xmlns:a16="http://schemas.microsoft.com/office/drawing/2014/main" id="{8E638FE2-1ECD-BBC4-1A38-17413D964231}"/>
              </a:ext>
            </a:extLst>
          </p:cNvPr>
          <p:cNvSpPr>
            <a:spLocks noGrp="1"/>
          </p:cNvSpPr>
          <p:nvPr>
            <p:ph idx="1"/>
          </p:nvPr>
        </p:nvSpPr>
        <p:spPr>
          <a:xfrm>
            <a:off x="247404" y="1533269"/>
            <a:ext cx="7135090" cy="5142044"/>
          </a:xfrm>
        </p:spPr>
        <p:txBody>
          <a:bodyPr>
            <a:normAutofit fontScale="92500" lnSpcReduction="20000"/>
          </a:bodyPr>
          <a:lstStyle/>
          <a:p>
            <a:pPr marL="0" indent="0" algn="just">
              <a:buNone/>
            </a:pPr>
            <a:r>
              <a:rPr lang="en-GB" sz="2400" b="1" dirty="0">
                <a:solidFill>
                  <a:schemeClr val="tx1"/>
                </a:solidFill>
              </a:rPr>
              <a:t>Linear SVM: </a:t>
            </a:r>
          </a:p>
          <a:p>
            <a:pPr algn="just"/>
            <a:r>
              <a:rPr lang="en-GB" sz="2400" dirty="0">
                <a:solidFill>
                  <a:schemeClr val="tx1"/>
                </a:solidFill>
              </a:rPr>
              <a:t>Linear SVM is used for linearly separable data.</a:t>
            </a:r>
          </a:p>
          <a:p>
            <a:pPr algn="just"/>
            <a:r>
              <a:rPr lang="en-GB" sz="2400" dirty="0">
                <a:solidFill>
                  <a:schemeClr val="tx1"/>
                </a:solidFill>
              </a:rPr>
              <a:t>If a dataset can be classified into two classes by using a single straight line.</a:t>
            </a:r>
          </a:p>
          <a:p>
            <a:pPr algn="just"/>
            <a:r>
              <a:rPr lang="en-GB" sz="2400" dirty="0">
                <a:solidFill>
                  <a:schemeClr val="tx1"/>
                </a:solidFill>
              </a:rPr>
              <a:t>such data is termed as linearly separable data, and classifier is used called as Linear SVM </a:t>
            </a:r>
          </a:p>
          <a:p>
            <a:pPr algn="just"/>
            <a:endParaRPr lang="en-GB" sz="2400" dirty="0">
              <a:solidFill>
                <a:schemeClr val="tx1"/>
              </a:solidFill>
            </a:endParaRPr>
          </a:p>
          <a:p>
            <a:pPr marL="0" indent="0" algn="just">
              <a:buNone/>
            </a:pPr>
            <a:r>
              <a:rPr lang="en-GB" sz="2400" b="1" dirty="0">
                <a:solidFill>
                  <a:schemeClr val="tx1"/>
                </a:solidFill>
              </a:rPr>
              <a:t>Non-linear SVM:</a:t>
            </a:r>
          </a:p>
          <a:p>
            <a:pPr algn="just"/>
            <a:r>
              <a:rPr lang="en-GB" sz="2400" dirty="0">
                <a:solidFill>
                  <a:schemeClr val="tx1"/>
                </a:solidFill>
              </a:rPr>
              <a:t>Non-Linear SVM is used for non-linearly separated data</a:t>
            </a:r>
          </a:p>
          <a:p>
            <a:pPr algn="just"/>
            <a:r>
              <a:rPr lang="en-GB" sz="2400" dirty="0">
                <a:solidFill>
                  <a:schemeClr val="tx1"/>
                </a:solidFill>
              </a:rPr>
              <a:t>if a dataset cannot be classified by using a straight line</a:t>
            </a:r>
          </a:p>
          <a:p>
            <a:pPr algn="just"/>
            <a:r>
              <a:rPr lang="en-GB" sz="2400" dirty="0">
                <a:solidFill>
                  <a:schemeClr val="tx1"/>
                </a:solidFill>
              </a:rPr>
              <a:t>such data is termed as non-linear data and classifier used is called as Non-linear SVM.</a:t>
            </a:r>
            <a:endParaRPr lang="en-US" sz="2400" dirty="0">
              <a:solidFill>
                <a:schemeClr val="tx1"/>
              </a:solidFill>
            </a:endParaRPr>
          </a:p>
        </p:txBody>
      </p:sp>
      <p:pic>
        <p:nvPicPr>
          <p:cNvPr id="6" name="Picture 5">
            <a:extLst>
              <a:ext uri="{FF2B5EF4-FFF2-40B4-BE49-F238E27FC236}">
                <a16:creationId xmlns:a16="http://schemas.microsoft.com/office/drawing/2014/main" id="{464A0EC2-1F3B-3DBA-8363-3761BDE668FD}"/>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8880764" y="1998519"/>
            <a:ext cx="2923307" cy="2348780"/>
          </a:xfrm>
          <a:prstGeom prst="rect">
            <a:avLst/>
          </a:prstGeom>
        </p:spPr>
      </p:pic>
      <p:pic>
        <p:nvPicPr>
          <p:cNvPr id="8" name="Picture 7">
            <a:extLst>
              <a:ext uri="{FF2B5EF4-FFF2-40B4-BE49-F238E27FC236}">
                <a16:creationId xmlns:a16="http://schemas.microsoft.com/office/drawing/2014/main" id="{14331D03-DA59-4334-0776-B0B353454B5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Lst>
          </a:blip>
          <a:stretch>
            <a:fillRect/>
          </a:stretch>
        </p:blipFill>
        <p:spPr>
          <a:xfrm>
            <a:off x="8992152" y="4326534"/>
            <a:ext cx="2811919" cy="2348779"/>
          </a:xfrm>
          <a:prstGeom prst="rect">
            <a:avLst/>
          </a:prstGeom>
        </p:spPr>
      </p:pic>
    </p:spTree>
    <p:extLst>
      <p:ext uri="{BB962C8B-B14F-4D97-AF65-F5344CB8AC3E}">
        <p14:creationId xmlns:p14="http://schemas.microsoft.com/office/powerpoint/2010/main" val="108052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DCA09-DB5D-8895-5DD4-444E80204D7D}"/>
              </a:ext>
            </a:extLst>
          </p:cNvPr>
          <p:cNvSpPr>
            <a:spLocks noGrp="1"/>
          </p:cNvSpPr>
          <p:nvPr>
            <p:ph type="title"/>
          </p:nvPr>
        </p:nvSpPr>
        <p:spPr/>
        <p:txBody>
          <a:bodyPr/>
          <a:lstStyle/>
          <a:p>
            <a:r>
              <a:rPr lang="en-GB" dirty="0"/>
              <a:t>How linear </a:t>
            </a:r>
            <a:r>
              <a:rPr lang="en-GB" dirty="0" err="1"/>
              <a:t>svm</a:t>
            </a:r>
            <a:r>
              <a:rPr lang="en-GB" dirty="0"/>
              <a:t> works</a:t>
            </a:r>
            <a:endParaRPr lang="en-US" dirty="0"/>
          </a:p>
        </p:txBody>
      </p:sp>
      <p:sp>
        <p:nvSpPr>
          <p:cNvPr id="3" name="Content Placeholder 2">
            <a:extLst>
              <a:ext uri="{FF2B5EF4-FFF2-40B4-BE49-F238E27FC236}">
                <a16:creationId xmlns:a16="http://schemas.microsoft.com/office/drawing/2014/main" id="{454EEDB5-628E-25D8-942C-263BF2911997}"/>
              </a:ext>
            </a:extLst>
          </p:cNvPr>
          <p:cNvSpPr>
            <a:spLocks noGrp="1"/>
          </p:cNvSpPr>
          <p:nvPr>
            <p:ph idx="1"/>
          </p:nvPr>
        </p:nvSpPr>
        <p:spPr>
          <a:xfrm>
            <a:off x="477632" y="1953492"/>
            <a:ext cx="8283599" cy="4724400"/>
          </a:xfrm>
        </p:spPr>
        <p:txBody>
          <a:bodyPr>
            <a:normAutofit/>
          </a:bodyPr>
          <a:lstStyle/>
          <a:p>
            <a:pPr algn="just"/>
            <a:r>
              <a:rPr lang="en-GB" sz="2400" b="0" i="0" dirty="0">
                <a:solidFill>
                  <a:schemeClr val="tx1"/>
                </a:solidFill>
                <a:effectLst/>
                <a:latin typeface="Gill Sans MT" panose="020B0502020104020203" pitchFamily="34" charset="0"/>
              </a:rPr>
              <a:t>Let’s understand the working of SVM using an example</a:t>
            </a:r>
          </a:p>
          <a:p>
            <a:pPr algn="just"/>
            <a:r>
              <a:rPr lang="en-GB" sz="2400" b="0" i="0" dirty="0">
                <a:solidFill>
                  <a:schemeClr val="tx1"/>
                </a:solidFill>
                <a:effectLst/>
                <a:latin typeface="Gill Sans MT" panose="020B0502020104020203" pitchFamily="34" charset="0"/>
              </a:rPr>
              <a:t>Suppose we have a dataset that has two classes (green and blue)</a:t>
            </a:r>
          </a:p>
          <a:p>
            <a:pPr algn="just"/>
            <a:r>
              <a:rPr lang="en-GB" sz="2400" b="0" i="0" dirty="0">
                <a:solidFill>
                  <a:schemeClr val="tx1"/>
                </a:solidFill>
                <a:effectLst/>
                <a:latin typeface="Gill Sans MT" panose="020B0502020104020203" pitchFamily="34" charset="0"/>
              </a:rPr>
              <a:t>We want to classify that the new data point as either blue or green</a:t>
            </a:r>
          </a:p>
          <a:p>
            <a:pPr algn="just"/>
            <a:r>
              <a:rPr lang="en-GB" sz="2400" b="0" i="0" dirty="0">
                <a:solidFill>
                  <a:schemeClr val="tx1"/>
                </a:solidFill>
                <a:effectLst/>
                <a:latin typeface="Gill Sans MT" panose="020B0502020104020203" pitchFamily="34" charset="0"/>
              </a:rPr>
              <a:t>To classify these points, we can have many decision boundaries</a:t>
            </a:r>
          </a:p>
          <a:p>
            <a:pPr algn="just"/>
            <a:r>
              <a:rPr lang="en-GB" sz="2400" dirty="0">
                <a:solidFill>
                  <a:schemeClr val="tx1"/>
                </a:solidFill>
                <a:latin typeface="Gill Sans MT" panose="020B0502020104020203" pitchFamily="34" charset="0"/>
              </a:rPr>
              <a:t>T</a:t>
            </a:r>
            <a:r>
              <a:rPr lang="en-GB" sz="2400" b="0" i="0" dirty="0">
                <a:solidFill>
                  <a:schemeClr val="tx1"/>
                </a:solidFill>
                <a:effectLst/>
                <a:latin typeface="Gill Sans MT" panose="020B0502020104020203" pitchFamily="34" charset="0"/>
              </a:rPr>
              <a:t>he question is which one is the best and how do we find it?</a:t>
            </a:r>
          </a:p>
          <a:p>
            <a:pPr algn="just"/>
            <a:r>
              <a:rPr lang="en-GB" sz="2400" b="0" i="0" dirty="0">
                <a:solidFill>
                  <a:schemeClr val="tx1"/>
                </a:solidFill>
                <a:effectLst/>
                <a:latin typeface="Gill Sans MT" panose="020B0502020104020203" pitchFamily="34" charset="0"/>
              </a:rPr>
              <a:t>The best hyperplane is that has the maximum distance from both the classes</a:t>
            </a:r>
            <a:endParaRPr lang="en-US" sz="2400" dirty="0">
              <a:solidFill>
                <a:schemeClr val="tx1"/>
              </a:solidFill>
              <a:latin typeface="Gill Sans MT" panose="020B0502020104020203" pitchFamily="34" charset="0"/>
            </a:endParaRPr>
          </a:p>
        </p:txBody>
      </p:sp>
      <p:sp>
        <p:nvSpPr>
          <p:cNvPr id="4" name="Slide Number Placeholder 3">
            <a:extLst>
              <a:ext uri="{FF2B5EF4-FFF2-40B4-BE49-F238E27FC236}">
                <a16:creationId xmlns:a16="http://schemas.microsoft.com/office/drawing/2014/main" id="{168977E1-D1C6-9AAA-1E74-F67D2007FF55}"/>
              </a:ext>
            </a:extLst>
          </p:cNvPr>
          <p:cNvSpPr>
            <a:spLocks noGrp="1"/>
          </p:cNvSpPr>
          <p:nvPr>
            <p:ph type="sldNum" sz="quarter" idx="12"/>
          </p:nvPr>
        </p:nvSpPr>
        <p:spPr/>
        <p:txBody>
          <a:bodyPr/>
          <a:lstStyle/>
          <a:p>
            <a:fld id="{3A1E4380-C34E-448B-BAE9-81DA3796DC4F}" type="slidenum">
              <a:rPr lang="en-US" smtClean="0"/>
              <a:t>9</a:t>
            </a:fld>
            <a:endParaRPr lang="en-US"/>
          </a:p>
        </p:txBody>
      </p:sp>
      <p:pic>
        <p:nvPicPr>
          <p:cNvPr id="6" name="Picture 5">
            <a:extLst>
              <a:ext uri="{FF2B5EF4-FFF2-40B4-BE49-F238E27FC236}">
                <a16:creationId xmlns:a16="http://schemas.microsoft.com/office/drawing/2014/main" id="{869D382C-6077-40B0-46BD-DD2AC45276F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9162320" y="1830446"/>
            <a:ext cx="2780302" cy="2573434"/>
          </a:xfrm>
          <a:prstGeom prst="rect">
            <a:avLst/>
          </a:prstGeom>
        </p:spPr>
      </p:pic>
      <p:pic>
        <p:nvPicPr>
          <p:cNvPr id="8" name="Picture 7">
            <a:extLst>
              <a:ext uri="{FF2B5EF4-FFF2-40B4-BE49-F238E27FC236}">
                <a16:creationId xmlns:a16="http://schemas.microsoft.com/office/drawing/2014/main" id="{B6494D4F-87EF-4586-EFF9-F65A5762E350}"/>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Lst>
          </a:blip>
          <a:stretch>
            <a:fillRect/>
          </a:stretch>
        </p:blipFill>
        <p:spPr>
          <a:xfrm>
            <a:off x="9231595" y="4461911"/>
            <a:ext cx="2780302" cy="2396089"/>
          </a:xfrm>
          <a:prstGeom prst="rect">
            <a:avLst/>
          </a:prstGeom>
        </p:spPr>
      </p:pic>
    </p:spTree>
    <p:extLst>
      <p:ext uri="{BB962C8B-B14F-4D97-AF65-F5344CB8AC3E}">
        <p14:creationId xmlns:p14="http://schemas.microsoft.com/office/powerpoint/2010/main" val="3299073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017A8-691F-8085-179F-8EC110D89071}"/>
              </a:ext>
            </a:extLst>
          </p:cNvPr>
          <p:cNvSpPr>
            <a:spLocks noGrp="1"/>
          </p:cNvSpPr>
          <p:nvPr>
            <p:ph type="title"/>
          </p:nvPr>
        </p:nvSpPr>
        <p:spPr/>
        <p:txBody>
          <a:bodyPr/>
          <a:lstStyle/>
          <a:p>
            <a:r>
              <a:rPr lang="en-GB" dirty="0"/>
              <a:t>How </a:t>
            </a:r>
            <a:r>
              <a:rPr lang="en-GB" dirty="0" err="1"/>
              <a:t>svm</a:t>
            </a:r>
            <a:r>
              <a:rPr lang="en-GB" dirty="0"/>
              <a:t> classifies a new sample</a:t>
            </a:r>
            <a:endParaRPr lang="en-US" dirty="0"/>
          </a:p>
        </p:txBody>
      </p:sp>
      <p:sp>
        <p:nvSpPr>
          <p:cNvPr id="3" name="Content Placeholder 2">
            <a:extLst>
              <a:ext uri="{FF2B5EF4-FFF2-40B4-BE49-F238E27FC236}">
                <a16:creationId xmlns:a16="http://schemas.microsoft.com/office/drawing/2014/main" id="{2AFD454E-BC3B-A024-EBA8-E7BE2326CD68}"/>
              </a:ext>
            </a:extLst>
          </p:cNvPr>
          <p:cNvSpPr>
            <a:spLocks noGrp="1"/>
          </p:cNvSpPr>
          <p:nvPr>
            <p:ph idx="1"/>
          </p:nvPr>
        </p:nvSpPr>
        <p:spPr>
          <a:xfrm>
            <a:off x="443345" y="1715956"/>
            <a:ext cx="7426037" cy="5003499"/>
          </a:xfrm>
        </p:spPr>
        <p:txBody>
          <a:bodyPr>
            <a:normAutofit/>
          </a:bodyPr>
          <a:lstStyle/>
          <a:p>
            <a:pPr algn="just"/>
            <a:r>
              <a:rPr lang="en-GB" sz="2200" b="0" i="0" dirty="0">
                <a:solidFill>
                  <a:schemeClr val="tx1"/>
                </a:solidFill>
                <a:effectLst/>
                <a:latin typeface="Book Antiqua" panose="02040602050305030304" pitchFamily="18" charset="0"/>
              </a:rPr>
              <a:t>Consider a random point X and we want to know whether it lies on the right side of the hyperplane or the left side of the plane.</a:t>
            </a:r>
          </a:p>
          <a:p>
            <a:pPr algn="just"/>
            <a:r>
              <a:rPr lang="en-GB" sz="2200" b="0" i="0" dirty="0">
                <a:solidFill>
                  <a:schemeClr val="tx1"/>
                </a:solidFill>
                <a:effectLst/>
                <a:latin typeface="Book Antiqua" panose="02040602050305030304" pitchFamily="18" charset="0"/>
              </a:rPr>
              <a:t>To find this first we assume this point is a vector (X).</a:t>
            </a:r>
            <a:endParaRPr lang="en-GB" sz="2200" dirty="0">
              <a:solidFill>
                <a:schemeClr val="tx1"/>
              </a:solidFill>
              <a:latin typeface="Book Antiqua" panose="02040602050305030304" pitchFamily="18" charset="0"/>
            </a:endParaRPr>
          </a:p>
          <a:p>
            <a:pPr algn="just"/>
            <a:r>
              <a:rPr lang="en-GB" sz="2200" dirty="0">
                <a:solidFill>
                  <a:schemeClr val="tx1"/>
                </a:solidFill>
                <a:latin typeface="Book Antiqua" panose="02040602050305030304" pitchFamily="18" charset="0"/>
              </a:rPr>
              <a:t>T</a:t>
            </a:r>
            <a:r>
              <a:rPr lang="en-GB" sz="2200" b="0" i="0" dirty="0">
                <a:solidFill>
                  <a:schemeClr val="tx1"/>
                </a:solidFill>
                <a:effectLst/>
                <a:latin typeface="Book Antiqua" panose="02040602050305030304" pitchFamily="18" charset="0"/>
              </a:rPr>
              <a:t>hen we make a vector (w) which is perpendicular to the hyperplane.</a:t>
            </a:r>
          </a:p>
          <a:p>
            <a:pPr algn="just"/>
            <a:r>
              <a:rPr lang="en-GB" sz="2200" b="0" i="0" dirty="0">
                <a:solidFill>
                  <a:schemeClr val="tx1"/>
                </a:solidFill>
                <a:effectLst/>
                <a:latin typeface="Book Antiqua" panose="02040602050305030304" pitchFamily="18" charset="0"/>
              </a:rPr>
              <a:t>Let’s say the distance of vector w from origin to decision boundary is ‘c’. </a:t>
            </a:r>
          </a:p>
          <a:p>
            <a:pPr algn="just"/>
            <a:r>
              <a:rPr lang="en-GB" sz="2200" b="0" i="0" dirty="0">
                <a:solidFill>
                  <a:schemeClr val="tx1"/>
                </a:solidFill>
                <a:effectLst/>
                <a:latin typeface="Book Antiqua" panose="02040602050305030304" pitchFamily="18" charset="0"/>
              </a:rPr>
              <a:t>Now we take the projection of X vector on w.</a:t>
            </a:r>
          </a:p>
          <a:p>
            <a:pPr algn="just"/>
            <a:r>
              <a:rPr lang="en-GB" sz="2200" dirty="0">
                <a:solidFill>
                  <a:schemeClr val="tx1"/>
                </a:solidFill>
                <a:latin typeface="Book Antiqua" panose="02040602050305030304" pitchFamily="18" charset="0"/>
              </a:rPr>
              <a:t>We take the dot product of x and w vectors.</a:t>
            </a:r>
            <a:endParaRPr lang="en-US" sz="2200" dirty="0">
              <a:solidFill>
                <a:schemeClr val="tx1"/>
              </a:solidFill>
              <a:latin typeface="Book Antiqua" panose="02040602050305030304" pitchFamily="18" charset="0"/>
            </a:endParaRPr>
          </a:p>
        </p:txBody>
      </p:sp>
      <p:sp>
        <p:nvSpPr>
          <p:cNvPr id="4" name="Slide Number Placeholder 3">
            <a:extLst>
              <a:ext uri="{FF2B5EF4-FFF2-40B4-BE49-F238E27FC236}">
                <a16:creationId xmlns:a16="http://schemas.microsoft.com/office/drawing/2014/main" id="{A884F570-7019-2D64-92DE-2A4AB76A51BE}"/>
              </a:ext>
            </a:extLst>
          </p:cNvPr>
          <p:cNvSpPr>
            <a:spLocks noGrp="1"/>
          </p:cNvSpPr>
          <p:nvPr>
            <p:ph type="sldNum" sz="quarter" idx="12"/>
          </p:nvPr>
        </p:nvSpPr>
        <p:spPr/>
        <p:txBody>
          <a:bodyPr/>
          <a:lstStyle/>
          <a:p>
            <a:fld id="{3A1E4380-C34E-448B-BAE9-81DA3796DC4F}" type="slidenum">
              <a:rPr lang="en-US" smtClean="0"/>
              <a:t>10</a:t>
            </a:fld>
            <a:endParaRPr lang="en-US"/>
          </a:p>
        </p:txBody>
      </p:sp>
      <p:pic>
        <p:nvPicPr>
          <p:cNvPr id="6" name="Picture 5">
            <a:extLst>
              <a:ext uri="{FF2B5EF4-FFF2-40B4-BE49-F238E27FC236}">
                <a16:creationId xmlns:a16="http://schemas.microsoft.com/office/drawing/2014/main" id="{7B42042B-150D-FF6B-B9C5-B177A40D84F8}"/>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8581201" y="1884218"/>
            <a:ext cx="3029607" cy="2452256"/>
          </a:xfrm>
          <a:prstGeom prst="rect">
            <a:avLst/>
          </a:prstGeom>
        </p:spPr>
      </p:pic>
      <p:pic>
        <p:nvPicPr>
          <p:cNvPr id="8" name="Picture 7">
            <a:extLst>
              <a:ext uri="{FF2B5EF4-FFF2-40B4-BE49-F238E27FC236}">
                <a16:creationId xmlns:a16="http://schemas.microsoft.com/office/drawing/2014/main" id="{2935506B-614E-3DBB-D971-8BAC4A824F07}"/>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bright="-20000" contrast="40000"/>
                    </a14:imgEffect>
                  </a14:imgLayer>
                </a14:imgProps>
              </a:ext>
            </a:extLst>
          </a:blip>
          <a:stretch>
            <a:fillRect/>
          </a:stretch>
        </p:blipFill>
        <p:spPr>
          <a:xfrm>
            <a:off x="8615938" y="4368731"/>
            <a:ext cx="3029608" cy="2461557"/>
          </a:xfrm>
          <a:prstGeom prst="rect">
            <a:avLst/>
          </a:prstGeom>
        </p:spPr>
      </p:pic>
    </p:spTree>
    <p:extLst>
      <p:ext uri="{BB962C8B-B14F-4D97-AF65-F5344CB8AC3E}">
        <p14:creationId xmlns:p14="http://schemas.microsoft.com/office/powerpoint/2010/main" val="862614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F69428-BED2-6253-AF80-E190424E6D15}"/>
              </a:ext>
            </a:extLst>
          </p:cNvPr>
          <p:cNvSpPr>
            <a:spLocks noGrp="1"/>
          </p:cNvSpPr>
          <p:nvPr>
            <p:ph type="sldNum" sz="quarter" idx="12"/>
          </p:nvPr>
        </p:nvSpPr>
        <p:spPr/>
        <p:txBody>
          <a:bodyPr/>
          <a:lstStyle/>
          <a:p>
            <a:fld id="{3A1E4380-C34E-448B-BAE9-81DA3796DC4F}" type="slidenum">
              <a:rPr lang="en-US" smtClean="0"/>
              <a:t>11</a:t>
            </a:fld>
            <a:endParaRPr lang="en-US"/>
          </a:p>
        </p:txBody>
      </p:sp>
      <p:sp>
        <p:nvSpPr>
          <p:cNvPr id="3" name="Content Placeholder 2">
            <a:extLst>
              <a:ext uri="{FF2B5EF4-FFF2-40B4-BE49-F238E27FC236}">
                <a16:creationId xmlns:a16="http://schemas.microsoft.com/office/drawing/2014/main" id="{F166190F-1623-1FBF-B186-B8CB8DCFA4AC}"/>
              </a:ext>
            </a:extLst>
          </p:cNvPr>
          <p:cNvSpPr>
            <a:spLocks noGrp="1"/>
          </p:cNvSpPr>
          <p:nvPr>
            <p:ph idx="4294967295"/>
          </p:nvPr>
        </p:nvSpPr>
        <p:spPr>
          <a:xfrm>
            <a:off x="519111" y="686736"/>
            <a:ext cx="10412413" cy="5619750"/>
          </a:xfrm>
        </p:spPr>
        <p:txBody>
          <a:bodyPr/>
          <a:lstStyle/>
          <a:p>
            <a:pPr algn="just"/>
            <a:r>
              <a:rPr lang="en-GB" sz="2400" dirty="0">
                <a:solidFill>
                  <a:schemeClr val="tx1"/>
                </a:solidFill>
              </a:rPr>
              <a:t>If the dot product is greater than ‘c’ then we can say that the point lies on the right side.</a:t>
            </a:r>
          </a:p>
          <a:p>
            <a:pPr algn="just"/>
            <a:r>
              <a:rPr lang="en-GB" sz="2400" dirty="0">
                <a:solidFill>
                  <a:schemeClr val="tx1"/>
                </a:solidFill>
              </a:rPr>
              <a:t>If the dot product is less than ‘c’ then the point is on the left side</a:t>
            </a:r>
          </a:p>
          <a:p>
            <a:pPr algn="just"/>
            <a:r>
              <a:rPr lang="en-GB" sz="2400" dirty="0">
                <a:solidFill>
                  <a:schemeClr val="tx1"/>
                </a:solidFill>
              </a:rPr>
              <a:t> if the dot product is equal to ‘c’ then the point lies on the decision boundary.</a:t>
            </a:r>
          </a:p>
          <a:p>
            <a:pPr algn="just"/>
            <a:endParaRPr lang="en-GB" sz="2400" dirty="0">
              <a:solidFill>
                <a:schemeClr val="tx1"/>
              </a:solidFill>
              <a:latin typeface="Inter"/>
            </a:endParaRPr>
          </a:p>
          <a:p>
            <a:pPr algn="just"/>
            <a:endParaRPr lang="en-GB" sz="2400" dirty="0">
              <a:solidFill>
                <a:schemeClr val="tx1"/>
              </a:solidFill>
            </a:endParaRPr>
          </a:p>
          <a:p>
            <a:pPr marL="0" indent="0">
              <a:buNone/>
            </a:pPr>
            <a:endParaRPr lang="en-US" dirty="0"/>
          </a:p>
        </p:txBody>
      </p:sp>
      <p:pic>
        <p:nvPicPr>
          <p:cNvPr id="6" name="Picture 5">
            <a:extLst>
              <a:ext uri="{FF2B5EF4-FFF2-40B4-BE49-F238E27FC236}">
                <a16:creationId xmlns:a16="http://schemas.microsoft.com/office/drawing/2014/main" id="{57D7F530-FD7D-9317-58B4-19781E1F1EE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bright="-20000" contrast="40000"/>
                    </a14:imgEffect>
                  </a14:imgLayer>
                </a14:imgProps>
              </a:ext>
            </a:extLst>
          </a:blip>
          <a:stretch>
            <a:fillRect/>
          </a:stretch>
        </p:blipFill>
        <p:spPr>
          <a:xfrm>
            <a:off x="2932506" y="4147829"/>
            <a:ext cx="6934200" cy="1933575"/>
          </a:xfrm>
          <a:prstGeom prst="rect">
            <a:avLst/>
          </a:prstGeom>
        </p:spPr>
      </p:pic>
    </p:spTree>
    <p:extLst>
      <p:ext uri="{BB962C8B-B14F-4D97-AF65-F5344CB8AC3E}">
        <p14:creationId xmlns:p14="http://schemas.microsoft.com/office/powerpoint/2010/main" val="103867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DA94C1-BB87-7457-83EF-97B45618D5CA}"/>
              </a:ext>
            </a:extLst>
          </p:cNvPr>
          <p:cNvSpPr>
            <a:spLocks noGrp="1"/>
          </p:cNvSpPr>
          <p:nvPr>
            <p:ph idx="1"/>
          </p:nvPr>
        </p:nvSpPr>
        <p:spPr>
          <a:xfrm>
            <a:off x="429492" y="1993056"/>
            <a:ext cx="8118763" cy="3424071"/>
          </a:xfrm>
        </p:spPr>
        <p:txBody>
          <a:bodyPr>
            <a:normAutofit fontScale="92500" lnSpcReduction="20000"/>
          </a:bodyPr>
          <a:lstStyle/>
          <a:p>
            <a:pPr algn="just"/>
            <a:r>
              <a:rPr lang="en-GB" sz="2400" dirty="0">
                <a:solidFill>
                  <a:schemeClr val="tx1"/>
                </a:solidFill>
              </a:rPr>
              <a:t>A hyperplane is </a:t>
            </a:r>
            <a:r>
              <a:rPr lang="en-GB" sz="2400" dirty="0" err="1">
                <a:solidFill>
                  <a:schemeClr val="tx1"/>
                </a:solidFill>
              </a:rPr>
              <a:t>w.x+b</a:t>
            </a:r>
            <a:r>
              <a:rPr lang="en-GB" sz="2400" dirty="0">
                <a:solidFill>
                  <a:schemeClr val="tx1"/>
                </a:solidFill>
              </a:rPr>
              <a:t>=0 where w is a vector normal to hyperplane and b is an offset/bias (distance of the hyperplane from the origin along the normal vector w).</a:t>
            </a:r>
          </a:p>
          <a:p>
            <a:pPr marL="304800" indent="152400" algn="just">
              <a:buFont typeface="Arial" panose="020B0604020202020204" pitchFamily="34" charset="0"/>
              <a:buChar char="•"/>
            </a:pPr>
            <a:r>
              <a:rPr lang="en-GB" sz="2400" dirty="0">
                <a:solidFill>
                  <a:schemeClr val="tx1"/>
                </a:solidFill>
              </a:rPr>
              <a:t>     w is the normal vector (perpendicular) to the hyperplane</a:t>
            </a:r>
          </a:p>
          <a:p>
            <a:pPr marL="304800" indent="152400" algn="just">
              <a:buFont typeface="Arial" panose="020B0604020202020204" pitchFamily="34" charset="0"/>
              <a:buChar char="•"/>
            </a:pPr>
            <a:r>
              <a:rPr lang="en-GB" sz="2400" dirty="0">
                <a:solidFill>
                  <a:schemeClr val="tx1"/>
                </a:solidFill>
              </a:rPr>
              <a:t>      x is the input vector (point in space)</a:t>
            </a:r>
          </a:p>
          <a:p>
            <a:pPr marL="304800" indent="152400" algn="just">
              <a:buFont typeface="Arial" panose="020B0604020202020204" pitchFamily="34" charset="0"/>
              <a:buChar char="•"/>
            </a:pPr>
            <a:r>
              <a:rPr lang="en-GB" sz="2400" dirty="0">
                <a:solidFill>
                  <a:schemeClr val="tx1"/>
                </a:solidFill>
              </a:rPr>
              <a:t>      b is the offset or bias term</a:t>
            </a:r>
          </a:p>
          <a:p>
            <a:pPr marL="304800" indent="152400" algn="just">
              <a:buFont typeface="Arial" panose="020B0604020202020204" pitchFamily="34" charset="0"/>
              <a:buChar char="•"/>
            </a:pPr>
            <a:endParaRPr lang="en-GB" sz="2400" dirty="0">
              <a:solidFill>
                <a:schemeClr val="tx1"/>
              </a:solidFill>
            </a:endParaRPr>
          </a:p>
          <a:p>
            <a:pPr algn="just"/>
            <a:r>
              <a:rPr lang="en-GB" sz="2400" dirty="0">
                <a:solidFill>
                  <a:schemeClr val="tx1"/>
                </a:solidFill>
              </a:rPr>
              <a:t>To classify a point as negative or positive we need to define a decision rule. We can define decision rule as:</a:t>
            </a:r>
          </a:p>
          <a:p>
            <a:endParaRPr lang="en-US" dirty="0"/>
          </a:p>
        </p:txBody>
      </p:sp>
      <p:sp>
        <p:nvSpPr>
          <p:cNvPr id="4" name="Slide Number Placeholder 3">
            <a:extLst>
              <a:ext uri="{FF2B5EF4-FFF2-40B4-BE49-F238E27FC236}">
                <a16:creationId xmlns:a16="http://schemas.microsoft.com/office/drawing/2014/main" id="{D60070D3-1D8C-FFC1-7F2F-EF58AEAF7125}"/>
              </a:ext>
            </a:extLst>
          </p:cNvPr>
          <p:cNvSpPr>
            <a:spLocks noGrp="1"/>
          </p:cNvSpPr>
          <p:nvPr>
            <p:ph type="sldNum" sz="quarter" idx="12"/>
          </p:nvPr>
        </p:nvSpPr>
        <p:spPr/>
        <p:txBody>
          <a:bodyPr/>
          <a:lstStyle/>
          <a:p>
            <a:fld id="{3A1E4380-C34E-448B-BAE9-81DA3796DC4F}" type="slidenum">
              <a:rPr lang="en-US" smtClean="0"/>
              <a:t>12</a:t>
            </a:fld>
            <a:endParaRPr lang="en-US"/>
          </a:p>
        </p:txBody>
      </p:sp>
      <p:pic>
        <p:nvPicPr>
          <p:cNvPr id="7" name="Picture 6">
            <a:extLst>
              <a:ext uri="{FF2B5EF4-FFF2-40B4-BE49-F238E27FC236}">
                <a16:creationId xmlns:a16="http://schemas.microsoft.com/office/drawing/2014/main" id="{6CE2DE7D-6C1D-1FBF-9089-A2A0A849AE7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8805429" y="1993056"/>
            <a:ext cx="3095625" cy="2695955"/>
          </a:xfrm>
          <a:prstGeom prst="rect">
            <a:avLst/>
          </a:prstGeom>
        </p:spPr>
      </p:pic>
    </p:spTree>
    <p:extLst>
      <p:ext uri="{BB962C8B-B14F-4D97-AF65-F5344CB8AC3E}">
        <p14:creationId xmlns:p14="http://schemas.microsoft.com/office/powerpoint/2010/main" val="2586497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42241A-67FD-9291-7034-B01A423A18AA}"/>
              </a:ext>
            </a:extLst>
          </p:cNvPr>
          <p:cNvSpPr>
            <a:spLocks noGrp="1"/>
          </p:cNvSpPr>
          <p:nvPr>
            <p:ph idx="1"/>
          </p:nvPr>
        </p:nvSpPr>
        <p:spPr>
          <a:xfrm>
            <a:off x="581192" y="1870364"/>
            <a:ext cx="7011099" cy="4987636"/>
          </a:xfrm>
        </p:spPr>
        <p:txBody>
          <a:bodyPr>
            <a:normAutofit/>
          </a:bodyPr>
          <a:lstStyle/>
          <a:p>
            <a:pPr marL="0" indent="0" algn="just">
              <a:buNone/>
            </a:pPr>
            <a:r>
              <a:rPr lang="en-GB" sz="2400" b="1" dirty="0">
                <a:solidFill>
                  <a:schemeClr val="tx1"/>
                </a:solidFill>
              </a:rPr>
              <a:t>Hard Margin</a:t>
            </a:r>
          </a:p>
          <a:p>
            <a:pPr algn="just"/>
            <a:r>
              <a:rPr lang="en-GB" sz="2400" b="1" dirty="0">
                <a:solidFill>
                  <a:schemeClr val="tx1"/>
                </a:solidFill>
              </a:rPr>
              <a:t> </a:t>
            </a:r>
            <a:r>
              <a:rPr lang="en-GB" sz="2400" dirty="0">
                <a:solidFill>
                  <a:schemeClr val="tx1"/>
                </a:solidFill>
              </a:rPr>
              <a:t>A hyperplane that properly separates the data points of different categories without any misclassifications.</a:t>
            </a:r>
          </a:p>
          <a:p>
            <a:pPr marL="0" indent="0" algn="just">
              <a:buNone/>
            </a:pPr>
            <a:r>
              <a:rPr lang="en-GB" sz="2400" b="1" dirty="0">
                <a:solidFill>
                  <a:schemeClr val="tx1"/>
                </a:solidFill>
              </a:rPr>
              <a:t>Soft Margin</a:t>
            </a:r>
          </a:p>
          <a:p>
            <a:pPr algn="just"/>
            <a:r>
              <a:rPr lang="en-GB" sz="2400" b="1" dirty="0">
                <a:solidFill>
                  <a:schemeClr val="tx1"/>
                </a:solidFill>
              </a:rPr>
              <a:t> </a:t>
            </a:r>
            <a:r>
              <a:rPr lang="en-GB" sz="2400" dirty="0">
                <a:solidFill>
                  <a:schemeClr val="tx1"/>
                </a:solidFill>
              </a:rPr>
              <a:t>When the data is not perfectly separable.</a:t>
            </a:r>
          </a:p>
          <a:p>
            <a:pPr algn="just"/>
            <a:r>
              <a:rPr lang="en-GB" sz="2400" dirty="0">
                <a:solidFill>
                  <a:schemeClr val="tx1"/>
                </a:solidFill>
              </a:rPr>
              <a:t> SVM permits a soft margin technique. </a:t>
            </a:r>
          </a:p>
          <a:p>
            <a:pPr algn="just"/>
            <a:r>
              <a:rPr lang="en-GB" sz="2400" dirty="0">
                <a:solidFill>
                  <a:schemeClr val="tx1"/>
                </a:solidFill>
              </a:rPr>
              <a:t>SVM softens the strict margin requirement and permits certain misclassifications or violations. </a:t>
            </a:r>
          </a:p>
          <a:p>
            <a:pPr marL="0" indent="0">
              <a:buNone/>
            </a:pPr>
            <a:endParaRPr lang="en-US" dirty="0"/>
          </a:p>
        </p:txBody>
      </p:sp>
      <p:sp>
        <p:nvSpPr>
          <p:cNvPr id="4" name="Slide Number Placeholder 3">
            <a:extLst>
              <a:ext uri="{FF2B5EF4-FFF2-40B4-BE49-F238E27FC236}">
                <a16:creationId xmlns:a16="http://schemas.microsoft.com/office/drawing/2014/main" id="{1573F2B3-A3BF-0EFF-43F1-9A5DBDC39D8C}"/>
              </a:ext>
            </a:extLst>
          </p:cNvPr>
          <p:cNvSpPr>
            <a:spLocks noGrp="1"/>
          </p:cNvSpPr>
          <p:nvPr>
            <p:ph type="sldNum" sz="quarter" idx="12"/>
          </p:nvPr>
        </p:nvSpPr>
        <p:spPr/>
        <p:txBody>
          <a:bodyPr/>
          <a:lstStyle/>
          <a:p>
            <a:fld id="{3A1E4380-C34E-448B-BAE9-81DA3796DC4F}" type="slidenum">
              <a:rPr lang="en-US" smtClean="0"/>
              <a:t>13</a:t>
            </a:fld>
            <a:endParaRPr lang="en-US"/>
          </a:p>
        </p:txBody>
      </p:sp>
      <p:pic>
        <p:nvPicPr>
          <p:cNvPr id="6" name="Picture 5">
            <a:extLst>
              <a:ext uri="{FF2B5EF4-FFF2-40B4-BE49-F238E27FC236}">
                <a16:creationId xmlns:a16="http://schemas.microsoft.com/office/drawing/2014/main" id="{B7C94E4B-3271-6295-5F07-7E38F319664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9203288" y="1731815"/>
            <a:ext cx="2656633" cy="2604653"/>
          </a:xfrm>
          <a:prstGeom prst="rect">
            <a:avLst/>
          </a:prstGeom>
        </p:spPr>
      </p:pic>
      <p:pic>
        <p:nvPicPr>
          <p:cNvPr id="8" name="Picture 7">
            <a:extLst>
              <a:ext uri="{FF2B5EF4-FFF2-40B4-BE49-F238E27FC236}">
                <a16:creationId xmlns:a16="http://schemas.microsoft.com/office/drawing/2014/main" id="{11CE263F-28B1-134C-BAC6-0E51B508A3AF}"/>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Lst>
          </a:blip>
          <a:stretch>
            <a:fillRect/>
          </a:stretch>
        </p:blipFill>
        <p:spPr>
          <a:xfrm>
            <a:off x="9214404" y="4336470"/>
            <a:ext cx="2656632" cy="2474318"/>
          </a:xfrm>
          <a:prstGeom prst="rect">
            <a:avLst/>
          </a:prstGeom>
        </p:spPr>
      </p:pic>
    </p:spTree>
    <p:extLst>
      <p:ext uri="{BB962C8B-B14F-4D97-AF65-F5344CB8AC3E}">
        <p14:creationId xmlns:p14="http://schemas.microsoft.com/office/powerpoint/2010/main" val="4227894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4539-E459-0FF0-3394-8389F7580010}"/>
              </a:ext>
            </a:extLst>
          </p:cNvPr>
          <p:cNvSpPr>
            <a:spLocks noGrp="1"/>
          </p:cNvSpPr>
          <p:nvPr>
            <p:ph type="title"/>
          </p:nvPr>
        </p:nvSpPr>
        <p:spPr/>
        <p:txBody>
          <a:bodyPr/>
          <a:lstStyle/>
          <a:p>
            <a:r>
              <a:rPr lang="en-GB" b="1" dirty="0"/>
              <a:t>How non-linear </a:t>
            </a:r>
            <a:r>
              <a:rPr lang="en-GB" b="1" dirty="0" err="1"/>
              <a:t>svm</a:t>
            </a:r>
            <a:r>
              <a:rPr lang="en-GB" b="1" dirty="0"/>
              <a:t> works</a:t>
            </a:r>
            <a:endParaRPr lang="en-US" dirty="0"/>
          </a:p>
        </p:txBody>
      </p:sp>
      <p:sp>
        <p:nvSpPr>
          <p:cNvPr id="3" name="Content Placeholder 2">
            <a:extLst>
              <a:ext uri="{FF2B5EF4-FFF2-40B4-BE49-F238E27FC236}">
                <a16:creationId xmlns:a16="http://schemas.microsoft.com/office/drawing/2014/main" id="{83D7234F-52B9-F401-D0C7-66E0E8164C0D}"/>
              </a:ext>
            </a:extLst>
          </p:cNvPr>
          <p:cNvSpPr>
            <a:spLocks noGrp="1"/>
          </p:cNvSpPr>
          <p:nvPr>
            <p:ph idx="1"/>
          </p:nvPr>
        </p:nvSpPr>
        <p:spPr>
          <a:xfrm>
            <a:off x="429491" y="1939636"/>
            <a:ext cx="6927274" cy="4821382"/>
          </a:xfrm>
        </p:spPr>
        <p:txBody>
          <a:bodyPr/>
          <a:lstStyle/>
          <a:p>
            <a:pPr algn="just"/>
            <a:r>
              <a:rPr lang="en-GB" sz="2400" dirty="0">
                <a:solidFill>
                  <a:schemeClr val="tx1"/>
                </a:solidFill>
              </a:rPr>
              <a:t>Non-linear data, cannot be separated by a single straight line.</a:t>
            </a:r>
          </a:p>
          <a:p>
            <a:pPr algn="just"/>
            <a:r>
              <a:rPr lang="en-US" sz="2400" dirty="0">
                <a:solidFill>
                  <a:schemeClr val="tx1"/>
                </a:solidFill>
              </a:rPr>
              <a:t>Non-linear SVM classifies non-linear data by transforming to high dimensional space (2D to 3D or higher according to the problem)</a:t>
            </a:r>
          </a:p>
          <a:p>
            <a:pPr algn="just"/>
            <a:r>
              <a:rPr lang="en-US" sz="2400" dirty="0">
                <a:solidFill>
                  <a:schemeClr val="tx1"/>
                </a:solidFill>
              </a:rPr>
              <a:t>This transformation is performed by kernel functions.</a:t>
            </a:r>
          </a:p>
          <a:p>
            <a:pPr marL="0" indent="0">
              <a:buNone/>
            </a:pPr>
            <a:endParaRPr lang="en-US" dirty="0"/>
          </a:p>
        </p:txBody>
      </p:sp>
      <p:sp>
        <p:nvSpPr>
          <p:cNvPr id="4" name="Slide Number Placeholder 3">
            <a:extLst>
              <a:ext uri="{FF2B5EF4-FFF2-40B4-BE49-F238E27FC236}">
                <a16:creationId xmlns:a16="http://schemas.microsoft.com/office/drawing/2014/main" id="{31FC354D-E2C3-8A68-337B-EFE60F5814A1}"/>
              </a:ext>
            </a:extLst>
          </p:cNvPr>
          <p:cNvSpPr>
            <a:spLocks noGrp="1"/>
          </p:cNvSpPr>
          <p:nvPr>
            <p:ph type="sldNum" sz="quarter" idx="12"/>
          </p:nvPr>
        </p:nvSpPr>
        <p:spPr/>
        <p:txBody>
          <a:bodyPr/>
          <a:lstStyle/>
          <a:p>
            <a:fld id="{3A1E4380-C34E-448B-BAE9-81DA3796DC4F}" type="slidenum">
              <a:rPr lang="en-US" smtClean="0"/>
              <a:t>14</a:t>
            </a:fld>
            <a:endParaRPr lang="en-US"/>
          </a:p>
        </p:txBody>
      </p:sp>
      <p:pic>
        <p:nvPicPr>
          <p:cNvPr id="6" name="Picture 5">
            <a:extLst>
              <a:ext uri="{FF2B5EF4-FFF2-40B4-BE49-F238E27FC236}">
                <a16:creationId xmlns:a16="http://schemas.microsoft.com/office/drawing/2014/main" id="{A5566BA4-DE19-04EE-F0F3-C51AFCA99FF7}"/>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brightnessContrast contrast="-40000"/>
                    </a14:imgEffect>
                  </a14:imgLayer>
                </a14:imgProps>
              </a:ext>
            </a:extLst>
          </a:blip>
          <a:stretch>
            <a:fillRect/>
          </a:stretch>
        </p:blipFill>
        <p:spPr>
          <a:xfrm>
            <a:off x="8232383" y="1907552"/>
            <a:ext cx="2736760" cy="2285999"/>
          </a:xfrm>
          <a:prstGeom prst="rect">
            <a:avLst/>
          </a:prstGeom>
        </p:spPr>
      </p:pic>
      <p:pic>
        <p:nvPicPr>
          <p:cNvPr id="8" name="Picture 7">
            <a:extLst>
              <a:ext uri="{FF2B5EF4-FFF2-40B4-BE49-F238E27FC236}">
                <a16:creationId xmlns:a16="http://schemas.microsoft.com/office/drawing/2014/main" id="{17A0A883-9FEE-2E5F-B85C-97BE7260B2AB}"/>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Effect>
                      <a14:brightnessContrast contrast="-40000"/>
                    </a14:imgEffect>
                  </a14:imgLayer>
                </a14:imgProps>
              </a:ext>
            </a:extLst>
          </a:blip>
          <a:stretch>
            <a:fillRect/>
          </a:stretch>
        </p:blipFill>
        <p:spPr>
          <a:xfrm>
            <a:off x="7896597" y="4206677"/>
            <a:ext cx="3408331" cy="2618509"/>
          </a:xfrm>
          <a:prstGeom prst="rect">
            <a:avLst/>
          </a:prstGeom>
        </p:spPr>
      </p:pic>
    </p:spTree>
    <p:extLst>
      <p:ext uri="{BB962C8B-B14F-4D97-AF65-F5344CB8AC3E}">
        <p14:creationId xmlns:p14="http://schemas.microsoft.com/office/powerpoint/2010/main" val="38298011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8B73F-77AA-68F9-E74B-7BFE630454D8}"/>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553E287B-A3B3-3C62-0C00-CE09C93EDD2D}"/>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Lst>
          </a:blip>
          <a:stretch>
            <a:fillRect/>
          </a:stretch>
        </p:blipFill>
        <p:spPr>
          <a:xfrm>
            <a:off x="5092464" y="4213477"/>
            <a:ext cx="6918179" cy="2604654"/>
          </a:xfrm>
        </p:spPr>
      </p:pic>
      <p:sp>
        <p:nvSpPr>
          <p:cNvPr id="4" name="Slide Number Placeholder 3">
            <a:extLst>
              <a:ext uri="{FF2B5EF4-FFF2-40B4-BE49-F238E27FC236}">
                <a16:creationId xmlns:a16="http://schemas.microsoft.com/office/drawing/2014/main" id="{44F0CAEA-D5B0-A314-B861-A57DBB0D439F}"/>
              </a:ext>
            </a:extLst>
          </p:cNvPr>
          <p:cNvSpPr>
            <a:spLocks noGrp="1"/>
          </p:cNvSpPr>
          <p:nvPr>
            <p:ph type="sldNum" sz="quarter" idx="12"/>
          </p:nvPr>
        </p:nvSpPr>
        <p:spPr/>
        <p:txBody>
          <a:bodyPr/>
          <a:lstStyle/>
          <a:p>
            <a:fld id="{3A1E4380-C34E-448B-BAE9-81DA3796DC4F}" type="slidenum">
              <a:rPr lang="en-US" smtClean="0"/>
              <a:t>15</a:t>
            </a:fld>
            <a:endParaRPr lang="en-US"/>
          </a:p>
        </p:txBody>
      </p:sp>
      <p:pic>
        <p:nvPicPr>
          <p:cNvPr id="6" name="Picture 5">
            <a:extLst>
              <a:ext uri="{FF2B5EF4-FFF2-40B4-BE49-F238E27FC236}">
                <a16:creationId xmlns:a16="http://schemas.microsoft.com/office/drawing/2014/main" id="{A5D16BC8-0286-6483-9EC0-635973E512ED}"/>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tretch>
            <a:fillRect/>
          </a:stretch>
        </p:blipFill>
        <p:spPr>
          <a:xfrm>
            <a:off x="5270625" y="1808294"/>
            <a:ext cx="6918178" cy="2405183"/>
          </a:xfrm>
          <a:prstGeom prst="rect">
            <a:avLst/>
          </a:prstGeom>
        </p:spPr>
      </p:pic>
      <p:sp>
        <p:nvSpPr>
          <p:cNvPr id="10" name="TextBox 9">
            <a:extLst>
              <a:ext uri="{FF2B5EF4-FFF2-40B4-BE49-F238E27FC236}">
                <a16:creationId xmlns:a16="http://schemas.microsoft.com/office/drawing/2014/main" id="{8E58803D-C0D3-75F9-629F-FF7C33505AD0}"/>
              </a:ext>
            </a:extLst>
          </p:cNvPr>
          <p:cNvSpPr txBox="1"/>
          <p:nvPr/>
        </p:nvSpPr>
        <p:spPr>
          <a:xfrm>
            <a:off x="581192" y="2122712"/>
            <a:ext cx="6096000" cy="2612575"/>
          </a:xfrm>
          <a:prstGeom prst="rect">
            <a:avLst/>
          </a:prstGeom>
          <a:noFill/>
        </p:spPr>
        <p:txBody>
          <a:bodyPr wrap="square">
            <a:spAutoFit/>
          </a:bodyPr>
          <a:lstStyle/>
          <a:p>
            <a:r>
              <a:rPr lang="en-GB" sz="2400" b="1" dirty="0"/>
              <a:t>Kernel Function</a:t>
            </a:r>
          </a:p>
          <a:p>
            <a:pPr marL="342900" indent="-342900">
              <a:lnSpc>
                <a:spcPct val="150000"/>
              </a:lnSpc>
              <a:buFont typeface="Arial" panose="020B0604020202020204" pitchFamily="34" charset="0"/>
              <a:buChar char="•"/>
            </a:pPr>
            <a:r>
              <a:rPr lang="en-GB" sz="2400" dirty="0"/>
              <a:t>Linear (used for linear classification) </a:t>
            </a:r>
          </a:p>
          <a:p>
            <a:pPr marL="342900" indent="-342900">
              <a:lnSpc>
                <a:spcPct val="150000"/>
              </a:lnSpc>
              <a:buFont typeface="Arial" panose="020B0604020202020204" pitchFamily="34" charset="0"/>
              <a:buChar char="•"/>
            </a:pPr>
            <a:r>
              <a:rPr lang="en-GB" sz="2400" dirty="0"/>
              <a:t>Radial Basis Function (RBF)</a:t>
            </a:r>
          </a:p>
          <a:p>
            <a:pPr marL="342900" indent="-342900">
              <a:lnSpc>
                <a:spcPct val="150000"/>
              </a:lnSpc>
              <a:buFont typeface="Arial" panose="020B0604020202020204" pitchFamily="34" charset="0"/>
              <a:buChar char="•"/>
            </a:pPr>
            <a:r>
              <a:rPr lang="en-GB" sz="2400" dirty="0"/>
              <a:t>Sigmoid</a:t>
            </a:r>
          </a:p>
          <a:p>
            <a:pPr marL="342900" indent="-342900">
              <a:lnSpc>
                <a:spcPct val="150000"/>
              </a:lnSpc>
              <a:buFont typeface="Arial" panose="020B0604020202020204" pitchFamily="34" charset="0"/>
              <a:buChar char="•"/>
            </a:pPr>
            <a:r>
              <a:rPr lang="en-GB" sz="2400" dirty="0"/>
              <a:t>Polynomial</a:t>
            </a:r>
          </a:p>
        </p:txBody>
      </p:sp>
    </p:spTree>
    <p:extLst>
      <p:ext uri="{BB962C8B-B14F-4D97-AF65-F5344CB8AC3E}">
        <p14:creationId xmlns:p14="http://schemas.microsoft.com/office/powerpoint/2010/main" val="13725573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F10A8-9932-3A1D-1C34-E440B5FCA517}"/>
              </a:ext>
            </a:extLst>
          </p:cNvPr>
          <p:cNvSpPr>
            <a:spLocks noGrp="1"/>
          </p:cNvSpPr>
          <p:nvPr>
            <p:ph type="title"/>
          </p:nvPr>
        </p:nvSpPr>
        <p:spPr/>
        <p:txBody>
          <a:bodyPr/>
          <a:lstStyle/>
          <a:p>
            <a:r>
              <a:rPr lang="en-GB" dirty="0"/>
              <a:t>hyperparameters</a:t>
            </a:r>
            <a:endParaRPr lang="en-US" dirty="0"/>
          </a:p>
        </p:txBody>
      </p:sp>
      <p:sp>
        <p:nvSpPr>
          <p:cNvPr id="3" name="Content Placeholder 2">
            <a:extLst>
              <a:ext uri="{FF2B5EF4-FFF2-40B4-BE49-F238E27FC236}">
                <a16:creationId xmlns:a16="http://schemas.microsoft.com/office/drawing/2014/main" id="{376BDCD1-D30B-C949-EA39-84F24BA1BE82}"/>
              </a:ext>
            </a:extLst>
          </p:cNvPr>
          <p:cNvSpPr>
            <a:spLocks noGrp="1"/>
          </p:cNvSpPr>
          <p:nvPr>
            <p:ph idx="1"/>
          </p:nvPr>
        </p:nvSpPr>
        <p:spPr>
          <a:xfrm>
            <a:off x="443346" y="1715955"/>
            <a:ext cx="11029616" cy="5280589"/>
          </a:xfrm>
        </p:spPr>
        <p:txBody>
          <a:bodyPr>
            <a:noAutofit/>
          </a:bodyPr>
          <a:lstStyle/>
          <a:p>
            <a:pPr algn="just"/>
            <a:r>
              <a:rPr lang="en-GB" sz="2000" dirty="0">
                <a:solidFill>
                  <a:schemeClr val="tx1"/>
                </a:solidFill>
              </a:rPr>
              <a:t>Parameters that are not learned from the data but are set before training an SVM model.</a:t>
            </a:r>
          </a:p>
          <a:p>
            <a:pPr algn="just"/>
            <a:r>
              <a:rPr lang="en-GB" sz="2000" dirty="0">
                <a:solidFill>
                  <a:schemeClr val="tx1"/>
                </a:solidFill>
              </a:rPr>
              <a:t>They control the </a:t>
            </a:r>
            <a:r>
              <a:rPr lang="en-GB" sz="2000" dirty="0" err="1">
                <a:solidFill>
                  <a:schemeClr val="tx1"/>
                </a:solidFill>
              </a:rPr>
              <a:t>behavior</a:t>
            </a:r>
            <a:r>
              <a:rPr lang="en-GB" sz="2000" dirty="0">
                <a:solidFill>
                  <a:schemeClr val="tx1"/>
                </a:solidFill>
              </a:rPr>
              <a:t> of the model and can significantly impact its performance.</a:t>
            </a:r>
          </a:p>
          <a:p>
            <a:pPr algn="just"/>
            <a:r>
              <a:rPr lang="en-GB" sz="2000" dirty="0">
                <a:solidFill>
                  <a:schemeClr val="tx1"/>
                </a:solidFill>
              </a:rPr>
              <a:t>SVM hyperparameters are: (1) Kernel Function (2) Regularization (c) and (3) Gamma </a:t>
            </a:r>
            <a:r>
              <a:rPr lang="el-GR" sz="2000" dirty="0">
                <a:solidFill>
                  <a:schemeClr val="tx1"/>
                </a:solidFill>
              </a:rPr>
              <a:t>(γ)</a:t>
            </a:r>
            <a:r>
              <a:rPr lang="en-GB" sz="2000" dirty="0">
                <a:solidFill>
                  <a:schemeClr val="tx1"/>
                </a:solidFill>
              </a:rPr>
              <a:t>.</a:t>
            </a:r>
          </a:p>
          <a:p>
            <a:pPr marL="0" indent="0" algn="just">
              <a:buNone/>
            </a:pPr>
            <a:r>
              <a:rPr lang="en-GB" sz="2000" dirty="0">
                <a:solidFill>
                  <a:schemeClr val="tx1"/>
                </a:solidFill>
              </a:rPr>
              <a:t> </a:t>
            </a:r>
            <a:r>
              <a:rPr lang="en-GB" sz="2000" b="1" dirty="0">
                <a:solidFill>
                  <a:schemeClr val="tx1"/>
                </a:solidFill>
              </a:rPr>
              <a:t>(1) Kernel Function</a:t>
            </a:r>
          </a:p>
          <a:p>
            <a:pPr algn="just"/>
            <a:r>
              <a:rPr lang="en-GB" sz="2000" dirty="0">
                <a:solidFill>
                  <a:schemeClr val="tx1"/>
                </a:solidFill>
              </a:rPr>
              <a:t>Transform the data to higher dimensional space</a:t>
            </a:r>
          </a:p>
          <a:p>
            <a:pPr marL="0" indent="0" algn="just">
              <a:buNone/>
            </a:pPr>
            <a:r>
              <a:rPr lang="en-GB" sz="2000" b="1" dirty="0">
                <a:solidFill>
                  <a:schemeClr val="tx1"/>
                </a:solidFill>
              </a:rPr>
              <a:t>(2) Regularization (C)</a:t>
            </a:r>
          </a:p>
          <a:p>
            <a:pPr algn="just"/>
            <a:r>
              <a:rPr lang="en-GB" sz="2000" dirty="0">
                <a:solidFill>
                  <a:schemeClr val="tx1"/>
                </a:solidFill>
              </a:rPr>
              <a:t>A small C allows the margin to be wider, even if it means more misclassified points, whereas a large C aims to classify all training points correctly but risks overfitting</a:t>
            </a:r>
          </a:p>
          <a:p>
            <a:pPr marL="0" indent="0" algn="just">
              <a:buNone/>
            </a:pPr>
            <a:r>
              <a:rPr lang="en-GB" sz="2000" b="1" dirty="0">
                <a:solidFill>
                  <a:schemeClr val="tx1"/>
                </a:solidFill>
              </a:rPr>
              <a:t>(3) Gamma </a:t>
            </a:r>
            <a:r>
              <a:rPr lang="el-GR" sz="2000" b="1" dirty="0">
                <a:solidFill>
                  <a:schemeClr val="tx1"/>
                </a:solidFill>
              </a:rPr>
              <a:t>(γ)</a:t>
            </a:r>
            <a:endParaRPr lang="en-GB" sz="2000" b="1" dirty="0">
              <a:solidFill>
                <a:schemeClr val="tx1"/>
              </a:solidFill>
            </a:endParaRPr>
          </a:p>
          <a:p>
            <a:pPr algn="just"/>
            <a:r>
              <a:rPr lang="en-GB" sz="2000" dirty="0">
                <a:solidFill>
                  <a:schemeClr val="tx1"/>
                </a:solidFill>
              </a:rPr>
              <a:t>A small gamma means the model has a large influence area, making the decision boundary smoother, while a large gamma means the model will be more sensitive to individual data points, potentially leading to overfitting.</a:t>
            </a:r>
            <a:endParaRPr lang="en-US" sz="2000" dirty="0">
              <a:solidFill>
                <a:schemeClr val="tx1"/>
              </a:solidFill>
            </a:endParaRPr>
          </a:p>
        </p:txBody>
      </p:sp>
      <p:sp>
        <p:nvSpPr>
          <p:cNvPr id="4" name="Slide Number Placeholder 3">
            <a:extLst>
              <a:ext uri="{FF2B5EF4-FFF2-40B4-BE49-F238E27FC236}">
                <a16:creationId xmlns:a16="http://schemas.microsoft.com/office/drawing/2014/main" id="{FF07F5CE-85A0-6B40-0A6A-C1F13F1477F3}"/>
              </a:ext>
            </a:extLst>
          </p:cNvPr>
          <p:cNvSpPr>
            <a:spLocks noGrp="1"/>
          </p:cNvSpPr>
          <p:nvPr>
            <p:ph type="sldNum" sz="quarter" idx="12"/>
          </p:nvPr>
        </p:nvSpPr>
        <p:spPr/>
        <p:txBody>
          <a:bodyPr/>
          <a:lstStyle/>
          <a:p>
            <a:fld id="{3A1E4380-C34E-448B-BAE9-81DA3796DC4F}" type="slidenum">
              <a:rPr lang="en-US" smtClean="0"/>
              <a:t>16</a:t>
            </a:fld>
            <a:endParaRPr lang="en-US"/>
          </a:p>
        </p:txBody>
      </p:sp>
    </p:spTree>
    <p:extLst>
      <p:ext uri="{BB962C8B-B14F-4D97-AF65-F5344CB8AC3E}">
        <p14:creationId xmlns:p14="http://schemas.microsoft.com/office/powerpoint/2010/main" val="2308694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425B-37F1-1CFF-8D8B-72FCEDCECD0A}"/>
              </a:ext>
            </a:extLst>
          </p:cNvPr>
          <p:cNvSpPr>
            <a:spLocks noGrp="1"/>
          </p:cNvSpPr>
          <p:nvPr>
            <p:ph type="title"/>
          </p:nvPr>
        </p:nvSpPr>
        <p:spPr/>
        <p:txBody>
          <a:bodyPr/>
          <a:lstStyle/>
          <a:p>
            <a:endParaRPr lang="en-US" b="1" dirty="0"/>
          </a:p>
        </p:txBody>
      </p:sp>
      <p:sp>
        <p:nvSpPr>
          <p:cNvPr id="3" name="Content Placeholder 2">
            <a:extLst>
              <a:ext uri="{FF2B5EF4-FFF2-40B4-BE49-F238E27FC236}">
                <a16:creationId xmlns:a16="http://schemas.microsoft.com/office/drawing/2014/main" id="{995EC40D-9C7B-DE36-1EEF-F1E03A33724A}"/>
              </a:ext>
            </a:extLst>
          </p:cNvPr>
          <p:cNvSpPr>
            <a:spLocks noGrp="1"/>
          </p:cNvSpPr>
          <p:nvPr>
            <p:ph idx="1"/>
          </p:nvPr>
        </p:nvSpPr>
        <p:spPr>
          <a:xfrm>
            <a:off x="581192" y="1870364"/>
            <a:ext cx="10156082" cy="4752109"/>
          </a:xfrm>
        </p:spPr>
        <p:txBody>
          <a:bodyPr>
            <a:normAutofit fontScale="70000" lnSpcReduction="20000"/>
          </a:bodyPr>
          <a:lstStyle/>
          <a:p>
            <a:pPr marL="0" indent="0" algn="just">
              <a:buNone/>
            </a:pPr>
            <a:r>
              <a:rPr lang="en-US" sz="2400" b="1" dirty="0">
                <a:solidFill>
                  <a:schemeClr val="tx1"/>
                </a:solidFill>
              </a:rPr>
              <a:t>Choosing the Right Hyperparameters</a:t>
            </a:r>
            <a:endParaRPr lang="en-GB" sz="2400" dirty="0">
              <a:solidFill>
                <a:schemeClr val="tx1"/>
              </a:solidFill>
            </a:endParaRPr>
          </a:p>
          <a:p>
            <a:pPr algn="just"/>
            <a:r>
              <a:rPr lang="en-GB" sz="2200" dirty="0">
                <a:solidFill>
                  <a:schemeClr val="tx1"/>
                </a:solidFill>
              </a:rPr>
              <a:t>The optimal hyperparameters for an SVM model depend on the </a:t>
            </a:r>
            <a:r>
              <a:rPr lang="en-GB" sz="2200" b="1" dirty="0">
                <a:solidFill>
                  <a:schemeClr val="tx1"/>
                </a:solidFill>
              </a:rPr>
              <a:t>specific dataset </a:t>
            </a:r>
            <a:r>
              <a:rPr lang="en-GB" sz="2200" dirty="0">
                <a:solidFill>
                  <a:schemeClr val="tx1"/>
                </a:solidFill>
              </a:rPr>
              <a:t>and </a:t>
            </a:r>
            <a:r>
              <a:rPr lang="en-GB" sz="2200" b="1" dirty="0">
                <a:solidFill>
                  <a:schemeClr val="tx1"/>
                </a:solidFill>
              </a:rPr>
              <a:t>problem</a:t>
            </a:r>
          </a:p>
          <a:p>
            <a:pPr algn="just"/>
            <a:r>
              <a:rPr lang="en-GB" sz="2200" dirty="0">
                <a:solidFill>
                  <a:schemeClr val="tx1"/>
                </a:solidFill>
              </a:rPr>
              <a:t>Common techniques for selecting hyperparameters include:</a:t>
            </a:r>
          </a:p>
          <a:p>
            <a:pPr algn="just"/>
            <a:r>
              <a:rPr lang="en-GB" sz="2200" b="1" dirty="0">
                <a:solidFill>
                  <a:schemeClr val="tx1"/>
                </a:solidFill>
              </a:rPr>
              <a:t>Grid Search:</a:t>
            </a:r>
            <a:r>
              <a:rPr lang="en-GB" sz="2200" dirty="0">
                <a:solidFill>
                  <a:schemeClr val="tx1"/>
                </a:solidFill>
              </a:rPr>
              <a:t> Manually specifying a grid of hyperparameter values and evaluating the model's performance for each combination.</a:t>
            </a:r>
          </a:p>
          <a:p>
            <a:pPr algn="just"/>
            <a:r>
              <a:rPr lang="en-GB" sz="2200" b="1" dirty="0">
                <a:solidFill>
                  <a:schemeClr val="tx1"/>
                </a:solidFill>
              </a:rPr>
              <a:t>Random Search:</a:t>
            </a:r>
            <a:r>
              <a:rPr lang="en-GB" sz="2200" dirty="0">
                <a:solidFill>
                  <a:schemeClr val="tx1"/>
                </a:solidFill>
              </a:rPr>
              <a:t> Randomly sampling hyperparameter values and evaluating the model's performance.</a:t>
            </a:r>
          </a:p>
          <a:p>
            <a:pPr marL="0" indent="0" algn="just">
              <a:buNone/>
            </a:pPr>
            <a:endParaRPr lang="en-GB" sz="900" dirty="0">
              <a:solidFill>
                <a:schemeClr val="tx1"/>
              </a:solidFill>
            </a:endParaRPr>
          </a:p>
          <a:p>
            <a:pPr marL="0" indent="0" algn="just">
              <a:buNone/>
            </a:pPr>
            <a:r>
              <a:rPr lang="en-GB" sz="2200" b="1" dirty="0">
                <a:solidFill>
                  <a:schemeClr val="tx1"/>
                </a:solidFill>
              </a:rPr>
              <a:t>Common problems during model training</a:t>
            </a:r>
          </a:p>
          <a:p>
            <a:pPr marL="0" indent="0" algn="just">
              <a:buNone/>
            </a:pPr>
            <a:r>
              <a:rPr lang="en-GB" sz="2200" b="1" dirty="0">
                <a:solidFill>
                  <a:schemeClr val="tx1"/>
                </a:solidFill>
              </a:rPr>
              <a:t>Overfitting </a:t>
            </a:r>
          </a:p>
          <a:p>
            <a:pPr algn="just"/>
            <a:r>
              <a:rPr lang="en-GB" sz="2200" dirty="0">
                <a:solidFill>
                  <a:schemeClr val="tx1"/>
                </a:solidFill>
              </a:rPr>
              <a:t>Occurs when a model is too complex and fits the training data </a:t>
            </a:r>
            <a:r>
              <a:rPr lang="en-GB" sz="2200" b="1" dirty="0">
                <a:solidFill>
                  <a:schemeClr val="tx1"/>
                </a:solidFill>
              </a:rPr>
              <a:t>too closely</a:t>
            </a:r>
          </a:p>
          <a:p>
            <a:pPr algn="just"/>
            <a:r>
              <a:rPr lang="en-GB" sz="2200" dirty="0">
                <a:solidFill>
                  <a:schemeClr val="tx1"/>
                </a:solidFill>
              </a:rPr>
              <a:t>Capturing not just the underlying pattern but also the </a:t>
            </a:r>
            <a:r>
              <a:rPr lang="en-GB" sz="2200" b="1" dirty="0">
                <a:solidFill>
                  <a:schemeClr val="tx1"/>
                </a:solidFill>
              </a:rPr>
              <a:t>noise</a:t>
            </a:r>
            <a:r>
              <a:rPr lang="en-GB" sz="2200" dirty="0">
                <a:solidFill>
                  <a:schemeClr val="tx1"/>
                </a:solidFill>
              </a:rPr>
              <a:t> </a:t>
            </a:r>
            <a:endParaRPr lang="en-GB" sz="2200" b="1" dirty="0">
              <a:solidFill>
                <a:schemeClr val="tx1"/>
              </a:solidFill>
            </a:endParaRPr>
          </a:p>
          <a:p>
            <a:pPr algn="just"/>
            <a:r>
              <a:rPr lang="en-GB" sz="2200" dirty="0">
                <a:solidFill>
                  <a:schemeClr val="tx1"/>
                </a:solidFill>
              </a:rPr>
              <a:t>The model performs well on the training data but fails to generalize to new, unseen/testing data</a:t>
            </a:r>
            <a:r>
              <a:rPr lang="en-GB" sz="2200" b="1" dirty="0">
                <a:solidFill>
                  <a:schemeClr val="tx1"/>
                </a:solidFill>
              </a:rPr>
              <a:t> </a:t>
            </a:r>
          </a:p>
          <a:p>
            <a:pPr marL="0" indent="0" algn="just">
              <a:buNone/>
            </a:pPr>
            <a:r>
              <a:rPr lang="en-GB" sz="2200" b="1" dirty="0">
                <a:solidFill>
                  <a:schemeClr val="tx1"/>
                </a:solidFill>
              </a:rPr>
              <a:t>Underfitting</a:t>
            </a:r>
          </a:p>
          <a:p>
            <a:pPr algn="just"/>
            <a:r>
              <a:rPr lang="en-GB" sz="2100" dirty="0">
                <a:solidFill>
                  <a:schemeClr val="tx1"/>
                </a:solidFill>
              </a:rPr>
              <a:t>Occurs when a model is </a:t>
            </a:r>
            <a:r>
              <a:rPr lang="en-GB" sz="2100" b="1" dirty="0">
                <a:solidFill>
                  <a:schemeClr val="tx1"/>
                </a:solidFill>
              </a:rPr>
              <a:t>too simple </a:t>
            </a:r>
            <a:r>
              <a:rPr lang="en-GB" sz="2100" dirty="0">
                <a:solidFill>
                  <a:schemeClr val="tx1"/>
                </a:solidFill>
              </a:rPr>
              <a:t>and cannot capture the underlying patterns in the data.</a:t>
            </a:r>
          </a:p>
          <a:p>
            <a:pPr algn="just"/>
            <a:r>
              <a:rPr lang="en-GB" sz="2100" dirty="0">
                <a:solidFill>
                  <a:schemeClr val="tx1"/>
                </a:solidFill>
              </a:rPr>
              <a:t>It performs poorly on both the training data and new data because it has not learned the relationship well enough.</a:t>
            </a:r>
            <a:endParaRPr lang="en-US" sz="2100" dirty="0">
              <a:solidFill>
                <a:schemeClr val="tx1"/>
              </a:solidFill>
            </a:endParaRPr>
          </a:p>
        </p:txBody>
      </p:sp>
    </p:spTree>
    <p:extLst>
      <p:ext uri="{BB962C8B-B14F-4D97-AF65-F5344CB8AC3E}">
        <p14:creationId xmlns:p14="http://schemas.microsoft.com/office/powerpoint/2010/main" val="24477072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51733-2FAF-B1BD-FDAC-02982DAF4326}"/>
              </a:ext>
            </a:extLst>
          </p:cNvPr>
          <p:cNvSpPr>
            <a:spLocks noGrp="1"/>
          </p:cNvSpPr>
          <p:nvPr>
            <p:ph type="title"/>
          </p:nvPr>
        </p:nvSpPr>
        <p:spPr/>
        <p:txBody>
          <a:bodyPr/>
          <a:lstStyle/>
          <a:p>
            <a:r>
              <a:rPr lang="en-GB" dirty="0"/>
              <a:t>Pros and Cons of SVM</a:t>
            </a:r>
            <a:endParaRPr lang="en-US" dirty="0"/>
          </a:p>
        </p:txBody>
      </p:sp>
      <p:sp>
        <p:nvSpPr>
          <p:cNvPr id="3" name="Content Placeholder 2">
            <a:extLst>
              <a:ext uri="{FF2B5EF4-FFF2-40B4-BE49-F238E27FC236}">
                <a16:creationId xmlns:a16="http://schemas.microsoft.com/office/drawing/2014/main" id="{A9CBE951-172A-D1EC-DE6D-341AF3B04329}"/>
              </a:ext>
            </a:extLst>
          </p:cNvPr>
          <p:cNvSpPr>
            <a:spLocks noGrp="1"/>
          </p:cNvSpPr>
          <p:nvPr>
            <p:ph idx="1"/>
          </p:nvPr>
        </p:nvSpPr>
        <p:spPr>
          <a:xfrm>
            <a:off x="387927" y="1715956"/>
            <a:ext cx="11568546" cy="4989644"/>
          </a:xfrm>
        </p:spPr>
        <p:txBody>
          <a:bodyPr>
            <a:normAutofit/>
          </a:bodyPr>
          <a:lstStyle/>
          <a:p>
            <a:pPr algn="just"/>
            <a:r>
              <a:rPr lang="en-GB" b="1" dirty="0">
                <a:solidFill>
                  <a:schemeClr val="tx1"/>
                </a:solidFill>
              </a:rPr>
              <a:t>Pros:</a:t>
            </a:r>
            <a:endParaRPr lang="en-GB" dirty="0">
              <a:solidFill>
                <a:schemeClr val="tx1"/>
              </a:solidFill>
            </a:endParaRPr>
          </a:p>
          <a:p>
            <a:pPr algn="just">
              <a:buFont typeface="Arial" panose="020B0604020202020204" pitchFamily="34" charset="0"/>
              <a:buChar char="•"/>
            </a:pPr>
            <a:r>
              <a:rPr lang="en-GB" b="1" dirty="0">
                <a:solidFill>
                  <a:schemeClr val="tx1"/>
                </a:solidFill>
              </a:rPr>
              <a:t>Effective for both linear and non-linear classification:</a:t>
            </a:r>
            <a:r>
              <a:rPr lang="en-GB" dirty="0">
                <a:solidFill>
                  <a:schemeClr val="tx1"/>
                </a:solidFill>
              </a:rPr>
              <a:t> SVM can handle both linearly separable and non-linearly separable data using kernel functions.</a:t>
            </a:r>
          </a:p>
          <a:p>
            <a:pPr algn="just">
              <a:buFont typeface="Arial" panose="020B0604020202020204" pitchFamily="34" charset="0"/>
              <a:buChar char="•"/>
            </a:pPr>
            <a:r>
              <a:rPr lang="en-GB" b="1" dirty="0">
                <a:solidFill>
                  <a:schemeClr val="tx1"/>
                </a:solidFill>
              </a:rPr>
              <a:t>Works well with high-dimensional data:</a:t>
            </a:r>
            <a:r>
              <a:rPr lang="en-GB" dirty="0">
                <a:solidFill>
                  <a:schemeClr val="tx1"/>
                </a:solidFill>
              </a:rPr>
              <a:t> SVM can effectively handle data with many features.</a:t>
            </a:r>
          </a:p>
          <a:p>
            <a:pPr algn="just">
              <a:buFont typeface="Arial" panose="020B0604020202020204" pitchFamily="34" charset="0"/>
              <a:buChar char="•"/>
            </a:pPr>
            <a:r>
              <a:rPr lang="en-GB" b="1" dirty="0">
                <a:solidFill>
                  <a:schemeClr val="tx1"/>
                </a:solidFill>
              </a:rPr>
              <a:t>Can handle both binary and multi-class classification:</a:t>
            </a:r>
            <a:r>
              <a:rPr lang="en-GB" dirty="0">
                <a:solidFill>
                  <a:schemeClr val="tx1"/>
                </a:solidFill>
              </a:rPr>
              <a:t> SVM can be extended to handle multi-class classification problems.</a:t>
            </a:r>
          </a:p>
          <a:p>
            <a:pPr algn="just"/>
            <a:r>
              <a:rPr lang="en-GB" b="1" dirty="0">
                <a:solidFill>
                  <a:schemeClr val="tx1"/>
                </a:solidFill>
              </a:rPr>
              <a:t>Cons:</a:t>
            </a:r>
            <a:endParaRPr lang="en-GB" dirty="0">
              <a:solidFill>
                <a:schemeClr val="tx1"/>
              </a:solidFill>
            </a:endParaRPr>
          </a:p>
          <a:p>
            <a:pPr algn="just">
              <a:buFont typeface="Arial" panose="020B0604020202020204" pitchFamily="34" charset="0"/>
              <a:buChar char="•"/>
            </a:pPr>
            <a:r>
              <a:rPr lang="en-GB" b="1" dirty="0">
                <a:solidFill>
                  <a:schemeClr val="tx1"/>
                </a:solidFill>
              </a:rPr>
              <a:t>Computationally expensive:</a:t>
            </a:r>
            <a:r>
              <a:rPr lang="en-GB" dirty="0">
                <a:solidFill>
                  <a:schemeClr val="tx1"/>
                </a:solidFill>
              </a:rPr>
              <a:t> SVM can be computationally expensive for large datasets, especially when using kernel functions.</a:t>
            </a:r>
          </a:p>
          <a:p>
            <a:pPr algn="just">
              <a:buFont typeface="Arial" panose="020B0604020202020204" pitchFamily="34" charset="0"/>
              <a:buChar char="•"/>
            </a:pPr>
            <a:r>
              <a:rPr lang="en-GB" b="1" dirty="0">
                <a:solidFill>
                  <a:schemeClr val="tx1"/>
                </a:solidFill>
              </a:rPr>
              <a:t>Choosing the right kernel function:</a:t>
            </a:r>
            <a:r>
              <a:rPr lang="en-GB" dirty="0">
                <a:solidFill>
                  <a:schemeClr val="tx1"/>
                </a:solidFill>
              </a:rPr>
              <a:t> Selecting the appropriate kernel function can be challenging and requires domain knowledge or experimentation.</a:t>
            </a:r>
          </a:p>
          <a:p>
            <a:pPr algn="just">
              <a:buFont typeface="Arial" panose="020B0604020202020204" pitchFamily="34" charset="0"/>
              <a:buChar char="•"/>
            </a:pPr>
            <a:r>
              <a:rPr lang="en-GB" b="1" dirty="0">
                <a:solidFill>
                  <a:schemeClr val="tx1"/>
                </a:solidFill>
              </a:rPr>
              <a:t>Sensitive to the scale of features:</a:t>
            </a:r>
            <a:r>
              <a:rPr lang="en-GB" dirty="0">
                <a:solidFill>
                  <a:schemeClr val="tx1"/>
                </a:solidFill>
              </a:rPr>
              <a:t> The performance of SVM can be affected by the scale of the features. Normalization or standardization can help mitigate this issue.</a:t>
            </a:r>
          </a:p>
        </p:txBody>
      </p:sp>
    </p:spTree>
    <p:extLst>
      <p:ext uri="{BB962C8B-B14F-4D97-AF65-F5344CB8AC3E}">
        <p14:creationId xmlns:p14="http://schemas.microsoft.com/office/powerpoint/2010/main" val="1211894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White puzzle with one red piece">
            <a:extLst>
              <a:ext uri="{FF2B5EF4-FFF2-40B4-BE49-F238E27FC236}">
                <a16:creationId xmlns:a16="http://schemas.microsoft.com/office/drawing/2014/main" id="{4FF56433-FA0E-40EB-8EAB-4E240B627B48}"/>
              </a:ext>
            </a:extLst>
          </p:cNvPr>
          <p:cNvPicPr>
            <a:picLocks noChangeAspect="1"/>
          </p:cNvPicPr>
          <p:nvPr/>
        </p:nvPicPr>
        <p:blipFill rotWithShape="1">
          <a:blip r:embed="rId2"/>
          <a:srcRect l="4041" t="9091" r="5050"/>
          <a:stretch>
            <a:fillRect/>
          </a:stretch>
        </p:blipFill>
        <p:spPr>
          <a:xfrm>
            <a:off x="20" y="10"/>
            <a:ext cx="12191981" cy="6857990"/>
          </a:xfrm>
          <a:prstGeom prst="rect">
            <a:avLst/>
          </a:prstGeom>
        </p:spPr>
      </p:pic>
      <p:grpSp>
        <p:nvGrpSpPr>
          <p:cNvPr id="41" name="Group 40">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42" name="Rectangle 41">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F6321E"/>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3" name="Rectangle 42">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F6321E"/>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4" name="Rectangle 43">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rgbClr val="F6321E"/>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pSp>
      <p:sp>
        <p:nvSpPr>
          <p:cNvPr id="46" name="Rectangle 45">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4" name="Title 3">
            <a:extLst>
              <a:ext uri="{FF2B5EF4-FFF2-40B4-BE49-F238E27FC236}">
                <a16:creationId xmlns:a16="http://schemas.microsoft.com/office/drawing/2014/main" id="{16BBFF2B-40BB-4340-8F0F-6FFDB89B3635}"/>
              </a:ext>
            </a:extLst>
          </p:cNvPr>
          <p:cNvSpPr>
            <a:spLocks noGrp="1"/>
          </p:cNvSpPr>
          <p:nvPr>
            <p:ph type="ctrTitle"/>
          </p:nvPr>
        </p:nvSpPr>
        <p:spPr>
          <a:xfrm>
            <a:off x="581191" y="4572000"/>
            <a:ext cx="10993549" cy="895244"/>
          </a:xfrm>
        </p:spPr>
        <p:txBody>
          <a:bodyPr>
            <a:normAutofit/>
          </a:bodyPr>
          <a:lstStyle/>
          <a:p>
            <a:r>
              <a:rPr lang="en-US" sz="4000">
                <a:solidFill>
                  <a:schemeClr val="bg1"/>
                </a:solidFill>
              </a:rPr>
              <a:t>SVR implementation in python</a:t>
            </a:r>
            <a:endParaRPr lang="en-PK" sz="4000">
              <a:solidFill>
                <a:schemeClr val="bg1"/>
              </a:solidFill>
            </a:endParaRPr>
          </a:p>
        </p:txBody>
      </p:sp>
    </p:spTree>
    <p:extLst>
      <p:ext uri="{BB962C8B-B14F-4D97-AF65-F5344CB8AC3E}">
        <p14:creationId xmlns:p14="http://schemas.microsoft.com/office/powerpoint/2010/main" val="2745656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4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B28C1-5BCB-490C-B67A-260B09AE24AA}"/>
              </a:ext>
            </a:extLst>
          </p:cNvPr>
          <p:cNvSpPr>
            <a:spLocks noGrp="1"/>
          </p:cNvSpPr>
          <p:nvPr>
            <p:ph type="title"/>
          </p:nvPr>
        </p:nvSpPr>
        <p:spPr>
          <a:xfrm>
            <a:off x="581190" y="340825"/>
            <a:ext cx="11029616" cy="1013800"/>
          </a:xfrm>
        </p:spPr>
        <p:txBody>
          <a:bodyPr>
            <a:normAutofit/>
          </a:bodyPr>
          <a:lstStyle/>
          <a:p>
            <a:r>
              <a:rPr lang="en-US"/>
              <a:t>Problem at hand</a:t>
            </a:r>
            <a:endParaRPr lang="en-PK"/>
          </a:p>
        </p:txBody>
      </p:sp>
      <p:sp>
        <p:nvSpPr>
          <p:cNvPr id="10" name="Rectangle 9">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4B91C50F-C54C-47F7-8209-69D09936CD1E}"/>
              </a:ext>
            </a:extLst>
          </p:cNvPr>
          <p:cNvPicPr>
            <a:picLocks noChangeAspect="1"/>
          </p:cNvPicPr>
          <p:nvPr/>
        </p:nvPicPr>
        <p:blipFill rotWithShape="1">
          <a:blip r:embed="rId2"/>
          <a:srcRect l="2466" t="14064" r="75548" b="56164"/>
          <a:stretch/>
        </p:blipFill>
        <p:spPr>
          <a:xfrm>
            <a:off x="743044" y="2361056"/>
            <a:ext cx="4790886" cy="3649219"/>
          </a:xfrm>
          <a:prstGeom prst="rect">
            <a:avLst/>
          </a:prstGeom>
        </p:spPr>
      </p:pic>
      <p:sp>
        <p:nvSpPr>
          <p:cNvPr id="3" name="Content Placeholder 2">
            <a:extLst>
              <a:ext uri="{FF2B5EF4-FFF2-40B4-BE49-F238E27FC236}">
                <a16:creationId xmlns:a16="http://schemas.microsoft.com/office/drawing/2014/main" id="{F4E5FF7A-0ABD-4237-8114-E66D1CC819FC}"/>
              </a:ext>
            </a:extLst>
          </p:cNvPr>
          <p:cNvSpPr>
            <a:spLocks noGrp="1"/>
          </p:cNvSpPr>
          <p:nvPr>
            <p:ph idx="1"/>
          </p:nvPr>
        </p:nvSpPr>
        <p:spPr>
          <a:xfrm>
            <a:off x="6335805" y="2180496"/>
            <a:ext cx="5275001" cy="4045683"/>
          </a:xfrm>
        </p:spPr>
        <p:txBody>
          <a:bodyPr>
            <a:normAutofit/>
          </a:bodyPr>
          <a:lstStyle/>
          <a:p>
            <a:r>
              <a:rPr lang="en-US"/>
              <a:t>SVR model will be a little advanced as compared to the models we have already used </a:t>
            </a:r>
          </a:p>
          <a:p>
            <a:r>
              <a:rPr lang="en-US"/>
              <a:t>Feature scaling and inverse feature scaling will be used extensively</a:t>
            </a:r>
          </a:p>
          <a:p>
            <a:r>
              <a:rPr lang="en-US"/>
              <a:t>The old dataset ‘Position_Salaries.csv’ and old problem of salary will be used</a:t>
            </a:r>
            <a:endParaRPr lang="en-PK"/>
          </a:p>
        </p:txBody>
      </p:sp>
    </p:spTree>
    <p:extLst>
      <p:ext uri="{BB962C8B-B14F-4D97-AF65-F5344CB8AC3E}">
        <p14:creationId xmlns:p14="http://schemas.microsoft.com/office/powerpoint/2010/main" val="2991125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2CFD297-D1AB-4A9E-9DD2-20560FF8ED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BFF9B0B-559F-4DEB-BE09-8CB6C87BC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84446"/>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9" name="Rectangle 8">
            <a:extLst>
              <a:ext uri="{FF2B5EF4-FFF2-40B4-BE49-F238E27FC236}">
                <a16:creationId xmlns:a16="http://schemas.microsoft.com/office/drawing/2014/main" id="{D00653BB-8104-4496-BA4F-6D7299B5B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84446"/>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1" name="Rectangle 10">
            <a:extLst>
              <a:ext uri="{FF2B5EF4-FFF2-40B4-BE49-F238E27FC236}">
                <a16:creationId xmlns:a16="http://schemas.microsoft.com/office/drawing/2014/main" id="{2DDA8682-5D58-471F-ABF5-86935C442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80889"/>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3" name="Rectangle 12">
            <a:extLst>
              <a:ext uri="{FF2B5EF4-FFF2-40B4-BE49-F238E27FC236}">
                <a16:creationId xmlns:a16="http://schemas.microsoft.com/office/drawing/2014/main" id="{B9F686BF-39CA-4117-85DD-9C82FA1C8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0286" y="4757866"/>
            <a:ext cx="11309338" cy="165668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74FD1468-9EB9-4302-8A39-32F67188F6D1}"/>
              </a:ext>
            </a:extLst>
          </p:cNvPr>
          <p:cNvSpPr>
            <a:spLocks noGrp="1"/>
          </p:cNvSpPr>
          <p:nvPr>
            <p:ph type="title"/>
          </p:nvPr>
        </p:nvSpPr>
        <p:spPr>
          <a:xfrm>
            <a:off x="581192" y="4845617"/>
            <a:ext cx="11029616" cy="1013800"/>
          </a:xfrm>
        </p:spPr>
        <p:txBody>
          <a:bodyPr>
            <a:normAutofit/>
          </a:bodyPr>
          <a:lstStyle/>
          <a:p>
            <a:r>
              <a:rPr lang="en-US">
                <a:solidFill>
                  <a:srgbClr val="FFFEFF"/>
                </a:solidFill>
              </a:rPr>
              <a:t>Steps for python implementation</a:t>
            </a:r>
            <a:endParaRPr lang="en-PK">
              <a:solidFill>
                <a:srgbClr val="FFFEFF"/>
              </a:solidFill>
            </a:endParaRPr>
          </a:p>
        </p:txBody>
      </p:sp>
      <p:graphicFrame>
        <p:nvGraphicFramePr>
          <p:cNvPr id="5" name="Content Placeholder 2">
            <a:extLst>
              <a:ext uri="{FF2B5EF4-FFF2-40B4-BE49-F238E27FC236}">
                <a16:creationId xmlns:a16="http://schemas.microsoft.com/office/drawing/2014/main" id="{C8C102F0-F71D-4006-91B3-8CDBC23D1E79}"/>
              </a:ext>
            </a:extLst>
          </p:cNvPr>
          <p:cNvGraphicFramePr>
            <a:graphicFrameLocks noGrp="1"/>
          </p:cNvGraphicFramePr>
          <p:nvPr>
            <p:ph idx="1"/>
            <p:extLst>
              <p:ext uri="{D42A27DB-BD31-4B8C-83A1-F6EECF244321}">
                <p14:modId xmlns:p14="http://schemas.microsoft.com/office/powerpoint/2010/main" val="949459905"/>
              </p:ext>
            </p:extLst>
          </p:nvPr>
        </p:nvGraphicFramePr>
        <p:xfrm>
          <a:off x="301637" y="443451"/>
          <a:ext cx="11309338" cy="3963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28086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2C309-AEA7-4A7F-BED0-63B49A52E16F}"/>
              </a:ext>
            </a:extLst>
          </p:cNvPr>
          <p:cNvSpPr>
            <a:spLocks noGrp="1"/>
          </p:cNvSpPr>
          <p:nvPr>
            <p:ph type="title"/>
          </p:nvPr>
        </p:nvSpPr>
        <p:spPr>
          <a:xfrm>
            <a:off x="526073" y="489439"/>
            <a:ext cx="11139854" cy="930447"/>
          </a:xfrm>
        </p:spPr>
        <p:txBody>
          <a:bodyPr vert="horz" lIns="91440" tIns="45720" rIns="91440" bIns="45720" rtlCol="0" anchor="b">
            <a:normAutofit fontScale="90000"/>
          </a:bodyPr>
          <a:lstStyle/>
          <a:p>
            <a:pPr algn="ctr"/>
            <a:r>
              <a:rPr lang="en-US" sz="5400" kern="1200">
                <a:solidFill>
                  <a:schemeClr val="bg1"/>
                </a:solidFill>
                <a:latin typeface="+mj-lt"/>
                <a:ea typeface="+mj-ea"/>
                <a:cs typeface="+mj-cs"/>
              </a:rPr>
              <a:t>Importing the libraries and dataset</a:t>
            </a:r>
          </a:p>
        </p:txBody>
      </p:sp>
      <p:pic>
        <p:nvPicPr>
          <p:cNvPr id="5" name="Content Placeholder 4">
            <a:extLst>
              <a:ext uri="{FF2B5EF4-FFF2-40B4-BE49-F238E27FC236}">
                <a16:creationId xmlns:a16="http://schemas.microsoft.com/office/drawing/2014/main" id="{4468472F-E205-4949-A0EE-B0C7E983A601}"/>
              </a:ext>
            </a:extLst>
          </p:cNvPr>
          <p:cNvPicPr>
            <a:picLocks noGrp="1" noChangeAspect="1"/>
          </p:cNvPicPr>
          <p:nvPr>
            <p:ph idx="1"/>
          </p:nvPr>
        </p:nvPicPr>
        <p:blipFill>
          <a:blip r:embed="rId2"/>
          <a:stretch>
            <a:fillRect/>
          </a:stretch>
        </p:blipFill>
        <p:spPr>
          <a:xfrm>
            <a:off x="1280861" y="2427541"/>
            <a:ext cx="9575179" cy="3997637"/>
          </a:xfrm>
          <a:prstGeom prst="rect">
            <a:avLst/>
          </a:prstGeom>
        </p:spPr>
      </p:pic>
    </p:spTree>
    <p:extLst>
      <p:ext uri="{BB962C8B-B14F-4D97-AF65-F5344CB8AC3E}">
        <p14:creationId xmlns:p14="http://schemas.microsoft.com/office/powerpoint/2010/main" val="4186572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close-up of a network&#10;&#10;AI-generated content may be incorrect.">
            <a:extLst>
              <a:ext uri="{FF2B5EF4-FFF2-40B4-BE49-F238E27FC236}">
                <a16:creationId xmlns:a16="http://schemas.microsoft.com/office/drawing/2014/main" id="{FEFA1BB8-C915-43A7-8F8B-A0ABE90429C0}"/>
              </a:ext>
            </a:extLst>
          </p:cNvPr>
          <p:cNvPicPr>
            <a:picLocks noChangeAspect="1"/>
          </p:cNvPicPr>
          <p:nvPr/>
        </p:nvPicPr>
        <p:blipFill rotWithShape="1">
          <a:blip r:embed="rId2"/>
          <a:srcRect l="5578" r="2866" b="-1"/>
          <a:stretch/>
        </p:blipFill>
        <p:spPr>
          <a:xfrm>
            <a:off x="657225" y="2789949"/>
            <a:ext cx="4962525" cy="2791433"/>
          </a:xfrm>
          <a:prstGeom prst="rect">
            <a:avLst/>
          </a:prstGeom>
        </p:spPr>
      </p:pic>
      <p:graphicFrame>
        <p:nvGraphicFramePr>
          <p:cNvPr id="5" name="Content Placeholder 2">
            <a:extLst>
              <a:ext uri="{FF2B5EF4-FFF2-40B4-BE49-F238E27FC236}">
                <a16:creationId xmlns:a16="http://schemas.microsoft.com/office/drawing/2014/main" id="{E7CE9D01-4F6A-4C84-AD41-DC38C9758D96}"/>
              </a:ext>
            </a:extLst>
          </p:cNvPr>
          <p:cNvGraphicFramePr>
            <a:graphicFrameLocks noGrp="1"/>
          </p:cNvGraphicFramePr>
          <p:nvPr>
            <p:ph idx="1"/>
            <p:extLst>
              <p:ext uri="{D42A27DB-BD31-4B8C-83A1-F6EECF244321}">
                <p14:modId xmlns:p14="http://schemas.microsoft.com/office/powerpoint/2010/main" val="3849056888"/>
              </p:ext>
            </p:extLst>
          </p:nvPr>
        </p:nvGraphicFramePr>
        <p:xfrm>
          <a:off x="6335805" y="2180496"/>
          <a:ext cx="5275001" cy="40456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7971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95C6A-FE6A-4031-A88B-F4C431FDD242}"/>
              </a:ext>
            </a:extLst>
          </p:cNvPr>
          <p:cNvSpPr>
            <a:spLocks noGrp="1"/>
          </p:cNvSpPr>
          <p:nvPr>
            <p:ph type="title"/>
          </p:nvPr>
        </p:nvSpPr>
        <p:spPr/>
        <p:txBody>
          <a:bodyPr/>
          <a:lstStyle/>
          <a:p>
            <a:r>
              <a:rPr lang="en-US"/>
              <a:t>Feature scaling</a:t>
            </a:r>
            <a:endParaRPr lang="en-PK" dirty="0"/>
          </a:p>
        </p:txBody>
      </p:sp>
      <p:sp>
        <p:nvSpPr>
          <p:cNvPr id="3" name="Content Placeholder 2">
            <a:extLst>
              <a:ext uri="{FF2B5EF4-FFF2-40B4-BE49-F238E27FC236}">
                <a16:creationId xmlns:a16="http://schemas.microsoft.com/office/drawing/2014/main" id="{9D232360-4BDC-4A65-9A98-8ED000D42E9B}"/>
              </a:ext>
            </a:extLst>
          </p:cNvPr>
          <p:cNvSpPr>
            <a:spLocks noGrp="1"/>
          </p:cNvSpPr>
          <p:nvPr>
            <p:ph idx="1"/>
          </p:nvPr>
        </p:nvSpPr>
        <p:spPr/>
        <p:txBody>
          <a:bodyPr/>
          <a:lstStyle/>
          <a:p>
            <a:pPr marL="0" indent="0">
              <a:buNone/>
            </a:pPr>
            <a:endParaRPr lang="en-PK" dirty="0"/>
          </a:p>
        </p:txBody>
      </p:sp>
      <p:pic>
        <p:nvPicPr>
          <p:cNvPr id="5" name="Picture 4">
            <a:extLst>
              <a:ext uri="{FF2B5EF4-FFF2-40B4-BE49-F238E27FC236}">
                <a16:creationId xmlns:a16="http://schemas.microsoft.com/office/drawing/2014/main" id="{C6C319A0-E837-4DFC-9816-AC4708050374}"/>
              </a:ext>
            </a:extLst>
          </p:cNvPr>
          <p:cNvPicPr>
            <a:picLocks noChangeAspect="1"/>
          </p:cNvPicPr>
          <p:nvPr/>
        </p:nvPicPr>
        <p:blipFill>
          <a:blip r:embed="rId2"/>
          <a:stretch>
            <a:fillRect/>
          </a:stretch>
        </p:blipFill>
        <p:spPr>
          <a:xfrm>
            <a:off x="334322" y="2008383"/>
            <a:ext cx="7839075" cy="3286125"/>
          </a:xfrm>
          <a:prstGeom prst="rect">
            <a:avLst/>
          </a:prstGeom>
        </p:spPr>
      </p:pic>
      <p:pic>
        <p:nvPicPr>
          <p:cNvPr id="7" name="Picture 6">
            <a:extLst>
              <a:ext uri="{FF2B5EF4-FFF2-40B4-BE49-F238E27FC236}">
                <a16:creationId xmlns:a16="http://schemas.microsoft.com/office/drawing/2014/main" id="{1ECA7051-059A-454A-9B28-4C786C99B192}"/>
              </a:ext>
            </a:extLst>
          </p:cNvPr>
          <p:cNvPicPr>
            <a:picLocks noChangeAspect="1"/>
          </p:cNvPicPr>
          <p:nvPr/>
        </p:nvPicPr>
        <p:blipFill>
          <a:blip r:embed="rId3"/>
          <a:stretch>
            <a:fillRect/>
          </a:stretch>
        </p:blipFill>
        <p:spPr>
          <a:xfrm>
            <a:off x="7938141" y="2143320"/>
            <a:ext cx="1819275" cy="4600575"/>
          </a:xfrm>
          <a:prstGeom prst="rect">
            <a:avLst/>
          </a:prstGeom>
        </p:spPr>
      </p:pic>
      <p:pic>
        <p:nvPicPr>
          <p:cNvPr id="9" name="Picture 8">
            <a:extLst>
              <a:ext uri="{FF2B5EF4-FFF2-40B4-BE49-F238E27FC236}">
                <a16:creationId xmlns:a16="http://schemas.microsoft.com/office/drawing/2014/main" id="{B8BF4C98-FC50-4E68-9DEB-39835C240243}"/>
              </a:ext>
            </a:extLst>
          </p:cNvPr>
          <p:cNvPicPr>
            <a:picLocks noChangeAspect="1"/>
          </p:cNvPicPr>
          <p:nvPr/>
        </p:nvPicPr>
        <p:blipFill>
          <a:blip r:embed="rId4"/>
          <a:stretch>
            <a:fillRect/>
          </a:stretch>
        </p:blipFill>
        <p:spPr>
          <a:xfrm>
            <a:off x="9917417" y="2255184"/>
            <a:ext cx="1952625" cy="4514850"/>
          </a:xfrm>
          <a:prstGeom prst="rect">
            <a:avLst/>
          </a:prstGeom>
        </p:spPr>
      </p:pic>
      <p:pic>
        <p:nvPicPr>
          <p:cNvPr id="6" name="Picture 5">
            <a:extLst>
              <a:ext uri="{FF2B5EF4-FFF2-40B4-BE49-F238E27FC236}">
                <a16:creationId xmlns:a16="http://schemas.microsoft.com/office/drawing/2014/main" id="{55B29525-5021-439F-AFFD-4210BB82D787}"/>
              </a:ext>
            </a:extLst>
          </p:cNvPr>
          <p:cNvPicPr>
            <a:picLocks noChangeAspect="1"/>
          </p:cNvPicPr>
          <p:nvPr/>
        </p:nvPicPr>
        <p:blipFill>
          <a:blip r:embed="rId5"/>
          <a:stretch>
            <a:fillRect/>
          </a:stretch>
        </p:blipFill>
        <p:spPr>
          <a:xfrm>
            <a:off x="174321" y="5201041"/>
            <a:ext cx="7781925" cy="552450"/>
          </a:xfrm>
          <a:prstGeom prst="rect">
            <a:avLst/>
          </a:prstGeom>
        </p:spPr>
      </p:pic>
    </p:spTree>
    <p:extLst>
      <p:ext uri="{BB962C8B-B14F-4D97-AF65-F5344CB8AC3E}">
        <p14:creationId xmlns:p14="http://schemas.microsoft.com/office/powerpoint/2010/main" val="3753819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1A166-63CD-471C-A5F2-059DE4B44863}"/>
              </a:ext>
            </a:extLst>
          </p:cNvPr>
          <p:cNvSpPr>
            <a:spLocks noGrp="1"/>
          </p:cNvSpPr>
          <p:nvPr>
            <p:ph type="title"/>
          </p:nvPr>
        </p:nvSpPr>
        <p:spPr>
          <a:xfrm>
            <a:off x="581192" y="340825"/>
            <a:ext cx="11029616" cy="1013800"/>
          </a:xfrm>
        </p:spPr>
        <p:txBody>
          <a:bodyPr>
            <a:normAutofit/>
          </a:bodyPr>
          <a:lstStyle/>
          <a:p>
            <a:r>
              <a:rPr lang="en-US" dirty="0"/>
              <a:t>SVM Parameters</a:t>
            </a:r>
            <a:endParaRPr lang="en-PK" dirty="0"/>
          </a:p>
        </p:txBody>
      </p:sp>
      <p:sp>
        <p:nvSpPr>
          <p:cNvPr id="10" name="Rectangle 9">
            <a:extLst>
              <a:ext uri="{FF2B5EF4-FFF2-40B4-BE49-F238E27FC236}">
                <a16:creationId xmlns:a16="http://schemas.microsoft.com/office/drawing/2014/main" id="{3FE9758B-E361-4084-8D9F-729FA6C4AD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Database">
            <a:extLst>
              <a:ext uri="{FF2B5EF4-FFF2-40B4-BE49-F238E27FC236}">
                <a16:creationId xmlns:a16="http://schemas.microsoft.com/office/drawing/2014/main" id="{A5612C75-BF5C-A342-B515-13ABD4C65E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3878" y="2361056"/>
            <a:ext cx="3649219" cy="3649219"/>
          </a:xfrm>
          <a:prstGeom prst="rect">
            <a:avLst/>
          </a:prstGeom>
        </p:spPr>
      </p:pic>
      <p:sp>
        <p:nvSpPr>
          <p:cNvPr id="3" name="Content Placeholder 2">
            <a:extLst>
              <a:ext uri="{FF2B5EF4-FFF2-40B4-BE49-F238E27FC236}">
                <a16:creationId xmlns:a16="http://schemas.microsoft.com/office/drawing/2014/main" id="{91F97BE7-19D1-478B-8224-A9790A397674}"/>
              </a:ext>
            </a:extLst>
          </p:cNvPr>
          <p:cNvSpPr>
            <a:spLocks noGrp="1"/>
          </p:cNvSpPr>
          <p:nvPr>
            <p:ph idx="1"/>
          </p:nvPr>
        </p:nvSpPr>
        <p:spPr>
          <a:xfrm>
            <a:off x="6335805" y="2180496"/>
            <a:ext cx="5275001" cy="4045683"/>
          </a:xfrm>
        </p:spPr>
        <p:txBody>
          <a:bodyPr>
            <a:normAutofit/>
          </a:bodyPr>
          <a:lstStyle/>
          <a:p>
            <a:r>
              <a:rPr lang="en-US" b="1">
                <a:effectLst/>
              </a:rPr>
              <a:t>Kernel</a:t>
            </a:r>
          </a:p>
          <a:p>
            <a:pPr lvl="1"/>
            <a:r>
              <a:rPr lang="en-US"/>
              <a:t>SVM algorithms use a set of mathematical functions that are defined as the kernel. </a:t>
            </a:r>
          </a:p>
          <a:p>
            <a:pPr lvl="1"/>
            <a:r>
              <a:rPr lang="en-US"/>
              <a:t>Kernel in the SVM is responsible for transforming the input data into the required format. </a:t>
            </a:r>
          </a:p>
          <a:p>
            <a:pPr lvl="1"/>
            <a:r>
              <a:rPr lang="en-US"/>
              <a:t>Some of the kernels used in SVM are </a:t>
            </a:r>
          </a:p>
          <a:p>
            <a:pPr lvl="2"/>
            <a:r>
              <a:rPr lang="en-US"/>
              <a:t>Linear</a:t>
            </a:r>
          </a:p>
          <a:p>
            <a:pPr lvl="2"/>
            <a:r>
              <a:rPr lang="en-US"/>
              <a:t>polynomial </a:t>
            </a:r>
          </a:p>
          <a:p>
            <a:pPr lvl="2"/>
            <a:r>
              <a:rPr lang="en-US"/>
              <a:t>radial basis function (RBF). </a:t>
            </a:r>
          </a:p>
          <a:p>
            <a:pPr lvl="1"/>
            <a:r>
              <a:rPr lang="en-US"/>
              <a:t>For creating a non-linear hyperplane, we use RBF and Polynomial function. </a:t>
            </a:r>
          </a:p>
        </p:txBody>
      </p:sp>
    </p:spTree>
    <p:extLst>
      <p:ext uri="{BB962C8B-B14F-4D97-AF65-F5344CB8AC3E}">
        <p14:creationId xmlns:p14="http://schemas.microsoft.com/office/powerpoint/2010/main" val="431366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E8BCA1D-ACDF-4D63-9AA0-366C4F85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48E524-8239-455D-ADB9-6572256CC2B2}"/>
              </a:ext>
            </a:extLst>
          </p:cNvPr>
          <p:cNvSpPr>
            <a:spLocks noGrp="1"/>
          </p:cNvSpPr>
          <p:nvPr>
            <p:ph type="title"/>
          </p:nvPr>
        </p:nvSpPr>
        <p:spPr>
          <a:xfrm>
            <a:off x="746228" y="1037967"/>
            <a:ext cx="3054091" cy="4709131"/>
          </a:xfrm>
        </p:spPr>
        <p:txBody>
          <a:bodyPr anchor="ctr">
            <a:normAutofit/>
          </a:bodyPr>
          <a:lstStyle/>
          <a:p>
            <a:r>
              <a:rPr lang="en-US" sz="2400">
                <a:solidFill>
                  <a:schemeClr val="accent1"/>
                </a:solidFill>
              </a:rPr>
              <a:t>Regularization (C)</a:t>
            </a:r>
            <a:endParaRPr lang="en-PK" sz="2400">
              <a:solidFill>
                <a:schemeClr val="accent1"/>
              </a:solidFill>
            </a:endParaRPr>
          </a:p>
        </p:txBody>
      </p:sp>
      <p:sp>
        <p:nvSpPr>
          <p:cNvPr id="12" name="Rectangle 11">
            <a:extLst>
              <a:ext uri="{FF2B5EF4-FFF2-40B4-BE49-F238E27FC236}">
                <a16:creationId xmlns:a16="http://schemas.microsoft.com/office/drawing/2014/main" id="{5DB82E3F-D9C4-42E7-AABF-D760C2F56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Rectangle 13">
            <a:extLst>
              <a:ext uri="{FF2B5EF4-FFF2-40B4-BE49-F238E27FC236}">
                <a16:creationId xmlns:a16="http://schemas.microsoft.com/office/drawing/2014/main" id="{5F145784-B126-48E6-B33B-0BEA2EBF1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06AD7FED-ECA8-4F84-9067-C1B1E9610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74DF12F2-5059-41AC-A8BD-D5E115CDC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aphicFrame>
        <p:nvGraphicFramePr>
          <p:cNvPr id="5" name="Content Placeholder 2">
            <a:extLst>
              <a:ext uri="{FF2B5EF4-FFF2-40B4-BE49-F238E27FC236}">
                <a16:creationId xmlns:a16="http://schemas.microsoft.com/office/drawing/2014/main" id="{3B07C2FD-2BDF-4BFC-AC4E-8606E09E5754}"/>
              </a:ext>
            </a:extLst>
          </p:cNvPr>
          <p:cNvGraphicFramePr>
            <a:graphicFrameLocks noGrp="1"/>
          </p:cNvGraphicFramePr>
          <p:nvPr>
            <p:ph idx="1"/>
            <p:extLst>
              <p:ext uri="{D42A27DB-BD31-4B8C-83A1-F6EECF244321}">
                <p14:modId xmlns:p14="http://schemas.microsoft.com/office/powerpoint/2010/main" val="3127082380"/>
              </p:ext>
            </p:extLst>
          </p:nvPr>
        </p:nvGraphicFramePr>
        <p:xfrm>
          <a:off x="4598438"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7351633"/>
      </p:ext>
    </p:extLst>
  </p:cSld>
  <p:clrMapOvr>
    <a:overrideClrMapping bg1="dk1" tx1="lt1" bg2="dk2" tx2="lt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98000"/>
                <a:satMod val="110000"/>
                <a:lumMod val="86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E8BCA1D-ACDF-4D63-9AA0-366C4F85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C67504-4574-49AA-9DCE-BC97B0700125}"/>
              </a:ext>
            </a:extLst>
          </p:cNvPr>
          <p:cNvSpPr>
            <a:spLocks noGrp="1"/>
          </p:cNvSpPr>
          <p:nvPr>
            <p:ph type="title"/>
          </p:nvPr>
        </p:nvSpPr>
        <p:spPr>
          <a:xfrm>
            <a:off x="746228" y="1037967"/>
            <a:ext cx="3054091" cy="4709131"/>
          </a:xfrm>
        </p:spPr>
        <p:txBody>
          <a:bodyPr anchor="ctr">
            <a:normAutofit/>
          </a:bodyPr>
          <a:lstStyle/>
          <a:p>
            <a:r>
              <a:rPr lang="en-US">
                <a:solidFill>
                  <a:schemeClr val="accent1"/>
                </a:solidFill>
              </a:rPr>
              <a:t>Gamma</a:t>
            </a:r>
            <a:endParaRPr lang="en-PK">
              <a:solidFill>
                <a:schemeClr val="accent1"/>
              </a:solidFill>
            </a:endParaRPr>
          </a:p>
        </p:txBody>
      </p:sp>
      <p:sp>
        <p:nvSpPr>
          <p:cNvPr id="12" name="Rectangle 11">
            <a:extLst>
              <a:ext uri="{FF2B5EF4-FFF2-40B4-BE49-F238E27FC236}">
                <a16:creationId xmlns:a16="http://schemas.microsoft.com/office/drawing/2014/main" id="{5DB82E3F-D9C4-42E7-AABF-D760C2F56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4" name="Rectangle 13">
            <a:extLst>
              <a:ext uri="{FF2B5EF4-FFF2-40B4-BE49-F238E27FC236}">
                <a16:creationId xmlns:a16="http://schemas.microsoft.com/office/drawing/2014/main" id="{5F145784-B126-48E6-B33B-0BEA2EBF1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6" name="Rectangle 15">
            <a:extLst>
              <a:ext uri="{FF2B5EF4-FFF2-40B4-BE49-F238E27FC236}">
                <a16:creationId xmlns:a16="http://schemas.microsoft.com/office/drawing/2014/main" id="{06AD7FED-ECA8-4F84-9067-C1B1E9610F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sp>
        <p:nvSpPr>
          <p:cNvPr id="18" name="Rectangle 17">
            <a:extLst>
              <a:ext uri="{FF2B5EF4-FFF2-40B4-BE49-F238E27FC236}">
                <a16:creationId xmlns:a16="http://schemas.microsoft.com/office/drawing/2014/main" id="{74DF12F2-5059-41AC-A8BD-D5E115CDC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723898"/>
            <a:ext cx="7498616" cy="567690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PK"/>
          </a:p>
        </p:txBody>
      </p:sp>
      <p:graphicFrame>
        <p:nvGraphicFramePr>
          <p:cNvPr id="5" name="Content Placeholder 2">
            <a:extLst>
              <a:ext uri="{FF2B5EF4-FFF2-40B4-BE49-F238E27FC236}">
                <a16:creationId xmlns:a16="http://schemas.microsoft.com/office/drawing/2014/main" id="{A8C87A3C-C27A-4788-871E-8D7EB099E30D}"/>
              </a:ext>
            </a:extLst>
          </p:cNvPr>
          <p:cNvGraphicFramePr>
            <a:graphicFrameLocks noGrp="1"/>
          </p:cNvGraphicFramePr>
          <p:nvPr>
            <p:ph idx="1"/>
            <p:extLst>
              <p:ext uri="{D42A27DB-BD31-4B8C-83A1-F6EECF244321}">
                <p14:modId xmlns:p14="http://schemas.microsoft.com/office/powerpoint/2010/main" val="1597996279"/>
              </p:ext>
            </p:extLst>
          </p:nvPr>
        </p:nvGraphicFramePr>
        <p:xfrm>
          <a:off x="4598438" y="1037967"/>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8364623"/>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87B77-49AF-41C6-BE8B-7445359EF2FD}"/>
              </a:ext>
            </a:extLst>
          </p:cNvPr>
          <p:cNvSpPr>
            <a:spLocks noGrp="1"/>
          </p:cNvSpPr>
          <p:nvPr>
            <p:ph type="title"/>
          </p:nvPr>
        </p:nvSpPr>
        <p:spPr/>
        <p:txBody>
          <a:bodyPr/>
          <a:lstStyle/>
          <a:p>
            <a:endParaRPr lang="en-PK" dirty="0"/>
          </a:p>
        </p:txBody>
      </p:sp>
      <p:pic>
        <p:nvPicPr>
          <p:cNvPr id="10" name="Picture 9" descr="Shape, arrow&#10;&#10;Description automatically generated">
            <a:extLst>
              <a:ext uri="{FF2B5EF4-FFF2-40B4-BE49-F238E27FC236}">
                <a16:creationId xmlns:a16="http://schemas.microsoft.com/office/drawing/2014/main" id="{BE6403A7-CA58-4FFA-94BE-A8F9873DEF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505" y="155575"/>
            <a:ext cx="11859330" cy="5840151"/>
          </a:xfrm>
          <a:prstGeom prst="rect">
            <a:avLst/>
          </a:prstGeom>
        </p:spPr>
      </p:pic>
      <p:sp>
        <p:nvSpPr>
          <p:cNvPr id="14" name="TextBox 13">
            <a:extLst>
              <a:ext uri="{FF2B5EF4-FFF2-40B4-BE49-F238E27FC236}">
                <a16:creationId xmlns:a16="http://schemas.microsoft.com/office/drawing/2014/main" id="{AA278BBD-8423-4151-9DF0-63F11C1FD6CE}"/>
              </a:ext>
            </a:extLst>
          </p:cNvPr>
          <p:cNvSpPr txBox="1"/>
          <p:nvPr/>
        </p:nvSpPr>
        <p:spPr>
          <a:xfrm>
            <a:off x="-1" y="5995726"/>
            <a:ext cx="6500554" cy="369332"/>
          </a:xfrm>
          <a:prstGeom prst="rect">
            <a:avLst/>
          </a:prstGeom>
          <a:noFill/>
        </p:spPr>
        <p:txBody>
          <a:bodyPr wrap="square">
            <a:spAutoFit/>
          </a:bodyPr>
          <a:lstStyle/>
          <a:p>
            <a:pPr marL="285750" indent="-285750">
              <a:buFont typeface="Arial" panose="020B0604020202020204" pitchFamily="34" charset="0"/>
              <a:buChar char="•"/>
            </a:pPr>
            <a:r>
              <a:rPr lang="en-PK" dirty="0">
                <a:solidFill>
                  <a:srgbClr val="FF0000"/>
                </a:solidFill>
              </a:rPr>
              <a:t>https://data-flair.training/blogs/svm-kernel-functions/</a:t>
            </a:r>
          </a:p>
        </p:txBody>
      </p:sp>
      <p:sp>
        <p:nvSpPr>
          <p:cNvPr id="16" name="TextBox 15">
            <a:extLst>
              <a:ext uri="{FF2B5EF4-FFF2-40B4-BE49-F238E27FC236}">
                <a16:creationId xmlns:a16="http://schemas.microsoft.com/office/drawing/2014/main" id="{09ECAD97-68D6-4A4F-8DF3-A451F7301D81}"/>
              </a:ext>
            </a:extLst>
          </p:cNvPr>
          <p:cNvSpPr txBox="1"/>
          <p:nvPr/>
        </p:nvSpPr>
        <p:spPr>
          <a:xfrm>
            <a:off x="0" y="6365058"/>
            <a:ext cx="7714211" cy="646331"/>
          </a:xfrm>
          <a:prstGeom prst="rect">
            <a:avLst/>
          </a:prstGeom>
          <a:noFill/>
        </p:spPr>
        <p:txBody>
          <a:bodyPr wrap="square">
            <a:spAutoFit/>
          </a:bodyPr>
          <a:lstStyle/>
          <a:p>
            <a:pPr marL="285750" indent="-285750">
              <a:buFont typeface="Arial" panose="020B0604020202020204" pitchFamily="34" charset="0"/>
              <a:buChar char="•"/>
            </a:pPr>
            <a:r>
              <a:rPr lang="en-PK" dirty="0">
                <a:solidFill>
                  <a:srgbClr val="FF0000"/>
                </a:solidFill>
              </a:rPr>
              <a:t>https://data-flair.training/blogs/svm-support-vector-machine-tutorial/</a:t>
            </a:r>
          </a:p>
        </p:txBody>
      </p:sp>
      <p:sp>
        <p:nvSpPr>
          <p:cNvPr id="17" name="TextBox 16">
            <a:extLst>
              <a:ext uri="{FF2B5EF4-FFF2-40B4-BE49-F238E27FC236}">
                <a16:creationId xmlns:a16="http://schemas.microsoft.com/office/drawing/2014/main" id="{7C421587-F2FE-48AF-BAA0-7642EB5DA2E7}"/>
              </a:ext>
            </a:extLst>
          </p:cNvPr>
          <p:cNvSpPr txBox="1"/>
          <p:nvPr/>
        </p:nvSpPr>
        <p:spPr>
          <a:xfrm>
            <a:off x="6505884" y="6006288"/>
            <a:ext cx="5104924" cy="369332"/>
          </a:xfrm>
          <a:prstGeom prst="rect">
            <a:avLst/>
          </a:prstGeom>
          <a:noFill/>
        </p:spPr>
        <p:txBody>
          <a:bodyPr wrap="none" rtlCol="0">
            <a:spAutoFit/>
          </a:bodyPr>
          <a:lstStyle/>
          <a:p>
            <a:pPr marL="285750" indent="-285750">
              <a:buFont typeface="Arial" panose="020B0604020202020204" pitchFamily="34" charset="0"/>
              <a:buChar char="•"/>
            </a:pPr>
            <a:r>
              <a:rPr lang="en-US" dirty="0"/>
              <a:t>We will be using the Gaussian RBF kernel function</a:t>
            </a:r>
            <a:endParaRPr lang="en-PK" dirty="0"/>
          </a:p>
        </p:txBody>
      </p:sp>
    </p:spTree>
    <p:extLst>
      <p:ext uri="{BB962C8B-B14F-4D97-AF65-F5344CB8AC3E}">
        <p14:creationId xmlns:p14="http://schemas.microsoft.com/office/powerpoint/2010/main" val="1481644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754D7-3E0F-4191-B247-941A966BDAF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B7A3919-7850-47CB-A48C-A3BBFF806C82}"/>
              </a:ext>
            </a:extLst>
          </p:cNvPr>
          <p:cNvSpPr>
            <a:spLocks noGrp="1"/>
          </p:cNvSpPr>
          <p:nvPr>
            <p:ph idx="1"/>
          </p:nvPr>
        </p:nvSpPr>
        <p:spPr/>
        <p:txBody>
          <a:bodyPr/>
          <a:lstStyle/>
          <a:p>
            <a:endParaRPr lang="en-PK"/>
          </a:p>
        </p:txBody>
      </p:sp>
      <p:pic>
        <p:nvPicPr>
          <p:cNvPr id="9" name="Picture 8">
            <a:extLst>
              <a:ext uri="{FF2B5EF4-FFF2-40B4-BE49-F238E27FC236}">
                <a16:creationId xmlns:a16="http://schemas.microsoft.com/office/drawing/2014/main" id="{7BE34B08-A18D-45E3-8662-8C6DB3453A74}"/>
              </a:ext>
            </a:extLst>
          </p:cNvPr>
          <p:cNvPicPr>
            <a:picLocks noChangeAspect="1"/>
          </p:cNvPicPr>
          <p:nvPr/>
        </p:nvPicPr>
        <p:blipFill rotWithShape="1">
          <a:blip r:embed="rId2"/>
          <a:srcRect b="5324"/>
          <a:stretch/>
        </p:blipFill>
        <p:spPr>
          <a:xfrm>
            <a:off x="0" y="0"/>
            <a:ext cx="12192000" cy="6492875"/>
          </a:xfrm>
          <a:prstGeom prst="rect">
            <a:avLst/>
          </a:prstGeom>
        </p:spPr>
      </p:pic>
    </p:spTree>
    <p:extLst>
      <p:ext uri="{BB962C8B-B14F-4D97-AF65-F5344CB8AC3E}">
        <p14:creationId xmlns:p14="http://schemas.microsoft.com/office/powerpoint/2010/main" val="14900456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58A91-8F79-40AE-B839-C97793913248}"/>
              </a:ext>
            </a:extLst>
          </p:cNvPr>
          <p:cNvSpPr>
            <a:spLocks noGrp="1"/>
          </p:cNvSpPr>
          <p:nvPr>
            <p:ph type="title"/>
          </p:nvPr>
        </p:nvSpPr>
        <p:spPr/>
        <p:txBody>
          <a:bodyPr/>
          <a:lstStyle/>
          <a:p>
            <a:r>
              <a:rPr lang="en-US" dirty="0"/>
              <a:t>Training the model</a:t>
            </a:r>
            <a:endParaRPr lang="en-PK" dirty="0"/>
          </a:p>
        </p:txBody>
      </p:sp>
      <p:sp>
        <p:nvSpPr>
          <p:cNvPr id="3" name="Content Placeholder 2">
            <a:extLst>
              <a:ext uri="{FF2B5EF4-FFF2-40B4-BE49-F238E27FC236}">
                <a16:creationId xmlns:a16="http://schemas.microsoft.com/office/drawing/2014/main" id="{57D70E2F-F936-4402-8CFE-417BA60F2B2A}"/>
              </a:ext>
            </a:extLst>
          </p:cNvPr>
          <p:cNvSpPr>
            <a:spLocks noGrp="1"/>
          </p:cNvSpPr>
          <p:nvPr>
            <p:ph idx="1"/>
          </p:nvPr>
        </p:nvSpPr>
        <p:spPr>
          <a:xfrm>
            <a:off x="6096000" y="1825625"/>
            <a:ext cx="5257800" cy="4351338"/>
          </a:xfrm>
        </p:spPr>
        <p:txBody>
          <a:bodyPr/>
          <a:lstStyle/>
          <a:p>
            <a:r>
              <a:rPr lang="en-US" dirty="0"/>
              <a:t>Kernel used is Gaussian RBF</a:t>
            </a:r>
          </a:p>
        </p:txBody>
      </p:sp>
      <p:pic>
        <p:nvPicPr>
          <p:cNvPr id="5" name="Picture 4">
            <a:extLst>
              <a:ext uri="{FF2B5EF4-FFF2-40B4-BE49-F238E27FC236}">
                <a16:creationId xmlns:a16="http://schemas.microsoft.com/office/drawing/2014/main" id="{3D1D339B-FA72-4874-962A-BAAEFFF277C8}"/>
              </a:ext>
            </a:extLst>
          </p:cNvPr>
          <p:cNvPicPr>
            <a:picLocks noChangeAspect="1"/>
          </p:cNvPicPr>
          <p:nvPr/>
        </p:nvPicPr>
        <p:blipFill>
          <a:blip r:embed="rId2"/>
          <a:stretch>
            <a:fillRect/>
          </a:stretch>
        </p:blipFill>
        <p:spPr>
          <a:xfrm>
            <a:off x="838200" y="1825625"/>
            <a:ext cx="5010150" cy="1609725"/>
          </a:xfrm>
          <a:prstGeom prst="rect">
            <a:avLst/>
          </a:prstGeom>
        </p:spPr>
      </p:pic>
      <p:sp>
        <p:nvSpPr>
          <p:cNvPr id="6" name="TextBox 5">
            <a:extLst>
              <a:ext uri="{FF2B5EF4-FFF2-40B4-BE49-F238E27FC236}">
                <a16:creationId xmlns:a16="http://schemas.microsoft.com/office/drawing/2014/main" id="{7AA2305D-F764-4CD4-A126-3B1C61FEB68A}"/>
              </a:ext>
            </a:extLst>
          </p:cNvPr>
          <p:cNvSpPr txBox="1"/>
          <p:nvPr/>
        </p:nvSpPr>
        <p:spPr>
          <a:xfrm>
            <a:off x="258559" y="4713836"/>
            <a:ext cx="10843609" cy="646331"/>
          </a:xfrm>
          <a:prstGeom prst="rect">
            <a:avLst/>
          </a:prstGeom>
          <a:noFill/>
        </p:spPr>
        <p:txBody>
          <a:bodyPr wrap="none" rtlCol="0">
            <a:spAutoFit/>
          </a:bodyPr>
          <a:lstStyle/>
          <a:p>
            <a:r>
              <a:rPr lang="en-US" sz="3600" dirty="0">
                <a:solidFill>
                  <a:srgbClr val="FF0000"/>
                </a:solidFill>
              </a:rPr>
              <a:t>Congratulations you have trained your first SVR model !!!</a:t>
            </a:r>
            <a:endParaRPr lang="en-PK" sz="3600" dirty="0">
              <a:solidFill>
                <a:srgbClr val="FF0000"/>
              </a:solidFill>
            </a:endParaRPr>
          </a:p>
        </p:txBody>
      </p:sp>
    </p:spTree>
    <p:extLst>
      <p:ext uri="{BB962C8B-B14F-4D97-AF65-F5344CB8AC3E}">
        <p14:creationId xmlns:p14="http://schemas.microsoft.com/office/powerpoint/2010/main" val="32567049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511CC-D1FA-486B-A1D0-D8FE48CD3E09}"/>
              </a:ext>
            </a:extLst>
          </p:cNvPr>
          <p:cNvSpPr>
            <a:spLocks noGrp="1"/>
          </p:cNvSpPr>
          <p:nvPr>
            <p:ph type="title"/>
          </p:nvPr>
        </p:nvSpPr>
        <p:spPr>
          <a:xfrm>
            <a:off x="838200" y="1"/>
            <a:ext cx="10515600" cy="752474"/>
          </a:xfrm>
        </p:spPr>
        <p:txBody>
          <a:bodyPr/>
          <a:lstStyle/>
          <a:p>
            <a:r>
              <a:rPr lang="en-US" dirty="0"/>
              <a:t>Predicting the new value</a:t>
            </a:r>
            <a:endParaRPr lang="en-PK" dirty="0"/>
          </a:p>
        </p:txBody>
      </p:sp>
      <p:sp>
        <p:nvSpPr>
          <p:cNvPr id="3" name="Content Placeholder 2">
            <a:extLst>
              <a:ext uri="{FF2B5EF4-FFF2-40B4-BE49-F238E27FC236}">
                <a16:creationId xmlns:a16="http://schemas.microsoft.com/office/drawing/2014/main" id="{EC21D1B1-264A-42A5-B048-38ED298D70F6}"/>
              </a:ext>
            </a:extLst>
          </p:cNvPr>
          <p:cNvSpPr>
            <a:spLocks noGrp="1"/>
          </p:cNvSpPr>
          <p:nvPr>
            <p:ph idx="1"/>
          </p:nvPr>
        </p:nvSpPr>
        <p:spPr>
          <a:xfrm>
            <a:off x="448137" y="1706562"/>
            <a:ext cx="5647863" cy="2541588"/>
          </a:xfrm>
        </p:spPr>
        <p:txBody>
          <a:bodyPr/>
          <a:lstStyle/>
          <a:p>
            <a:r>
              <a:rPr lang="en-US" dirty="0"/>
              <a:t>We usually put [[6.5]] as the input</a:t>
            </a:r>
          </a:p>
          <a:p>
            <a:r>
              <a:rPr lang="en-US" dirty="0"/>
              <a:t>But the SVR model was trained using the scaled versions of X and y</a:t>
            </a:r>
          </a:p>
          <a:p>
            <a:r>
              <a:rPr lang="en-US" dirty="0"/>
              <a:t>We will use </a:t>
            </a:r>
            <a:r>
              <a:rPr lang="en-US" dirty="0" err="1"/>
              <a:t>sc_X</a:t>
            </a:r>
            <a:r>
              <a:rPr lang="en-US" dirty="0"/>
              <a:t> and use transform method to scale the input </a:t>
            </a:r>
            <a:endParaRPr lang="en-PK" dirty="0"/>
          </a:p>
        </p:txBody>
      </p:sp>
      <p:pic>
        <p:nvPicPr>
          <p:cNvPr id="5" name="Picture 4">
            <a:extLst>
              <a:ext uri="{FF2B5EF4-FFF2-40B4-BE49-F238E27FC236}">
                <a16:creationId xmlns:a16="http://schemas.microsoft.com/office/drawing/2014/main" id="{44A4EF22-1E3D-4EC2-850A-BFA38DB7FEB1}"/>
              </a:ext>
            </a:extLst>
          </p:cNvPr>
          <p:cNvPicPr>
            <a:picLocks noChangeAspect="1"/>
          </p:cNvPicPr>
          <p:nvPr/>
        </p:nvPicPr>
        <p:blipFill>
          <a:blip r:embed="rId2"/>
          <a:stretch>
            <a:fillRect/>
          </a:stretch>
        </p:blipFill>
        <p:spPr>
          <a:xfrm>
            <a:off x="133350" y="681037"/>
            <a:ext cx="8191500" cy="1038225"/>
          </a:xfrm>
          <a:prstGeom prst="rect">
            <a:avLst/>
          </a:prstGeom>
          <a:ln w="66675">
            <a:solidFill>
              <a:srgbClr val="FF0000"/>
            </a:solidFill>
          </a:ln>
        </p:spPr>
      </p:pic>
      <p:sp>
        <p:nvSpPr>
          <p:cNvPr id="6" name="Content Placeholder 2">
            <a:extLst>
              <a:ext uri="{FF2B5EF4-FFF2-40B4-BE49-F238E27FC236}">
                <a16:creationId xmlns:a16="http://schemas.microsoft.com/office/drawing/2014/main" id="{EB473C52-4194-44CB-B565-417FF0EB4318}"/>
              </a:ext>
            </a:extLst>
          </p:cNvPr>
          <p:cNvSpPr txBox="1">
            <a:spLocks/>
          </p:cNvSpPr>
          <p:nvPr/>
        </p:nvSpPr>
        <p:spPr>
          <a:xfrm>
            <a:off x="7196368" y="1830386"/>
            <a:ext cx="3914313" cy="48561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This is a scaled predicted value</a:t>
            </a:r>
          </a:p>
          <a:p>
            <a:r>
              <a:rPr lang="en-US" dirty="0"/>
              <a:t>Now we need to perform inverse scaling</a:t>
            </a:r>
          </a:p>
          <a:p>
            <a:endParaRPr lang="en-US" dirty="0"/>
          </a:p>
          <a:p>
            <a:endParaRPr lang="en-US" dirty="0"/>
          </a:p>
          <a:p>
            <a:endParaRPr lang="en-US" dirty="0"/>
          </a:p>
          <a:p>
            <a:endParaRPr lang="en-US" dirty="0"/>
          </a:p>
          <a:p>
            <a:r>
              <a:rPr lang="en-US" dirty="0"/>
              <a:t>This is the inverse scaled value</a:t>
            </a:r>
          </a:p>
        </p:txBody>
      </p:sp>
      <p:pic>
        <p:nvPicPr>
          <p:cNvPr id="8" name="Picture 7">
            <a:extLst>
              <a:ext uri="{FF2B5EF4-FFF2-40B4-BE49-F238E27FC236}">
                <a16:creationId xmlns:a16="http://schemas.microsoft.com/office/drawing/2014/main" id="{49EA26D6-BEF0-4ED8-9CB8-AB11673D12E6}"/>
              </a:ext>
            </a:extLst>
          </p:cNvPr>
          <p:cNvPicPr>
            <a:picLocks noChangeAspect="1"/>
          </p:cNvPicPr>
          <p:nvPr/>
        </p:nvPicPr>
        <p:blipFill>
          <a:blip r:embed="rId3"/>
          <a:stretch>
            <a:fillRect/>
          </a:stretch>
        </p:blipFill>
        <p:spPr>
          <a:xfrm>
            <a:off x="8420099" y="303844"/>
            <a:ext cx="3400425" cy="1371600"/>
          </a:xfrm>
          <a:prstGeom prst="rect">
            <a:avLst/>
          </a:prstGeom>
          <a:ln w="57150">
            <a:solidFill>
              <a:srgbClr val="FF0000"/>
            </a:solidFill>
          </a:ln>
        </p:spPr>
      </p:pic>
      <p:pic>
        <p:nvPicPr>
          <p:cNvPr id="10" name="Picture 9">
            <a:extLst>
              <a:ext uri="{FF2B5EF4-FFF2-40B4-BE49-F238E27FC236}">
                <a16:creationId xmlns:a16="http://schemas.microsoft.com/office/drawing/2014/main" id="{B275E3A3-1655-4A50-8358-525A04D65C5E}"/>
              </a:ext>
            </a:extLst>
          </p:cNvPr>
          <p:cNvPicPr>
            <a:picLocks noChangeAspect="1"/>
          </p:cNvPicPr>
          <p:nvPr/>
        </p:nvPicPr>
        <p:blipFill>
          <a:blip r:embed="rId4"/>
          <a:stretch>
            <a:fillRect/>
          </a:stretch>
        </p:blipFill>
        <p:spPr>
          <a:xfrm>
            <a:off x="7977185" y="4198938"/>
            <a:ext cx="2352675" cy="1409700"/>
          </a:xfrm>
          <a:prstGeom prst="rect">
            <a:avLst/>
          </a:prstGeom>
          <a:solidFill>
            <a:schemeClr val="bg1"/>
          </a:solidFill>
          <a:ln w="66675">
            <a:solidFill>
              <a:srgbClr val="FF0000"/>
            </a:solidFill>
          </a:ln>
        </p:spPr>
      </p:pic>
      <p:sp>
        <p:nvSpPr>
          <p:cNvPr id="11" name="Content Placeholder 2">
            <a:extLst>
              <a:ext uri="{FF2B5EF4-FFF2-40B4-BE49-F238E27FC236}">
                <a16:creationId xmlns:a16="http://schemas.microsoft.com/office/drawing/2014/main" id="{6CB7772A-60F8-4286-B25F-729403C26BC0}"/>
              </a:ext>
            </a:extLst>
          </p:cNvPr>
          <p:cNvSpPr txBox="1">
            <a:spLocks/>
          </p:cNvSpPr>
          <p:nvPr/>
        </p:nvSpPr>
        <p:spPr>
          <a:xfrm>
            <a:off x="448137" y="4526754"/>
            <a:ext cx="6190788" cy="192167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F0000"/>
                </a:solidFill>
              </a:rPr>
              <a:t>Congratulations!!! </a:t>
            </a:r>
          </a:p>
          <a:p>
            <a:r>
              <a:rPr lang="en-US" dirty="0">
                <a:solidFill>
                  <a:srgbClr val="FF0000"/>
                </a:solidFill>
              </a:rPr>
              <a:t>You have predicted the Salary and now you can handle transformations as well as inverse transformations</a:t>
            </a:r>
          </a:p>
          <a:p>
            <a:r>
              <a:rPr lang="en-US" dirty="0">
                <a:solidFill>
                  <a:srgbClr val="FF0000"/>
                </a:solidFill>
              </a:rPr>
              <a:t>The predicted salary is close to the asking salary</a:t>
            </a:r>
          </a:p>
          <a:p>
            <a:r>
              <a:rPr lang="en-US" dirty="0">
                <a:solidFill>
                  <a:srgbClr val="FF0000"/>
                </a:solidFill>
              </a:rPr>
              <a:t>Hence, SVR is well adapted to this dataset</a:t>
            </a:r>
            <a:endParaRPr lang="en-PK" dirty="0">
              <a:solidFill>
                <a:srgbClr val="FF0000"/>
              </a:solidFill>
            </a:endParaRPr>
          </a:p>
        </p:txBody>
      </p:sp>
      <p:pic>
        <p:nvPicPr>
          <p:cNvPr id="13" name="Picture 12">
            <a:extLst>
              <a:ext uri="{FF2B5EF4-FFF2-40B4-BE49-F238E27FC236}">
                <a16:creationId xmlns:a16="http://schemas.microsoft.com/office/drawing/2014/main" id="{878D1637-298C-4CD5-848C-07C536D745AA}"/>
              </a:ext>
            </a:extLst>
          </p:cNvPr>
          <p:cNvPicPr>
            <a:picLocks noChangeAspect="1"/>
          </p:cNvPicPr>
          <p:nvPr/>
        </p:nvPicPr>
        <p:blipFill rotWithShape="1">
          <a:blip r:embed="rId5"/>
          <a:srcRect t="5655"/>
          <a:stretch/>
        </p:blipFill>
        <p:spPr>
          <a:xfrm>
            <a:off x="5762625" y="3590925"/>
            <a:ext cx="6296025" cy="503238"/>
          </a:xfrm>
          <a:prstGeom prst="rect">
            <a:avLst/>
          </a:prstGeom>
          <a:ln w="50800">
            <a:solidFill>
              <a:srgbClr val="FF0000"/>
            </a:solidFill>
          </a:ln>
        </p:spPr>
      </p:pic>
    </p:spTree>
    <p:extLst>
      <p:ext uri="{BB962C8B-B14F-4D97-AF65-F5344CB8AC3E}">
        <p14:creationId xmlns:p14="http://schemas.microsoft.com/office/powerpoint/2010/main" val="397478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3FCB6-D598-4AD6-AB99-3B7C51D48884}"/>
              </a:ext>
            </a:extLst>
          </p:cNvPr>
          <p:cNvSpPr>
            <a:spLocks noGrp="1"/>
          </p:cNvSpPr>
          <p:nvPr>
            <p:ph type="title"/>
          </p:nvPr>
        </p:nvSpPr>
        <p:spPr>
          <a:xfrm>
            <a:off x="704087" y="438559"/>
            <a:ext cx="3649704" cy="1881559"/>
          </a:xfrm>
        </p:spPr>
        <p:txBody>
          <a:bodyPr>
            <a:normAutofit/>
          </a:bodyPr>
          <a:lstStyle/>
          <a:p>
            <a:r>
              <a:rPr lang="en-US" sz="3200">
                <a:solidFill>
                  <a:schemeClr val="bg1"/>
                </a:solidFill>
              </a:rPr>
              <a:t>Visualizing the results </a:t>
            </a:r>
            <a:endParaRPr lang="en-PK" sz="3200">
              <a:solidFill>
                <a:schemeClr val="bg1"/>
              </a:solidFill>
            </a:endParaRPr>
          </a:p>
        </p:txBody>
      </p:sp>
      <p:pic>
        <p:nvPicPr>
          <p:cNvPr id="7" name="Picture 6">
            <a:extLst>
              <a:ext uri="{FF2B5EF4-FFF2-40B4-BE49-F238E27FC236}">
                <a16:creationId xmlns:a16="http://schemas.microsoft.com/office/drawing/2014/main" id="{9350DB97-1515-46FC-981D-EFA975C2C4BF}"/>
              </a:ext>
            </a:extLst>
          </p:cNvPr>
          <p:cNvPicPr>
            <a:picLocks noChangeAspect="1"/>
          </p:cNvPicPr>
          <p:nvPr/>
        </p:nvPicPr>
        <p:blipFill>
          <a:blip r:embed="rId2"/>
          <a:stretch>
            <a:fillRect/>
          </a:stretch>
        </p:blipFill>
        <p:spPr>
          <a:xfrm>
            <a:off x="6352745" y="148987"/>
            <a:ext cx="4811088" cy="3464981"/>
          </a:xfrm>
          <a:prstGeom prst="rect">
            <a:avLst/>
          </a:prstGeom>
        </p:spPr>
      </p:pic>
      <p:pic>
        <p:nvPicPr>
          <p:cNvPr id="5" name="Picture 4">
            <a:extLst>
              <a:ext uri="{FF2B5EF4-FFF2-40B4-BE49-F238E27FC236}">
                <a16:creationId xmlns:a16="http://schemas.microsoft.com/office/drawing/2014/main" id="{68DED391-2C09-4BF2-9EF8-08C2D9001682}"/>
              </a:ext>
            </a:extLst>
          </p:cNvPr>
          <p:cNvPicPr>
            <a:picLocks noChangeAspect="1"/>
          </p:cNvPicPr>
          <p:nvPr/>
        </p:nvPicPr>
        <p:blipFill>
          <a:blip r:embed="rId3"/>
          <a:stretch>
            <a:fillRect/>
          </a:stretch>
        </p:blipFill>
        <p:spPr>
          <a:xfrm>
            <a:off x="104775" y="3762955"/>
            <a:ext cx="11982450" cy="1977103"/>
          </a:xfrm>
          <a:prstGeom prst="rect">
            <a:avLst/>
          </a:prstGeom>
        </p:spPr>
      </p:pic>
    </p:spTree>
    <p:extLst>
      <p:ext uri="{BB962C8B-B14F-4D97-AF65-F5344CB8AC3E}">
        <p14:creationId xmlns:p14="http://schemas.microsoft.com/office/powerpoint/2010/main" val="24902878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E8E4B-657A-468D-8A5F-39DAE96D5866}"/>
              </a:ext>
            </a:extLst>
          </p:cNvPr>
          <p:cNvSpPr>
            <a:spLocks noGrp="1"/>
          </p:cNvSpPr>
          <p:nvPr>
            <p:ph type="title"/>
          </p:nvPr>
        </p:nvSpPr>
        <p:spPr/>
        <p:txBody>
          <a:bodyPr>
            <a:normAutofit fontScale="90000"/>
          </a:bodyPr>
          <a:lstStyle/>
          <a:p>
            <a:r>
              <a:rPr lang="en-US" dirty="0"/>
              <a:t>Visualizing the results for higher resolution and smoother curve</a:t>
            </a:r>
            <a:endParaRPr lang="en-PK" dirty="0"/>
          </a:p>
        </p:txBody>
      </p:sp>
      <p:sp>
        <p:nvSpPr>
          <p:cNvPr id="3" name="Content Placeholder 2">
            <a:extLst>
              <a:ext uri="{FF2B5EF4-FFF2-40B4-BE49-F238E27FC236}">
                <a16:creationId xmlns:a16="http://schemas.microsoft.com/office/drawing/2014/main" id="{D6DC84F4-DFD6-48ED-8438-DA10094A34F6}"/>
              </a:ext>
            </a:extLst>
          </p:cNvPr>
          <p:cNvSpPr>
            <a:spLocks noGrp="1"/>
          </p:cNvSpPr>
          <p:nvPr>
            <p:ph idx="1"/>
          </p:nvPr>
        </p:nvSpPr>
        <p:spPr>
          <a:xfrm>
            <a:off x="372862" y="3916483"/>
            <a:ext cx="6391922" cy="2260479"/>
          </a:xfrm>
        </p:spPr>
        <p:txBody>
          <a:bodyPr/>
          <a:lstStyle/>
          <a:p>
            <a:r>
              <a:rPr lang="en-US" dirty="0"/>
              <a:t>The SVR caters for outliers as shown in the curve</a:t>
            </a:r>
            <a:endParaRPr lang="en-PK" dirty="0"/>
          </a:p>
        </p:txBody>
      </p:sp>
      <p:pic>
        <p:nvPicPr>
          <p:cNvPr id="5" name="Picture 4">
            <a:extLst>
              <a:ext uri="{FF2B5EF4-FFF2-40B4-BE49-F238E27FC236}">
                <a16:creationId xmlns:a16="http://schemas.microsoft.com/office/drawing/2014/main" id="{F75F772A-0152-495E-A3EE-34ADB07F564A}"/>
              </a:ext>
            </a:extLst>
          </p:cNvPr>
          <p:cNvPicPr>
            <a:picLocks noChangeAspect="1"/>
          </p:cNvPicPr>
          <p:nvPr/>
        </p:nvPicPr>
        <p:blipFill>
          <a:blip r:embed="rId2"/>
          <a:stretch>
            <a:fillRect/>
          </a:stretch>
        </p:blipFill>
        <p:spPr>
          <a:xfrm>
            <a:off x="292964" y="1592110"/>
            <a:ext cx="11899036" cy="2324374"/>
          </a:xfrm>
          <a:prstGeom prst="rect">
            <a:avLst/>
          </a:prstGeom>
        </p:spPr>
      </p:pic>
      <p:pic>
        <p:nvPicPr>
          <p:cNvPr id="7" name="Picture 6">
            <a:extLst>
              <a:ext uri="{FF2B5EF4-FFF2-40B4-BE49-F238E27FC236}">
                <a16:creationId xmlns:a16="http://schemas.microsoft.com/office/drawing/2014/main" id="{317DBFF8-B6A4-4C0C-96F7-28F943D0E9A3}"/>
              </a:ext>
            </a:extLst>
          </p:cNvPr>
          <p:cNvPicPr>
            <a:picLocks noChangeAspect="1"/>
          </p:cNvPicPr>
          <p:nvPr/>
        </p:nvPicPr>
        <p:blipFill>
          <a:blip r:embed="rId3"/>
          <a:stretch>
            <a:fillRect/>
          </a:stretch>
        </p:blipFill>
        <p:spPr>
          <a:xfrm>
            <a:off x="6764784" y="3146491"/>
            <a:ext cx="4901587" cy="3530159"/>
          </a:xfrm>
          <a:prstGeom prst="rect">
            <a:avLst/>
          </a:prstGeom>
        </p:spPr>
      </p:pic>
      <p:sp>
        <p:nvSpPr>
          <p:cNvPr id="8" name="Oval 7">
            <a:extLst>
              <a:ext uri="{FF2B5EF4-FFF2-40B4-BE49-F238E27FC236}">
                <a16:creationId xmlns:a16="http://schemas.microsoft.com/office/drawing/2014/main" id="{F2B2D7E7-5217-4E94-A732-A110728B1D8B}"/>
              </a:ext>
            </a:extLst>
          </p:cNvPr>
          <p:cNvSpPr/>
          <p:nvPr/>
        </p:nvSpPr>
        <p:spPr>
          <a:xfrm>
            <a:off x="11210925" y="3400425"/>
            <a:ext cx="352425" cy="304800"/>
          </a:xfrm>
          <a:prstGeom prst="ellipse">
            <a:avLst/>
          </a:prstGeom>
          <a:noFill/>
          <a:ln w="412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cxnSp>
        <p:nvCxnSpPr>
          <p:cNvPr id="10" name="Straight Arrow Connector 9">
            <a:extLst>
              <a:ext uri="{FF2B5EF4-FFF2-40B4-BE49-F238E27FC236}">
                <a16:creationId xmlns:a16="http://schemas.microsoft.com/office/drawing/2014/main" id="{61111226-CD18-4685-8659-D91A49289308}"/>
              </a:ext>
            </a:extLst>
          </p:cNvPr>
          <p:cNvCxnSpPr>
            <a:cxnSpLocks/>
          </p:cNvCxnSpPr>
          <p:nvPr/>
        </p:nvCxnSpPr>
        <p:spPr>
          <a:xfrm flipV="1">
            <a:off x="6372225" y="3609975"/>
            <a:ext cx="4657725" cy="552450"/>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282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F5AC5-8B0C-4F6F-8EF1-E74D9E034C2F}"/>
              </a:ext>
            </a:extLst>
          </p:cNvPr>
          <p:cNvSpPr>
            <a:spLocks noGrp="1"/>
          </p:cNvSpPr>
          <p:nvPr>
            <p:ph type="title"/>
          </p:nvPr>
        </p:nvSpPr>
        <p:spPr>
          <a:xfrm>
            <a:off x="838199" y="438559"/>
            <a:ext cx="3515591" cy="1881559"/>
          </a:xfrm>
        </p:spPr>
        <p:txBody>
          <a:bodyPr>
            <a:normAutofit/>
          </a:bodyPr>
          <a:lstStyle/>
          <a:p>
            <a:r>
              <a:rPr lang="en-US" sz="3200">
                <a:solidFill>
                  <a:schemeClr val="bg1"/>
                </a:solidFill>
              </a:rPr>
              <a:t>Evaluating the model</a:t>
            </a:r>
            <a:endParaRPr lang="en-PK" sz="3200">
              <a:solidFill>
                <a:schemeClr val="bg1"/>
              </a:solidFill>
            </a:endParaRPr>
          </a:p>
        </p:txBody>
      </p:sp>
      <p:sp>
        <p:nvSpPr>
          <p:cNvPr id="3" name="Content Placeholder 2">
            <a:extLst>
              <a:ext uri="{FF2B5EF4-FFF2-40B4-BE49-F238E27FC236}">
                <a16:creationId xmlns:a16="http://schemas.microsoft.com/office/drawing/2014/main" id="{13C2826D-E018-41BB-9DD3-BA9A21C5E9D3}"/>
              </a:ext>
            </a:extLst>
          </p:cNvPr>
          <p:cNvSpPr>
            <a:spLocks noGrp="1"/>
          </p:cNvSpPr>
          <p:nvPr>
            <p:ph idx="1"/>
          </p:nvPr>
        </p:nvSpPr>
        <p:spPr>
          <a:xfrm>
            <a:off x="4708477" y="438559"/>
            <a:ext cx="6645323" cy="1881559"/>
          </a:xfrm>
        </p:spPr>
        <p:txBody>
          <a:bodyPr anchor="ctr">
            <a:normAutofit/>
          </a:bodyPr>
          <a:lstStyle/>
          <a:p>
            <a:endParaRPr lang="en-PK" sz="2000">
              <a:solidFill>
                <a:schemeClr val="bg1"/>
              </a:solidFill>
            </a:endParaRPr>
          </a:p>
        </p:txBody>
      </p:sp>
      <p:pic>
        <p:nvPicPr>
          <p:cNvPr id="5" name="Picture 4">
            <a:extLst>
              <a:ext uri="{FF2B5EF4-FFF2-40B4-BE49-F238E27FC236}">
                <a16:creationId xmlns:a16="http://schemas.microsoft.com/office/drawing/2014/main" id="{B6FE37D2-546D-4ACF-A9BA-B9BF0DE7CDDD}"/>
              </a:ext>
            </a:extLst>
          </p:cNvPr>
          <p:cNvPicPr>
            <a:picLocks noChangeAspect="1"/>
          </p:cNvPicPr>
          <p:nvPr/>
        </p:nvPicPr>
        <p:blipFill rotWithShape="1">
          <a:blip r:embed="rId2"/>
          <a:srcRect b="48765"/>
          <a:stretch/>
        </p:blipFill>
        <p:spPr>
          <a:xfrm>
            <a:off x="548639" y="2697214"/>
            <a:ext cx="9796405" cy="2258655"/>
          </a:xfrm>
          <a:prstGeom prst="rect">
            <a:avLst/>
          </a:prstGeom>
        </p:spPr>
      </p:pic>
      <p:pic>
        <p:nvPicPr>
          <p:cNvPr id="7" name="Picture 6">
            <a:extLst>
              <a:ext uri="{FF2B5EF4-FFF2-40B4-BE49-F238E27FC236}">
                <a16:creationId xmlns:a16="http://schemas.microsoft.com/office/drawing/2014/main" id="{9DC7932F-C866-4E83-BFF5-7A24A81FE1CC}"/>
              </a:ext>
            </a:extLst>
          </p:cNvPr>
          <p:cNvPicPr>
            <a:picLocks noChangeAspect="1"/>
          </p:cNvPicPr>
          <p:nvPr/>
        </p:nvPicPr>
        <p:blipFill rotWithShape="1">
          <a:blip r:embed="rId3"/>
          <a:srcRect b="73989"/>
          <a:stretch/>
        </p:blipFill>
        <p:spPr>
          <a:xfrm>
            <a:off x="5192267" y="575077"/>
            <a:ext cx="5422392" cy="374834"/>
          </a:xfrm>
          <a:prstGeom prst="rect">
            <a:avLst/>
          </a:prstGeom>
        </p:spPr>
      </p:pic>
    </p:spTree>
    <p:extLst>
      <p:ext uri="{BB962C8B-B14F-4D97-AF65-F5344CB8AC3E}">
        <p14:creationId xmlns:p14="http://schemas.microsoft.com/office/powerpoint/2010/main" val="11530379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5B69-B1B2-4178-AC8A-F897A4217F2E}"/>
              </a:ext>
            </a:extLst>
          </p:cNvPr>
          <p:cNvSpPr>
            <a:spLocks noGrp="1"/>
          </p:cNvSpPr>
          <p:nvPr>
            <p:ph type="title"/>
          </p:nvPr>
        </p:nvSpPr>
        <p:spPr>
          <a:xfrm>
            <a:off x="838199" y="438559"/>
            <a:ext cx="3515591" cy="1881559"/>
          </a:xfrm>
        </p:spPr>
        <p:txBody>
          <a:bodyPr>
            <a:normAutofit fontScale="90000"/>
          </a:bodyPr>
          <a:lstStyle/>
          <a:p>
            <a:r>
              <a:rPr lang="en-US" sz="3200">
                <a:solidFill>
                  <a:schemeClr val="bg1"/>
                </a:solidFill>
              </a:rPr>
              <a:t>Comparison between polynomial and SVM regression</a:t>
            </a:r>
            <a:endParaRPr lang="en-PK" sz="3200">
              <a:solidFill>
                <a:schemeClr val="bg1"/>
              </a:solidFill>
            </a:endParaRPr>
          </a:p>
        </p:txBody>
      </p:sp>
      <p:sp>
        <p:nvSpPr>
          <p:cNvPr id="3" name="Content Placeholder 2">
            <a:extLst>
              <a:ext uri="{FF2B5EF4-FFF2-40B4-BE49-F238E27FC236}">
                <a16:creationId xmlns:a16="http://schemas.microsoft.com/office/drawing/2014/main" id="{572AE429-A4C5-4A66-B0D7-9387870625F3}"/>
              </a:ext>
            </a:extLst>
          </p:cNvPr>
          <p:cNvSpPr>
            <a:spLocks noGrp="1"/>
          </p:cNvSpPr>
          <p:nvPr>
            <p:ph idx="1"/>
          </p:nvPr>
        </p:nvSpPr>
        <p:spPr>
          <a:xfrm>
            <a:off x="4708477" y="438559"/>
            <a:ext cx="6645323" cy="1881559"/>
          </a:xfrm>
        </p:spPr>
        <p:txBody>
          <a:bodyPr anchor="ctr">
            <a:normAutofit/>
          </a:bodyPr>
          <a:lstStyle/>
          <a:p>
            <a:r>
              <a:rPr lang="en-US" sz="2000">
                <a:solidFill>
                  <a:schemeClr val="bg1"/>
                </a:solidFill>
              </a:rPr>
              <a:t>In the case of polynomial regression there seems to be some amount of overfitting, which is not the case for SVR</a:t>
            </a:r>
          </a:p>
          <a:p>
            <a:r>
              <a:rPr lang="en-US" sz="2000">
                <a:solidFill>
                  <a:schemeClr val="bg1"/>
                </a:solidFill>
              </a:rPr>
              <a:t>SVR usually performs good for linear as well as the non-linear datasets </a:t>
            </a:r>
            <a:endParaRPr lang="en-PK" sz="2000">
              <a:solidFill>
                <a:schemeClr val="bg1"/>
              </a:solidFill>
            </a:endParaRPr>
          </a:p>
        </p:txBody>
      </p:sp>
      <p:pic>
        <p:nvPicPr>
          <p:cNvPr id="5" name="Picture 4">
            <a:extLst>
              <a:ext uri="{FF2B5EF4-FFF2-40B4-BE49-F238E27FC236}">
                <a16:creationId xmlns:a16="http://schemas.microsoft.com/office/drawing/2014/main" id="{232BF0BC-65D0-4ED1-819D-9F23667F7CEB}"/>
              </a:ext>
            </a:extLst>
          </p:cNvPr>
          <p:cNvPicPr>
            <a:picLocks noChangeAspect="1"/>
          </p:cNvPicPr>
          <p:nvPr/>
        </p:nvPicPr>
        <p:blipFill>
          <a:blip r:embed="rId2"/>
          <a:stretch>
            <a:fillRect/>
          </a:stretch>
        </p:blipFill>
        <p:spPr>
          <a:xfrm>
            <a:off x="854291" y="2831909"/>
            <a:ext cx="4811088" cy="3464981"/>
          </a:xfrm>
          <a:prstGeom prst="rect">
            <a:avLst/>
          </a:prstGeom>
        </p:spPr>
      </p:pic>
      <p:pic>
        <p:nvPicPr>
          <p:cNvPr id="4" name="Picture 3">
            <a:extLst>
              <a:ext uri="{FF2B5EF4-FFF2-40B4-BE49-F238E27FC236}">
                <a16:creationId xmlns:a16="http://schemas.microsoft.com/office/drawing/2014/main" id="{0E7B4582-F018-404E-937A-939D1BC0EC97}"/>
              </a:ext>
            </a:extLst>
          </p:cNvPr>
          <p:cNvPicPr>
            <a:picLocks noChangeAspect="1"/>
          </p:cNvPicPr>
          <p:nvPr/>
        </p:nvPicPr>
        <p:blipFill>
          <a:blip r:embed="rId3"/>
          <a:stretch>
            <a:fillRect/>
          </a:stretch>
        </p:blipFill>
        <p:spPr>
          <a:xfrm>
            <a:off x="6526619" y="2831909"/>
            <a:ext cx="4811088" cy="3464981"/>
          </a:xfrm>
          <a:prstGeom prst="rect">
            <a:avLst/>
          </a:prstGeom>
        </p:spPr>
      </p:pic>
    </p:spTree>
    <p:extLst>
      <p:ext uri="{BB962C8B-B14F-4D97-AF65-F5344CB8AC3E}">
        <p14:creationId xmlns:p14="http://schemas.microsoft.com/office/powerpoint/2010/main" val="16421462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0C48E-FEC5-45B1-93EE-6B468E61E308}"/>
              </a:ext>
            </a:extLst>
          </p:cNvPr>
          <p:cNvSpPr>
            <a:spLocks noGrp="1"/>
          </p:cNvSpPr>
          <p:nvPr>
            <p:ph type="title"/>
          </p:nvPr>
        </p:nvSpPr>
        <p:spPr/>
        <p:txBody>
          <a:bodyPr>
            <a:normAutofit fontScale="90000"/>
          </a:bodyPr>
          <a:lstStyle/>
          <a:p>
            <a:r>
              <a:rPr lang="en-US" sz="4400" dirty="0"/>
              <a:t>Comparison between polynomial and SVM regression</a:t>
            </a:r>
            <a:endParaRPr lang="en-PK" dirty="0"/>
          </a:p>
        </p:txBody>
      </p:sp>
      <p:sp>
        <p:nvSpPr>
          <p:cNvPr id="6" name="Content Placeholder 5">
            <a:extLst>
              <a:ext uri="{FF2B5EF4-FFF2-40B4-BE49-F238E27FC236}">
                <a16:creationId xmlns:a16="http://schemas.microsoft.com/office/drawing/2014/main" id="{842C12BE-B98D-48E7-880D-BC5DD1620B3E}"/>
              </a:ext>
            </a:extLst>
          </p:cNvPr>
          <p:cNvSpPr>
            <a:spLocks noGrp="1"/>
          </p:cNvSpPr>
          <p:nvPr>
            <p:ph sz="half" idx="1"/>
          </p:nvPr>
        </p:nvSpPr>
        <p:spPr/>
        <p:txBody>
          <a:bodyPr/>
          <a:lstStyle/>
          <a:p>
            <a:r>
              <a:rPr lang="en-US" dirty="0"/>
              <a:t>Polynomial regression</a:t>
            </a:r>
            <a:endParaRPr lang="en-PK" dirty="0"/>
          </a:p>
        </p:txBody>
      </p:sp>
      <p:sp>
        <p:nvSpPr>
          <p:cNvPr id="7" name="Content Placeholder 6">
            <a:extLst>
              <a:ext uri="{FF2B5EF4-FFF2-40B4-BE49-F238E27FC236}">
                <a16:creationId xmlns:a16="http://schemas.microsoft.com/office/drawing/2014/main" id="{424F12DE-04C5-448E-90AA-387EF209E5E1}"/>
              </a:ext>
            </a:extLst>
          </p:cNvPr>
          <p:cNvSpPr>
            <a:spLocks noGrp="1"/>
          </p:cNvSpPr>
          <p:nvPr>
            <p:ph sz="half" idx="2"/>
          </p:nvPr>
        </p:nvSpPr>
        <p:spPr/>
        <p:txBody>
          <a:bodyPr/>
          <a:lstStyle/>
          <a:p>
            <a:r>
              <a:rPr lang="en-US" dirty="0"/>
              <a:t>SVR</a:t>
            </a:r>
            <a:endParaRPr lang="en-PK" dirty="0"/>
          </a:p>
        </p:txBody>
      </p:sp>
      <p:pic>
        <p:nvPicPr>
          <p:cNvPr id="5" name="Picture 4">
            <a:extLst>
              <a:ext uri="{FF2B5EF4-FFF2-40B4-BE49-F238E27FC236}">
                <a16:creationId xmlns:a16="http://schemas.microsoft.com/office/drawing/2014/main" id="{3E7DA092-02CB-4608-BA64-658628F63961}"/>
              </a:ext>
            </a:extLst>
          </p:cNvPr>
          <p:cNvPicPr>
            <a:picLocks noChangeAspect="1"/>
          </p:cNvPicPr>
          <p:nvPr/>
        </p:nvPicPr>
        <p:blipFill rotWithShape="1">
          <a:blip r:embed="rId2"/>
          <a:srcRect b="73430"/>
          <a:stretch/>
        </p:blipFill>
        <p:spPr>
          <a:xfrm>
            <a:off x="1041852" y="2533537"/>
            <a:ext cx="3911188" cy="298440"/>
          </a:xfrm>
          <a:prstGeom prst="rect">
            <a:avLst/>
          </a:prstGeom>
          <a:ln w="47625">
            <a:solidFill>
              <a:srgbClr val="FF0000"/>
            </a:solidFill>
          </a:ln>
        </p:spPr>
      </p:pic>
      <p:pic>
        <p:nvPicPr>
          <p:cNvPr id="9" name="Picture 8">
            <a:extLst>
              <a:ext uri="{FF2B5EF4-FFF2-40B4-BE49-F238E27FC236}">
                <a16:creationId xmlns:a16="http://schemas.microsoft.com/office/drawing/2014/main" id="{1F45DEE9-4F36-4CA7-9B59-F5B2B1FD0EED}"/>
              </a:ext>
            </a:extLst>
          </p:cNvPr>
          <p:cNvPicPr>
            <a:picLocks noChangeAspect="1"/>
          </p:cNvPicPr>
          <p:nvPr/>
        </p:nvPicPr>
        <p:blipFill rotWithShape="1">
          <a:blip r:embed="rId3"/>
          <a:srcRect b="74243"/>
          <a:stretch/>
        </p:blipFill>
        <p:spPr>
          <a:xfrm>
            <a:off x="6538912" y="2532674"/>
            <a:ext cx="4448175" cy="299303"/>
          </a:xfrm>
          <a:prstGeom prst="rect">
            <a:avLst/>
          </a:prstGeom>
          <a:ln w="57150">
            <a:solidFill>
              <a:srgbClr val="FF0000"/>
            </a:solidFill>
          </a:ln>
        </p:spPr>
      </p:pic>
    </p:spTree>
    <p:extLst>
      <p:ext uri="{BB962C8B-B14F-4D97-AF65-F5344CB8AC3E}">
        <p14:creationId xmlns:p14="http://schemas.microsoft.com/office/powerpoint/2010/main" val="11961713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9580-786A-48EB-8E5A-964856A15AA2}"/>
              </a:ext>
            </a:extLst>
          </p:cNvPr>
          <p:cNvSpPr>
            <a:spLocks noGrp="1"/>
          </p:cNvSpPr>
          <p:nvPr>
            <p:ph type="title"/>
          </p:nvPr>
        </p:nvSpPr>
        <p:spPr>
          <a:xfrm>
            <a:off x="838200" y="556995"/>
            <a:ext cx="10515600" cy="1133693"/>
          </a:xfrm>
        </p:spPr>
        <p:txBody>
          <a:bodyPr>
            <a:normAutofit/>
          </a:bodyPr>
          <a:lstStyle/>
          <a:p>
            <a:r>
              <a:rPr lang="en-US" sz="5200"/>
              <a:t>Advantages of SVM</a:t>
            </a:r>
            <a:endParaRPr lang="en-PK" sz="5200"/>
          </a:p>
        </p:txBody>
      </p:sp>
      <p:graphicFrame>
        <p:nvGraphicFramePr>
          <p:cNvPr id="11" name="Content Placeholder 2">
            <a:extLst>
              <a:ext uri="{FF2B5EF4-FFF2-40B4-BE49-F238E27FC236}">
                <a16:creationId xmlns:a16="http://schemas.microsoft.com/office/drawing/2014/main" id="{F3235B8E-EDB4-42C2-9681-BDD57BCD9EDC}"/>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2123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C32CB-D145-418F-B9CD-48248893C535}"/>
              </a:ext>
            </a:extLst>
          </p:cNvPr>
          <p:cNvSpPr>
            <a:spLocks noGrp="1"/>
          </p:cNvSpPr>
          <p:nvPr>
            <p:ph type="title"/>
          </p:nvPr>
        </p:nvSpPr>
        <p:spPr>
          <a:xfrm>
            <a:off x="841248" y="256032"/>
            <a:ext cx="10506456" cy="1014984"/>
          </a:xfrm>
        </p:spPr>
        <p:txBody>
          <a:bodyPr anchor="b">
            <a:normAutofit/>
          </a:bodyPr>
          <a:lstStyle/>
          <a:p>
            <a:r>
              <a:rPr lang="en-US" dirty="0"/>
              <a:t>Disadvantages of SVM</a:t>
            </a:r>
            <a:endParaRPr lang="en-PK" dirty="0"/>
          </a:p>
        </p:txBody>
      </p:sp>
      <p:graphicFrame>
        <p:nvGraphicFramePr>
          <p:cNvPr id="17" name="Content Placeholder 2">
            <a:extLst>
              <a:ext uri="{FF2B5EF4-FFF2-40B4-BE49-F238E27FC236}">
                <a16:creationId xmlns:a16="http://schemas.microsoft.com/office/drawing/2014/main" id="{7B6C09FA-CE66-45EF-AEB0-9B2F298A7A2C}"/>
              </a:ext>
            </a:extLst>
          </p:cNvPr>
          <p:cNvGraphicFramePr>
            <a:graphicFrameLocks noGrp="1"/>
          </p:cNvGraphicFramePr>
          <p:nvPr>
            <p:ph idx="1"/>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834161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72178" y="609676"/>
            <a:ext cx="3247390" cy="697230"/>
          </a:xfrm>
          <a:prstGeom prst="rect">
            <a:avLst/>
          </a:prstGeom>
        </p:spPr>
        <p:txBody>
          <a:bodyPr vert="horz" wrap="square" lIns="0" tIns="13335" rIns="0" bIns="0" rtlCol="0">
            <a:spAutoFit/>
          </a:bodyPr>
          <a:lstStyle/>
          <a:p>
            <a:pPr marL="12700">
              <a:lnSpc>
                <a:spcPct val="100000"/>
              </a:lnSpc>
              <a:spcBef>
                <a:spcPts val="105"/>
              </a:spcBef>
            </a:pPr>
            <a:r>
              <a:rPr sz="4400" spc="-30" dirty="0">
                <a:latin typeface="Calibri Light"/>
                <a:cs typeface="Calibri Light"/>
              </a:rPr>
              <a:t>Any</a:t>
            </a:r>
            <a:r>
              <a:rPr sz="4400" spc="-80" dirty="0">
                <a:latin typeface="Calibri Light"/>
                <a:cs typeface="Calibri Light"/>
              </a:rPr>
              <a:t> </a:t>
            </a:r>
            <a:r>
              <a:rPr sz="4400" spc="-10" dirty="0">
                <a:latin typeface="Calibri Light"/>
                <a:cs typeface="Calibri Light"/>
              </a:rPr>
              <a:t>Questions</a:t>
            </a:r>
            <a:endParaRPr sz="4400">
              <a:latin typeface="Calibri Light"/>
              <a:cs typeface="Calibri Light"/>
            </a:endParaRPr>
          </a:p>
        </p:txBody>
      </p:sp>
      <p:pic>
        <p:nvPicPr>
          <p:cNvPr id="3" name="object 3"/>
          <p:cNvPicPr/>
          <p:nvPr/>
        </p:nvPicPr>
        <p:blipFill>
          <a:blip r:embed="rId2" cstate="print"/>
          <a:stretch>
            <a:fillRect/>
          </a:stretch>
        </p:blipFill>
        <p:spPr>
          <a:xfrm>
            <a:off x="4227576" y="2093976"/>
            <a:ext cx="3803904" cy="3864864"/>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Custom 1">
      <a:majorFont>
        <a:latin typeface="Book Antiqua"/>
        <a:ea typeface=""/>
        <a:cs typeface=""/>
      </a:majorFont>
      <a:minorFont>
        <a:latin typeface="Book Antiqua"/>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60967</TotalTime>
  <Words>2153</Words>
  <Application>Microsoft Macintosh PowerPoint</Application>
  <PresentationFormat>Widescreen</PresentationFormat>
  <Paragraphs>214</Paragraphs>
  <Slides>39</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Arial</vt:lpstr>
      <vt:lpstr>Book Antiqua</vt:lpstr>
      <vt:lpstr>Calibri</vt:lpstr>
      <vt:lpstr>Calibri Light</vt:lpstr>
      <vt:lpstr>Gill Sans MT</vt:lpstr>
      <vt:lpstr>Inter</vt:lpstr>
      <vt:lpstr>Times New Roman</vt:lpstr>
      <vt:lpstr>Wingdings 2</vt:lpstr>
      <vt:lpstr>Dividend</vt:lpstr>
      <vt:lpstr>PowerPoint Presentation</vt:lpstr>
      <vt:lpstr>About Instructor</vt:lpstr>
      <vt:lpstr>Support vector machine</vt:lpstr>
      <vt:lpstr>Contents</vt:lpstr>
      <vt:lpstr>What is SVM</vt:lpstr>
      <vt:lpstr>Introduction to svm</vt:lpstr>
      <vt:lpstr>Basic terms in svm </vt:lpstr>
      <vt:lpstr>Types of svm</vt:lpstr>
      <vt:lpstr>How linear svm works</vt:lpstr>
      <vt:lpstr>How svm classifies a new sample</vt:lpstr>
      <vt:lpstr>PowerPoint Presentation</vt:lpstr>
      <vt:lpstr>PowerPoint Presentation</vt:lpstr>
      <vt:lpstr>PowerPoint Presentation</vt:lpstr>
      <vt:lpstr>How non-linear svm works</vt:lpstr>
      <vt:lpstr>PowerPoint Presentation</vt:lpstr>
      <vt:lpstr>hyperparameters</vt:lpstr>
      <vt:lpstr>PowerPoint Presentation</vt:lpstr>
      <vt:lpstr>Pros and Cons of SVM</vt:lpstr>
      <vt:lpstr>SVR implementation in python</vt:lpstr>
      <vt:lpstr>Problem at hand</vt:lpstr>
      <vt:lpstr>Steps for python implementation</vt:lpstr>
      <vt:lpstr>Importing the libraries and dataset</vt:lpstr>
      <vt:lpstr>PowerPoint Presentation</vt:lpstr>
      <vt:lpstr>Feature scaling</vt:lpstr>
      <vt:lpstr>SVM Parameters</vt:lpstr>
      <vt:lpstr>Regularization (C)</vt:lpstr>
      <vt:lpstr>Gamma</vt:lpstr>
      <vt:lpstr>PowerPoint Presentation</vt:lpstr>
      <vt:lpstr>PowerPoint Presentation</vt:lpstr>
      <vt:lpstr>Training the model</vt:lpstr>
      <vt:lpstr>Predicting the new value</vt:lpstr>
      <vt:lpstr>Visualizing the results </vt:lpstr>
      <vt:lpstr>Visualizing the results for higher resolution and smoother curve</vt:lpstr>
      <vt:lpstr>Evaluating the model</vt:lpstr>
      <vt:lpstr>Comparison between polynomial and SVM regression</vt:lpstr>
      <vt:lpstr>Comparison between polynomial and SVM regression</vt:lpstr>
      <vt:lpstr>Advantages of SVM</vt:lpstr>
      <vt:lpstr>Disadvantages of SVM</vt:lpstr>
      <vt:lpstr>Any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information communication technology</dc:title>
  <dc:creator>Maryam Iqbal BUIC</dc:creator>
  <cp:lastModifiedBy>Dr.Maryam Iqbal  BUIC</cp:lastModifiedBy>
  <cp:revision>468</cp:revision>
  <dcterms:created xsi:type="dcterms:W3CDTF">2021-12-27T06:12:25Z</dcterms:created>
  <dcterms:modified xsi:type="dcterms:W3CDTF">2026-04-22T10:31:19Z</dcterms:modified>
</cp:coreProperties>
</file>