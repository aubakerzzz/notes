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az cheema" userId="06aff1d67e69b7a8" providerId="LiveId" clId="{1A694D0D-E7F7-495A-8F7F-7D972BE90573}"/>
    <pc:docChg chg="modSld">
      <pc:chgData name="maaz cheema" userId="06aff1d67e69b7a8" providerId="LiveId" clId="{1A694D0D-E7F7-495A-8F7F-7D972BE90573}" dt="2026-03-31T11:54:12.081" v="21" actId="1076"/>
      <pc:docMkLst>
        <pc:docMk/>
      </pc:docMkLst>
      <pc:sldChg chg="modSp mod">
        <pc:chgData name="maaz cheema" userId="06aff1d67e69b7a8" providerId="LiveId" clId="{1A694D0D-E7F7-495A-8F7F-7D972BE90573}" dt="2026-03-31T11:28:05.233" v="3" actId="1036"/>
        <pc:sldMkLst>
          <pc:docMk/>
          <pc:sldMk cId="3358333287" sldId="258"/>
        </pc:sldMkLst>
        <pc:picChg chg="mod">
          <ac:chgData name="maaz cheema" userId="06aff1d67e69b7a8" providerId="LiveId" clId="{1A694D0D-E7F7-495A-8F7F-7D972BE90573}" dt="2026-03-31T11:28:02.139" v="2" actId="14100"/>
          <ac:picMkLst>
            <pc:docMk/>
            <pc:sldMk cId="3358333287" sldId="258"/>
            <ac:picMk id="3" creationId="{0B4F3E21-79B7-A49F-E902-9B0AF98F04BE}"/>
          </ac:picMkLst>
        </pc:picChg>
        <pc:picChg chg="mod">
          <ac:chgData name="maaz cheema" userId="06aff1d67e69b7a8" providerId="LiveId" clId="{1A694D0D-E7F7-495A-8F7F-7D972BE90573}" dt="2026-03-31T11:28:05.233" v="3" actId="1036"/>
          <ac:picMkLst>
            <pc:docMk/>
            <pc:sldMk cId="3358333287" sldId="258"/>
            <ac:picMk id="5" creationId="{033D67D2-2830-1400-8863-A2A12F949278}"/>
          </ac:picMkLst>
        </pc:picChg>
      </pc:sldChg>
      <pc:sldChg chg="modSp mod">
        <pc:chgData name="maaz cheema" userId="06aff1d67e69b7a8" providerId="LiveId" clId="{1A694D0D-E7F7-495A-8F7F-7D972BE90573}" dt="2026-03-31T11:41:12.598" v="7" actId="1038"/>
        <pc:sldMkLst>
          <pc:docMk/>
          <pc:sldMk cId="1088913568" sldId="263"/>
        </pc:sldMkLst>
        <pc:picChg chg="mod">
          <ac:chgData name="maaz cheema" userId="06aff1d67e69b7a8" providerId="LiveId" clId="{1A694D0D-E7F7-495A-8F7F-7D972BE90573}" dt="2026-03-31T11:41:12.598" v="7" actId="1038"/>
          <ac:picMkLst>
            <pc:docMk/>
            <pc:sldMk cId="1088913568" sldId="263"/>
            <ac:picMk id="5" creationId="{C5AAA6B8-3571-E262-C446-7DF179327027}"/>
          </ac:picMkLst>
        </pc:picChg>
      </pc:sldChg>
      <pc:sldChg chg="modSp mod">
        <pc:chgData name="maaz cheema" userId="06aff1d67e69b7a8" providerId="LiveId" clId="{1A694D0D-E7F7-495A-8F7F-7D972BE90573}" dt="2026-03-31T11:41:22.172" v="8" actId="14100"/>
        <pc:sldMkLst>
          <pc:docMk/>
          <pc:sldMk cId="3392218765" sldId="264"/>
        </pc:sldMkLst>
        <pc:picChg chg="mod">
          <ac:chgData name="maaz cheema" userId="06aff1d67e69b7a8" providerId="LiveId" clId="{1A694D0D-E7F7-495A-8F7F-7D972BE90573}" dt="2026-03-31T11:41:22.172" v="8" actId="14100"/>
          <ac:picMkLst>
            <pc:docMk/>
            <pc:sldMk cId="3392218765" sldId="264"/>
            <ac:picMk id="3" creationId="{20B66440-E555-BA3A-46BA-D8E6D770926F}"/>
          </ac:picMkLst>
        </pc:picChg>
      </pc:sldChg>
      <pc:sldChg chg="modSp mod">
        <pc:chgData name="maaz cheema" userId="06aff1d67e69b7a8" providerId="LiveId" clId="{1A694D0D-E7F7-495A-8F7F-7D972BE90573}" dt="2026-03-31T11:47:24.042" v="13" actId="1036"/>
        <pc:sldMkLst>
          <pc:docMk/>
          <pc:sldMk cId="1508581174" sldId="265"/>
        </pc:sldMkLst>
        <pc:spChg chg="mod">
          <ac:chgData name="maaz cheema" userId="06aff1d67e69b7a8" providerId="LiveId" clId="{1A694D0D-E7F7-495A-8F7F-7D972BE90573}" dt="2026-03-31T11:42:32.484" v="12" actId="1076"/>
          <ac:spMkLst>
            <pc:docMk/>
            <pc:sldMk cId="1508581174" sldId="265"/>
            <ac:spMk id="4" creationId="{F3ADE657-C0A6-6D03-80EC-522E02B7EC1C}"/>
          </ac:spMkLst>
        </pc:spChg>
        <pc:picChg chg="mod">
          <ac:chgData name="maaz cheema" userId="06aff1d67e69b7a8" providerId="LiveId" clId="{1A694D0D-E7F7-495A-8F7F-7D972BE90573}" dt="2026-03-31T11:47:24.042" v="13" actId="1036"/>
          <ac:picMkLst>
            <pc:docMk/>
            <pc:sldMk cId="1508581174" sldId="265"/>
            <ac:picMk id="3" creationId="{585CBF71-78D5-4E70-93E7-1D8F6F58F9B0}"/>
          </ac:picMkLst>
        </pc:picChg>
      </pc:sldChg>
      <pc:sldChg chg="modSp mod">
        <pc:chgData name="maaz cheema" userId="06aff1d67e69b7a8" providerId="LiveId" clId="{1A694D0D-E7F7-495A-8F7F-7D972BE90573}" dt="2026-03-31T11:48:11.404" v="16" actId="1036"/>
        <pc:sldMkLst>
          <pc:docMk/>
          <pc:sldMk cId="2471955387" sldId="266"/>
        </pc:sldMkLst>
        <pc:picChg chg="mod">
          <ac:chgData name="maaz cheema" userId="06aff1d67e69b7a8" providerId="LiveId" clId="{1A694D0D-E7F7-495A-8F7F-7D972BE90573}" dt="2026-03-31T11:48:11.404" v="16" actId="1036"/>
          <ac:picMkLst>
            <pc:docMk/>
            <pc:sldMk cId="2471955387" sldId="266"/>
            <ac:picMk id="3" creationId="{B7D8E71B-23CF-C84A-0725-A95072027F3F}"/>
          </ac:picMkLst>
        </pc:picChg>
      </pc:sldChg>
      <pc:sldChg chg="modSp mod">
        <pc:chgData name="maaz cheema" userId="06aff1d67e69b7a8" providerId="LiveId" clId="{1A694D0D-E7F7-495A-8F7F-7D972BE90573}" dt="2026-03-31T11:48:19.797" v="17" actId="14100"/>
        <pc:sldMkLst>
          <pc:docMk/>
          <pc:sldMk cId="2471548520" sldId="267"/>
        </pc:sldMkLst>
        <pc:picChg chg="mod">
          <ac:chgData name="maaz cheema" userId="06aff1d67e69b7a8" providerId="LiveId" clId="{1A694D0D-E7F7-495A-8F7F-7D972BE90573}" dt="2026-03-31T11:48:19.797" v="17" actId="14100"/>
          <ac:picMkLst>
            <pc:docMk/>
            <pc:sldMk cId="2471548520" sldId="267"/>
            <ac:picMk id="5" creationId="{684E3908-D759-1A2E-B75B-716E2A7AE563}"/>
          </ac:picMkLst>
        </pc:picChg>
      </pc:sldChg>
      <pc:sldChg chg="modSp mod">
        <pc:chgData name="maaz cheema" userId="06aff1d67e69b7a8" providerId="LiveId" clId="{1A694D0D-E7F7-495A-8F7F-7D972BE90573}" dt="2026-03-31T11:50:23.042" v="18" actId="14100"/>
        <pc:sldMkLst>
          <pc:docMk/>
          <pc:sldMk cId="1044437152" sldId="268"/>
        </pc:sldMkLst>
        <pc:picChg chg="mod">
          <ac:chgData name="maaz cheema" userId="06aff1d67e69b7a8" providerId="LiveId" clId="{1A694D0D-E7F7-495A-8F7F-7D972BE90573}" dt="2026-03-31T11:50:23.042" v="18" actId="14100"/>
          <ac:picMkLst>
            <pc:docMk/>
            <pc:sldMk cId="1044437152" sldId="268"/>
            <ac:picMk id="3" creationId="{E93FF978-0307-7F16-11E0-BDC0CBFB2973}"/>
          </ac:picMkLst>
        </pc:picChg>
      </pc:sldChg>
      <pc:sldChg chg="modSp mod">
        <pc:chgData name="maaz cheema" userId="06aff1d67e69b7a8" providerId="LiveId" clId="{1A694D0D-E7F7-495A-8F7F-7D972BE90573}" dt="2026-03-31T11:54:12.081" v="21" actId="1076"/>
        <pc:sldMkLst>
          <pc:docMk/>
          <pc:sldMk cId="3052437339" sldId="269"/>
        </pc:sldMkLst>
        <pc:spChg chg="mod">
          <ac:chgData name="maaz cheema" userId="06aff1d67e69b7a8" providerId="LiveId" clId="{1A694D0D-E7F7-495A-8F7F-7D972BE90573}" dt="2026-03-31T11:54:12.081" v="21" actId="1076"/>
          <ac:spMkLst>
            <pc:docMk/>
            <pc:sldMk cId="3052437339" sldId="269"/>
            <ac:spMk id="4" creationId="{E3F79898-C70D-000D-3729-C97666D97A78}"/>
          </ac:spMkLst>
        </pc:spChg>
        <pc:picChg chg="mod">
          <ac:chgData name="maaz cheema" userId="06aff1d67e69b7a8" providerId="LiveId" clId="{1A694D0D-E7F7-495A-8F7F-7D972BE90573}" dt="2026-03-31T11:53:39.395" v="20" actId="14100"/>
          <ac:picMkLst>
            <pc:docMk/>
            <pc:sldMk cId="3052437339" sldId="269"/>
            <ac:picMk id="3" creationId="{EA7E1F9B-7E85-2CCD-9B3B-C8B125473F63}"/>
          </ac:picMkLst>
        </pc:picChg>
      </pc:sldChg>
    </pc:docChg>
  </pc:docChgLst>
  <pc:docChgLst>
    <pc:chgData name="maaz cheema" userId="06aff1d67e69b7a8" providerId="LiveId" clId="{8C0508C0-DB5F-41DF-B35C-2F8AC2D51678}"/>
    <pc:docChg chg="addSld modSld">
      <pc:chgData name="maaz cheema" userId="06aff1d67e69b7a8" providerId="LiveId" clId="{8C0508C0-DB5F-41DF-B35C-2F8AC2D51678}" dt="2026-04-01T05:56:25.845" v="13" actId="1076"/>
      <pc:docMkLst>
        <pc:docMk/>
      </pc:docMkLst>
      <pc:sldChg chg="addSp modSp new mod">
        <pc:chgData name="maaz cheema" userId="06aff1d67e69b7a8" providerId="LiveId" clId="{8C0508C0-DB5F-41DF-B35C-2F8AC2D51678}" dt="2026-04-01T05:56:25.845" v="13" actId="1076"/>
        <pc:sldMkLst>
          <pc:docMk/>
          <pc:sldMk cId="781374342" sldId="272"/>
        </pc:sldMkLst>
        <pc:picChg chg="add mod">
          <ac:chgData name="maaz cheema" userId="06aff1d67e69b7a8" providerId="LiveId" clId="{8C0508C0-DB5F-41DF-B35C-2F8AC2D51678}" dt="2026-04-01T05:56:25.845" v="13" actId="1076"/>
          <ac:picMkLst>
            <pc:docMk/>
            <pc:sldMk cId="781374342" sldId="272"/>
            <ac:picMk id="3" creationId="{F8CE30CD-4C7D-62D5-368F-B6DDEB4E73D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ED095-63B1-8BD1-CE53-3B6C375901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62FB9C-6367-6D45-7051-D1859AFC34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CC95C-1DC6-2FD7-931E-003C7D4C7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A6501-5605-437E-AE1C-5A874C2BF593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8DDC1-7E9D-DA68-9D3F-41FFF3478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F300D-7086-95EB-897C-5E1B3CBC1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59111-A12D-445F-B649-9C6463978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025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3C318-E384-C826-F891-CA787D848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8BCA7-E1E4-7EC8-9E8A-9ED58D7A2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336FA-3380-8224-8403-760C4EFB5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A6501-5605-437E-AE1C-5A874C2BF593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DCD05-A720-91C1-8D3F-2A1832B72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01807-C02A-7A9D-E917-9A2962C56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59111-A12D-445F-B649-9C6463978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529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C150E-861C-6328-A49F-F500680D4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C32E7-C722-028E-5FD5-E1EB8F13B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5AAD8-56F1-8536-C1B0-CF94E597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A6501-5605-437E-AE1C-5A874C2BF593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552A6-12E2-D257-9ECB-9B109B0B5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56B1E-011D-AE3F-8064-9C73DAF7E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59111-A12D-445F-B649-9C6463978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286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950D1-6AA5-752B-6D5A-202BEDA54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B6EAF-4E7A-F71E-48EE-2812F47E6A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2CE82-8C54-28ED-6844-4F831729D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DA52EA-A77D-A4E7-B933-7B789B637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A6501-5605-437E-AE1C-5A874C2BF593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8BBCC-2499-41B3-934F-8BD52D470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720100-0DA7-78D3-CE03-47673ECED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59111-A12D-445F-B649-9C6463978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237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B8E04-C576-4C88-9BB7-F072A9B80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890D5-5D64-A787-FDE4-BDB416286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F9AF3F-7FF7-E901-208B-E4E06D2FF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C6A6A1-F5CD-ABCC-318F-C4BD22A19C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0B4BEC-A138-4477-F37D-1B0D89672B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B91FF3-BAE7-739F-261B-F4CB55E7F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A6501-5605-437E-AE1C-5A874C2BF593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CAE6AB-0B4F-CBC7-C3F2-A4994CE6F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F23A70-5F0F-60BE-5CDE-D90612E8B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59111-A12D-445F-B649-9C6463978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91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34E71-3C32-FA2F-629E-21B0C4D40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610FA1-95FD-07F6-8A2A-16F519B14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A6501-5605-437E-AE1C-5A874C2BF593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284F15-0078-0DC5-0C87-B0D356087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A0DC8F-21C8-20BE-8C09-40470D70E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59111-A12D-445F-B649-9C6463978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51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C34B29-0544-B9C6-A9E7-17D05D0BD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A6501-5605-437E-AE1C-5A874C2BF593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E2ED4B-CEC3-97B1-82D3-A6C61687F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EE432-61C9-628D-13C2-131DD6FA6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59111-A12D-445F-B649-9C6463978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992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7E111-EB91-17FF-3A2F-5CB66AB79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93729-311C-E832-CB31-30F93563E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5E6A4-1BE5-90D8-5C0C-1F513E332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E9274-F792-B217-B199-EE2AD2FA7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A6501-5605-437E-AE1C-5A874C2BF593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911BF-AA84-3BB6-AC25-21F455E41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1C64A-0886-5B9E-0124-68BF1768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59111-A12D-445F-B649-9C6463978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860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1D023-243B-EAC8-D4E3-2A85CB5E9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4DBB9B-4ACC-222B-D402-D93D89F36F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C6FE9A-000A-D3BC-21C2-3C01F40A8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89AD7-C293-57B5-06FC-9BF9D3584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A6501-5605-437E-AE1C-5A874C2BF593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15A2F-C1A0-E292-B53F-D52959800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3075C-C811-F8CA-4EF2-84CFED0B8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59111-A12D-445F-B649-9C6463978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750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74836-E8D5-DEC0-E670-0E228D3EA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45FE5D-EEF9-BF8C-C6A3-D19C6C95E9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E47CE-54ED-6EE6-26B5-64E5C7B31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A6501-5605-437E-AE1C-5A874C2BF593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CC5A2-8586-AB4A-3D2B-2CA1BC9D8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2296E-097E-2871-EF3F-94840DBB1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59111-A12D-445F-B649-9C6463978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900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5F5FBC-ECF4-1DB2-CAF0-85685E4076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950881-CCA2-96EB-26D0-4F1295108A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3AEC3-93C1-D761-5471-C34462B97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A6501-5605-437E-AE1C-5A874C2BF593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F563E-04E5-9AFD-749C-8EB0EBD15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3E948-8C65-32A2-76A4-6CC154BBB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59111-A12D-445F-B649-9C6463978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735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B2C45C-238C-185D-9A4C-67ABB9044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E19178-BF9D-8F91-BB11-71919EEA2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6FCBD-9571-CEB3-919F-91CE873F57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DA6501-5605-437E-AE1C-5A874C2BF593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8A746-A55E-CB8C-901E-0838D359F1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0324F-7846-9AE2-5CD1-9768F672F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059111-A12D-445F-B649-9C6463978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23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D56B-56C1-C8AE-E5E2-E3BBFE4427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Meta Pixel, CAPI, and Lead Management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A12EE-D306-2098-982A-F0FF197A12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976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C949F5-351C-B14F-F930-634EBC74F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2" y="819150"/>
            <a:ext cx="8501063" cy="58278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DBAA3F-FA89-3070-E2AC-4BDF363EAED5}"/>
              </a:ext>
            </a:extLst>
          </p:cNvPr>
          <p:cNvSpPr txBox="1"/>
          <p:nvPr/>
        </p:nvSpPr>
        <p:spPr>
          <a:xfrm>
            <a:off x="1314450" y="295930"/>
            <a:ext cx="670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Lead Management </a:t>
            </a:r>
          </a:p>
        </p:txBody>
      </p:sp>
    </p:spTree>
    <p:extLst>
      <p:ext uri="{BB962C8B-B14F-4D97-AF65-F5344CB8AC3E}">
        <p14:creationId xmlns:p14="http://schemas.microsoft.com/office/powerpoint/2010/main" val="1776374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4F3E21-79B7-A49F-E902-9B0AF98F0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433387"/>
            <a:ext cx="8114988" cy="24617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3D67D2-2830-1400-8863-A2A12F949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3239203"/>
            <a:ext cx="669607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333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939D93-1384-B617-9E7E-D56307A06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2" y="604837"/>
            <a:ext cx="8543744" cy="506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1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80A1CB-80C3-732C-23F5-07B8DCC86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481012"/>
            <a:ext cx="6324600" cy="866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089F92-7E6C-84A3-0E09-4AA379277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1524000"/>
            <a:ext cx="699135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414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152F51-721C-3268-F1D1-FE8C4F505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" y="504825"/>
            <a:ext cx="6819900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8D39F2-962C-9DFD-2DE3-FDA52853C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75" y="4562476"/>
            <a:ext cx="6372225" cy="1638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E9B880-5DD7-6931-B1FE-CD2EB8CCC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3237" y="1909763"/>
            <a:ext cx="6877050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549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75841B-60C0-415F-0AF9-CF8FB8A6B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46231"/>
            <a:ext cx="12695181" cy="513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4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CE30CD-4C7D-62D5-368F-B6DDEB4E7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47784" y="-103695"/>
            <a:ext cx="14453426" cy="6187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374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6DA803-6E8F-BD36-5B60-47A8B5FC581E}"/>
              </a:ext>
            </a:extLst>
          </p:cNvPr>
          <p:cNvSpPr txBox="1"/>
          <p:nvPr/>
        </p:nvSpPr>
        <p:spPr>
          <a:xfrm>
            <a:off x="466725" y="2534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Meta Pixel and Conversions API (CAPI),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AAA6B8-3571-E262-C446-7DF179327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15" y="834529"/>
            <a:ext cx="8122639" cy="546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913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B66440-E555-BA3A-46BA-D8E6D7709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4" y="195262"/>
            <a:ext cx="9971855" cy="2982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218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5CBF71-78D5-4E70-93E7-1D8F6F58F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94" y="-202131"/>
            <a:ext cx="9049532" cy="65372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ADE657-C0A6-6D03-80EC-522E02B7EC1C}"/>
              </a:ext>
            </a:extLst>
          </p:cNvPr>
          <p:cNvSpPr txBox="1"/>
          <p:nvPr/>
        </p:nvSpPr>
        <p:spPr>
          <a:xfrm>
            <a:off x="3521439" y="6150114"/>
            <a:ext cx="9163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Advanced Concepts</a:t>
            </a:r>
          </a:p>
        </p:txBody>
      </p:sp>
    </p:spTree>
    <p:extLst>
      <p:ext uri="{BB962C8B-B14F-4D97-AF65-F5344CB8AC3E}">
        <p14:creationId xmlns:p14="http://schemas.microsoft.com/office/powerpoint/2010/main" val="1508581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D8E71B-23CF-C84A-0725-A95072027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144" y="128978"/>
            <a:ext cx="8507777" cy="625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955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86F95E-BAD0-449D-B335-07BDCF377083}"/>
              </a:ext>
            </a:extLst>
          </p:cNvPr>
          <p:cNvSpPr txBox="1"/>
          <p:nvPr/>
        </p:nvSpPr>
        <p:spPr>
          <a:xfrm>
            <a:off x="800100" y="3106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Blind Spot" Problem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4E3908-D759-1A2E-B75B-716E2A7AE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81087"/>
            <a:ext cx="10158502" cy="4375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548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3FF978-0307-7F16-11E0-BDC0CBFB2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901" y="129762"/>
            <a:ext cx="11758858" cy="625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437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7E1F9B-7E85-2CCD-9B3B-C8B125473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10" y="384691"/>
            <a:ext cx="8810703" cy="64456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F79898-C70D-000D-3729-C97666D97A78}"/>
              </a:ext>
            </a:extLst>
          </p:cNvPr>
          <p:cNvSpPr txBox="1"/>
          <p:nvPr/>
        </p:nvSpPr>
        <p:spPr>
          <a:xfrm>
            <a:off x="618110" y="200025"/>
            <a:ext cx="767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</a:t>
            </a:r>
            <a:r>
              <a:rPr lang="en-US" dirty="0" err="1"/>
              <a:t>cpas</a:t>
            </a:r>
            <a:r>
              <a:rPr lang="en-US" dirty="0"/>
              <a:t> works</a:t>
            </a:r>
          </a:p>
        </p:txBody>
      </p:sp>
    </p:spTree>
    <p:extLst>
      <p:ext uri="{BB962C8B-B14F-4D97-AF65-F5344CB8AC3E}">
        <p14:creationId xmlns:p14="http://schemas.microsoft.com/office/powerpoint/2010/main" val="3052437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883DCF-8497-2952-F0E0-DA2CDFF24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7" y="200025"/>
            <a:ext cx="6638925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350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90B3B9-DE4D-8B27-C4DC-6D54620EA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033462"/>
            <a:ext cx="6591300" cy="8667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EF007F-7F5E-97D4-FF04-1764647B58A8}"/>
              </a:ext>
            </a:extLst>
          </p:cNvPr>
          <p:cNvSpPr txBox="1"/>
          <p:nvPr/>
        </p:nvSpPr>
        <p:spPr>
          <a:xfrm>
            <a:off x="504825" y="114300"/>
            <a:ext cx="643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Marketing Mix Modeling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FB5305-F99E-BEF5-C651-7D993AC03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2057400"/>
            <a:ext cx="6819900" cy="4114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3B5F8E-359E-167E-23D4-D013E3AEF9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1375" y="1466849"/>
            <a:ext cx="4933950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910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</TotalTime>
  <Words>31</Words>
  <Application>Microsoft Office PowerPoint</Application>
  <PresentationFormat>Widescreen</PresentationFormat>
  <Paragraphs>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Meta Pixel, CAPI, and Lead Management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maaz cheema</dc:creator>
  <cp:lastModifiedBy>maaz cheema</cp:lastModifiedBy>
  <cp:revision>1</cp:revision>
  <dcterms:created xsi:type="dcterms:W3CDTF">2026-03-31T08:52:02Z</dcterms:created>
  <dcterms:modified xsi:type="dcterms:W3CDTF">2026-04-01T14:29:29Z</dcterms:modified>
</cp:coreProperties>
</file>