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2" r:id="rId2"/>
    <p:sldMasterId id="2147483674" r:id="rId3"/>
    <p:sldMasterId id="2147483686" r:id="rId4"/>
  </p:sldMasterIdLst>
  <p:notesMasterIdLst>
    <p:notesMasterId r:id="rId66"/>
  </p:notesMasterIdLst>
  <p:sldIdLst>
    <p:sldId id="256" r:id="rId5"/>
    <p:sldId id="257" r:id="rId6"/>
    <p:sldId id="258" r:id="rId7"/>
    <p:sldId id="259" r:id="rId8"/>
    <p:sldId id="260" r:id="rId9"/>
    <p:sldId id="370" r:id="rId10"/>
    <p:sldId id="262" r:id="rId11"/>
    <p:sldId id="342" r:id="rId12"/>
    <p:sldId id="338" r:id="rId13"/>
    <p:sldId id="346" r:id="rId14"/>
    <p:sldId id="371" r:id="rId15"/>
    <p:sldId id="372" r:id="rId16"/>
    <p:sldId id="373" r:id="rId17"/>
    <p:sldId id="374" r:id="rId18"/>
    <p:sldId id="340" r:id="rId19"/>
    <p:sldId id="341" r:id="rId20"/>
    <p:sldId id="263" r:id="rId21"/>
    <p:sldId id="264" r:id="rId22"/>
    <p:sldId id="268" r:id="rId23"/>
    <p:sldId id="266" r:id="rId24"/>
    <p:sldId id="285" r:id="rId25"/>
    <p:sldId id="355" r:id="rId26"/>
    <p:sldId id="345" r:id="rId27"/>
    <p:sldId id="288" r:id="rId28"/>
    <p:sldId id="343" r:id="rId29"/>
    <p:sldId id="289" r:id="rId30"/>
    <p:sldId id="356" r:id="rId31"/>
    <p:sldId id="357" r:id="rId32"/>
    <p:sldId id="358" r:id="rId33"/>
    <p:sldId id="291" r:id="rId34"/>
    <p:sldId id="292" r:id="rId35"/>
    <p:sldId id="293" r:id="rId36"/>
    <p:sldId id="359" r:id="rId37"/>
    <p:sldId id="360" r:id="rId38"/>
    <p:sldId id="302" r:id="rId39"/>
    <p:sldId id="298" r:id="rId40"/>
    <p:sldId id="301" r:id="rId41"/>
    <p:sldId id="303" r:id="rId42"/>
    <p:sldId id="304" r:id="rId43"/>
    <p:sldId id="306" r:id="rId44"/>
    <p:sldId id="362" r:id="rId45"/>
    <p:sldId id="308" r:id="rId46"/>
    <p:sldId id="309" r:id="rId47"/>
    <p:sldId id="363" r:id="rId48"/>
    <p:sldId id="364" r:id="rId49"/>
    <p:sldId id="365" r:id="rId50"/>
    <p:sldId id="310" r:id="rId51"/>
    <p:sldId id="311" r:id="rId52"/>
    <p:sldId id="377" r:id="rId53"/>
    <p:sldId id="379" r:id="rId54"/>
    <p:sldId id="366" r:id="rId55"/>
    <p:sldId id="380" r:id="rId56"/>
    <p:sldId id="378" r:id="rId57"/>
    <p:sldId id="368" r:id="rId58"/>
    <p:sldId id="369" r:id="rId59"/>
    <p:sldId id="326" r:id="rId60"/>
    <p:sldId id="327" r:id="rId61"/>
    <p:sldId id="328" r:id="rId62"/>
    <p:sldId id="329" r:id="rId63"/>
    <p:sldId id="336" r:id="rId64"/>
    <p:sldId id="337" r:id="rId65"/>
  </p:sldIdLst>
  <p:sldSz cx="12192000" cy="6858000"/>
  <p:notesSz cx="6858000" cy="9144000"/>
  <p:embeddedFontLst>
    <p:embeddedFont>
      <p:font typeface="Comic Sans MS" panose="030F0702030302020204" pitchFamily="66" charset="0"/>
      <p:regular r:id="rId67"/>
      <p:bold r:id="rId68"/>
      <p:italic r:id="rId69"/>
      <p:boldItalic r:id="rId70"/>
    </p:embeddedFont>
    <p:embeddedFont>
      <p:font typeface="Helvetica Neue Light" panose="020B0604020202020204" charset="0"/>
      <p:regular r:id="rId71"/>
      <p:bold r:id="rId72"/>
      <p:italic r:id="rId73"/>
      <p:boldItalic r:id="rId74"/>
    </p:embeddedFont>
    <p:embeddedFont>
      <p:font typeface="Times" panose="02020603050405020304" pitchFamily="18"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9" roundtripDataSignature="AMtx7mji4wAJ3AgXzUmvwfhA2vWhjkK/R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CF6051-8640-4DF2-80FC-4A977FD1F0BA}">
  <a:tblStyle styleId="{08CF6051-8640-4DF2-80FC-4A977FD1F0B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663" autoAdjust="0"/>
  </p:normalViewPr>
  <p:slideViewPr>
    <p:cSldViewPr snapToGrid="0">
      <p:cViewPr varScale="1">
        <p:scale>
          <a:sx n="89" d="100"/>
          <a:sy n="89" d="100"/>
        </p:scale>
        <p:origin x="935" y="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font" Target="fonts/font2.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font" Target="fonts/font8.fntdata"/><Relationship Id="rId102"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font" Target="fonts/font3.fntdata"/><Relationship Id="rId77" Type="http://schemas.openxmlformats.org/officeDocument/2006/relationships/font" Target="fonts/font11.fntdata"/><Relationship Id="rId100"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6.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font" Target="fonts/font1.fntdata"/><Relationship Id="rId103"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font" Target="fonts/font4.fntdata"/><Relationship Id="rId75"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font" Target="fonts/font7.fntdata"/><Relationship Id="rId78" Type="http://schemas.openxmlformats.org/officeDocument/2006/relationships/font" Target="fonts/font12.fntdata"/><Relationship Id="rId99" Type="http://customschemas.google.com/relationships/presentationmetadata" Target="metadata"/><Relationship Id="rId10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0.fntdata"/><Relationship Id="rId7" Type="http://schemas.openxmlformats.org/officeDocument/2006/relationships/slide" Target="slides/slide3.xml"/><Relationship Id="rId71" Type="http://schemas.openxmlformats.org/officeDocument/2006/relationships/font" Target="fonts/font5.fntdata"/><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
        <p:nvSpPr>
          <p:cNvPr id="328" name="Google Shape;328;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2</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6" name="Google Shape;336;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
        <p:nvSpPr>
          <p:cNvPr id="337" name="Google Shape;337;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3</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5" name="Google Shape;345;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
        <p:nvSpPr>
          <p:cNvPr id="346" name="Google Shape;346;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4</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4" name="Google Shape;354;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
        <p:nvSpPr>
          <p:cNvPr id="355" name="Google Shape;355;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5</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7</a:t>
            </a:fld>
            <a:endParaRPr sz="1200" b="0" i="0" u="none" strike="noStrike" cap="none">
              <a:solidFill>
                <a:schemeClr val="dk1"/>
              </a:solidFill>
              <a:latin typeface="Times New Roman"/>
              <a:ea typeface="Times New Roman"/>
              <a:cs typeface="Times New Roman"/>
              <a:sym typeface="Times New Roman"/>
            </a:endParaRPr>
          </a:p>
        </p:txBody>
      </p:sp>
      <p:sp>
        <p:nvSpPr>
          <p:cNvPr id="374" name="Google Shape;374;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5" name="Google Shape;375;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l" rtl="0">
              <a:spcBef>
                <a:spcPts val="0"/>
              </a:spcBef>
              <a:spcAft>
                <a:spcPts val="0"/>
              </a:spcAft>
              <a:buSzPts val="1820"/>
              <a:buFont typeface="Noto Sans Symbols"/>
              <a:buChar char="🞆"/>
            </a:pPr>
            <a:r>
              <a:rPr lang="en-US" dirty="0">
                <a:latin typeface="Times New Roman"/>
                <a:ea typeface="Times New Roman"/>
                <a:cs typeface="Times New Roman"/>
                <a:sym typeface="Times New Roman"/>
              </a:rPr>
              <a:t>A schedule along with time estimates.</a:t>
            </a:r>
            <a:endParaRPr lang="en-US" dirty="0"/>
          </a:p>
          <a:p>
            <a:pPr marL="342900" lvl="0" indent="-342900" algn="l" rtl="0">
              <a:spcBef>
                <a:spcPts val="520"/>
              </a:spcBef>
              <a:spcAft>
                <a:spcPts val="0"/>
              </a:spcAft>
              <a:buSzPts val="1820"/>
              <a:buFont typeface="Noto Sans Symbols"/>
              <a:buChar char="🞆"/>
            </a:pPr>
            <a:r>
              <a:rPr lang="en-US" dirty="0">
                <a:latin typeface="Times New Roman"/>
                <a:ea typeface="Times New Roman"/>
                <a:cs typeface="Times New Roman"/>
                <a:sym typeface="Times New Roman"/>
              </a:rPr>
              <a:t>A prioritized list of features.</a:t>
            </a:r>
            <a:endParaRPr lang="en-US" dirty="0"/>
          </a:p>
          <a:p>
            <a:pPr marL="342900" lvl="0" indent="-342900" algn="l" rtl="0">
              <a:spcBef>
                <a:spcPts val="520"/>
              </a:spcBef>
              <a:spcAft>
                <a:spcPts val="0"/>
              </a:spcAft>
              <a:buSzPts val="1820"/>
              <a:buFont typeface="Noto Sans Symbols"/>
              <a:buChar char="🞆"/>
            </a:pPr>
            <a:r>
              <a:rPr lang="en-US" dirty="0">
                <a:latin typeface="Times New Roman"/>
                <a:ea typeface="Times New Roman"/>
                <a:cs typeface="Times New Roman"/>
                <a:sym typeface="Times New Roman"/>
              </a:rPr>
              <a:t>An example of the main page so we can review look and feel.</a:t>
            </a:r>
            <a:endParaRPr lang="en-US" dirty="0"/>
          </a:p>
          <a:p>
            <a:pPr marL="342900" lvl="0" indent="-342900" algn="l" rtl="0">
              <a:spcBef>
                <a:spcPts val="520"/>
              </a:spcBef>
              <a:spcAft>
                <a:spcPts val="0"/>
              </a:spcAft>
              <a:buSzPts val="1820"/>
              <a:buFont typeface="Noto Sans Symbols"/>
              <a:buChar char="🞆"/>
            </a:pPr>
            <a:r>
              <a:rPr lang="en-US" dirty="0">
                <a:latin typeface="Times New Roman"/>
                <a:ea typeface="Times New Roman"/>
                <a:cs typeface="Times New Roman"/>
                <a:sym typeface="Times New Roman"/>
              </a:rPr>
              <a:t>An archive of the old website</a:t>
            </a:r>
            <a:endParaRPr lang="en-US" dirty="0"/>
          </a:p>
          <a:p>
            <a:pPr marL="342900" lvl="0" indent="-342900" algn="l" rtl="0">
              <a:spcBef>
                <a:spcPts val="520"/>
              </a:spcBef>
              <a:spcAft>
                <a:spcPts val="0"/>
              </a:spcAft>
              <a:buSzPts val="1820"/>
              <a:buFont typeface="Noto Sans Symbols"/>
              <a:buChar char="🞆"/>
            </a:pPr>
            <a:r>
              <a:rPr lang="en-US" dirty="0">
                <a:latin typeface="Times New Roman"/>
                <a:ea typeface="Times New Roman"/>
                <a:cs typeface="Times New Roman"/>
                <a:sym typeface="Times New Roman"/>
              </a:rPr>
              <a:t>The final website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05263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7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17</a:t>
            </a:fld>
            <a:endParaRPr sz="1800" b="0" i="0" u="none" strike="noStrike" cap="none">
              <a:solidFill>
                <a:schemeClr val="dk1"/>
              </a:solidFill>
              <a:latin typeface="Arial"/>
              <a:ea typeface="Arial"/>
              <a:cs typeface="Arial"/>
              <a:sym typeface="Arial"/>
            </a:endParaRPr>
          </a:p>
        </p:txBody>
      </p:sp>
      <p:sp>
        <p:nvSpPr>
          <p:cNvPr id="390" name="Google Shape;390;p79:notes"/>
          <p:cNvSpPr>
            <a:spLocks noGrp="1" noRot="1" noChangeAspect="1"/>
          </p:cNvSpPr>
          <p:nvPr>
            <p:ph type="sldImg" idx="2"/>
          </p:nvPr>
        </p:nvSpPr>
        <p:spPr>
          <a:xfrm>
            <a:off x="457200" y="719138"/>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1" name="Google Shape;391;p79:notes"/>
          <p:cNvSpPr txBox="1">
            <a:spLocks noGrp="1"/>
          </p:cNvSpPr>
          <p:nvPr>
            <p:ph type="body" idx="1"/>
          </p:nvPr>
        </p:nvSpPr>
        <p:spPr>
          <a:xfrm>
            <a:off x="731838" y="4560888"/>
            <a:ext cx="5851525" cy="4321175"/>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r>
              <a:rPr lang="en-US" b="0" i="0">
                <a:solidFill>
                  <a:srgbClr val="232D41"/>
                </a:solidFill>
                <a:latin typeface="Arial"/>
                <a:ea typeface="Arial"/>
                <a:cs typeface="Arial"/>
                <a:sym typeface="Arial"/>
              </a:rPr>
              <a:t>Projects are finite; they have a defined start and end date and are essentially one and done.</a:t>
            </a:r>
            <a:endParaRPr/>
          </a:p>
          <a:p>
            <a:pPr marL="457200" lvl="0" indent="-228600" algn="l" rtl="0">
              <a:lnSpc>
                <a:spcPct val="100000"/>
              </a:lnSpc>
              <a:spcBef>
                <a:spcPts val="0"/>
              </a:spcBef>
              <a:spcAft>
                <a:spcPts val="0"/>
              </a:spcAft>
              <a:buSzPts val="1400"/>
              <a:buNone/>
            </a:pPr>
            <a:r>
              <a:rPr lang="en-US" b="0" i="0">
                <a:solidFill>
                  <a:srgbClr val="232D41"/>
                </a:solidFill>
                <a:latin typeface="Arial"/>
                <a:ea typeface="Arial"/>
                <a:cs typeface="Arial"/>
                <a:sym typeface="Arial"/>
              </a:rPr>
              <a:t>A product focused model, on the other hand, is tied to the natural product lifecycle—you are never done until the product reaches its end of life. Resources are also flexible to meet the demands of the product lifecycle and your backlog of items has a much smaller time horizon. The product-oriented approach makes it much easier to manage the ongoing health and maintenance of the product.</a:t>
            </a:r>
            <a:endParaRPr/>
          </a:p>
          <a:p>
            <a:pPr marL="457200" lvl="0" indent="-228600" algn="l" rtl="0">
              <a:lnSpc>
                <a:spcPct val="100000"/>
              </a:lnSpc>
              <a:spcBef>
                <a:spcPts val="0"/>
              </a:spcBef>
              <a:spcAft>
                <a:spcPts val="0"/>
              </a:spcAft>
              <a:buSzPts val="1400"/>
              <a:buNone/>
            </a:pPr>
            <a:r>
              <a:rPr lang="en-US" b="0" i="0">
                <a:solidFill>
                  <a:srgbClr val="232D41"/>
                </a:solidFill>
                <a:latin typeface="Arial"/>
                <a:ea typeface="Arial"/>
                <a:cs typeface="Arial"/>
                <a:sym typeface="Arial"/>
              </a:rPr>
              <a:t>A big project, however, can last years. Alternatively, a typical product backlog in a product model, usually has a horizon of no more than a few months.</a:t>
            </a:r>
            <a:endParaRPr/>
          </a:p>
          <a:p>
            <a:pPr marL="457200" lvl="0" indent="-228600" algn="l" rtl="0">
              <a:lnSpc>
                <a:spcPct val="100000"/>
              </a:lnSpc>
              <a:spcBef>
                <a:spcPts val="0"/>
              </a:spcBef>
              <a:spcAft>
                <a:spcPts val="0"/>
              </a:spcAft>
              <a:buSzPts val="1400"/>
              <a:buNone/>
            </a:pPr>
            <a:endParaRPr>
              <a:latin typeface="Arial"/>
              <a:ea typeface="Arial"/>
              <a:cs typeface="Arial"/>
              <a:sym typeface="Arial"/>
            </a:endParaRPr>
          </a:p>
          <a:p>
            <a:pPr marL="457200" lvl="0" indent="-228600" algn="l" rtl="0">
              <a:lnSpc>
                <a:spcPct val="100000"/>
              </a:lnSpc>
              <a:spcBef>
                <a:spcPts val="0"/>
              </a:spcBef>
              <a:spcAft>
                <a:spcPts val="0"/>
              </a:spcAft>
              <a:buSzPts val="1400"/>
              <a:buNone/>
            </a:pPr>
            <a:r>
              <a:rPr lang="en-US">
                <a:latin typeface="Arial"/>
                <a:ea typeface="Arial"/>
                <a:cs typeface="Arial"/>
                <a:sym typeface="Arial"/>
              </a:rPr>
              <a:t>PMBOK 2004: Add more</a:t>
            </a:r>
            <a:endParaRPr/>
          </a:p>
          <a:p>
            <a:pPr marL="457200" lvl="0" indent="-228600" algn="l" rtl="0">
              <a:lnSpc>
                <a:spcPct val="100000"/>
              </a:lnSpc>
              <a:spcBef>
                <a:spcPts val="0"/>
              </a:spcBef>
              <a:spcAft>
                <a:spcPts val="0"/>
              </a:spcAft>
              <a:buSzPts val="1400"/>
              <a:buNone/>
            </a:pPr>
            <a:r>
              <a:rPr lang="en-US">
                <a:latin typeface="Arial"/>
                <a:ea typeface="Arial"/>
                <a:cs typeface="Arial"/>
                <a:sym typeface="Arial"/>
              </a:rPr>
              <a:t>Divestment&gt;&gt; remove, take off, remove</a:t>
            </a:r>
            <a:endParaRPr/>
          </a:p>
          <a:p>
            <a:pPr marL="457200" lvl="0" indent="-228600" algn="l" rtl="0">
              <a:lnSpc>
                <a:spcPct val="100000"/>
              </a:lnSpc>
              <a:spcBef>
                <a:spcPts val="0"/>
              </a:spcBef>
              <a:spcAft>
                <a:spcPts val="0"/>
              </a:spcAft>
              <a:buSzPts val="1400"/>
              <a:buNone/>
            </a:pPr>
            <a:r>
              <a:rPr lang="en-US">
                <a:latin typeface="Arial"/>
                <a:ea typeface="Arial"/>
                <a:cs typeface="Arial"/>
                <a:sym typeface="Arial"/>
              </a:rPr>
              <a:t>In some application areas, such as new product development or software development, organizations consider the </a:t>
            </a:r>
            <a:endParaRPr/>
          </a:p>
          <a:p>
            <a:pPr marL="457200" lvl="0" indent="-228600" algn="l" rtl="0">
              <a:lnSpc>
                <a:spcPct val="100000"/>
              </a:lnSpc>
              <a:spcBef>
                <a:spcPts val="0"/>
              </a:spcBef>
              <a:spcAft>
                <a:spcPts val="0"/>
              </a:spcAft>
              <a:buSzPts val="1400"/>
              <a:buNone/>
            </a:pPr>
            <a:r>
              <a:rPr lang="en-US" b="1">
                <a:latin typeface="Arial"/>
                <a:ea typeface="Arial"/>
                <a:cs typeface="Arial"/>
                <a:sym typeface="Arial"/>
              </a:rPr>
              <a:t>project life cycle</a:t>
            </a:r>
            <a:r>
              <a:rPr lang="en-US">
                <a:latin typeface="Arial"/>
                <a:ea typeface="Arial"/>
                <a:cs typeface="Arial"/>
                <a:sym typeface="Arial"/>
              </a:rPr>
              <a:t> as </a:t>
            </a:r>
            <a:r>
              <a:rPr lang="en-US" b="1">
                <a:latin typeface="Arial"/>
                <a:ea typeface="Arial"/>
                <a:cs typeface="Arial"/>
                <a:sym typeface="Arial"/>
              </a:rPr>
              <a:t>part of</a:t>
            </a:r>
            <a:r>
              <a:rPr lang="en-US">
                <a:latin typeface="Arial"/>
                <a:ea typeface="Arial"/>
                <a:cs typeface="Arial"/>
                <a:sym typeface="Arial"/>
              </a:rPr>
              <a:t> the </a:t>
            </a:r>
            <a:r>
              <a:rPr lang="en-US" b="1">
                <a:latin typeface="Arial"/>
                <a:ea typeface="Arial"/>
                <a:cs typeface="Arial"/>
                <a:sym typeface="Arial"/>
              </a:rPr>
              <a:t>product life cycle.</a:t>
            </a:r>
            <a:endParaRPr/>
          </a:p>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8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18</a:t>
            </a:fld>
            <a:endParaRPr sz="1800" b="0" i="0" u="none" strike="noStrike" cap="none">
              <a:solidFill>
                <a:schemeClr val="dk1"/>
              </a:solidFill>
              <a:latin typeface="Arial"/>
              <a:ea typeface="Arial"/>
              <a:cs typeface="Arial"/>
              <a:sym typeface="Arial"/>
            </a:endParaRPr>
          </a:p>
        </p:txBody>
      </p:sp>
      <p:sp>
        <p:nvSpPr>
          <p:cNvPr id="399" name="Google Shape;399;p80:notes"/>
          <p:cNvSpPr>
            <a:spLocks noGrp="1" noRot="1" noChangeAspect="1"/>
          </p:cNvSpPr>
          <p:nvPr>
            <p:ph type="sldImg" idx="2"/>
          </p:nvPr>
        </p:nvSpPr>
        <p:spPr>
          <a:xfrm>
            <a:off x="457200" y="719138"/>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0" name="Google Shape;400;p80:notes"/>
          <p:cNvSpPr txBox="1">
            <a:spLocks noGrp="1"/>
          </p:cNvSpPr>
          <p:nvPr>
            <p:ph type="body" idx="1"/>
          </p:nvPr>
        </p:nvSpPr>
        <p:spPr>
          <a:xfrm>
            <a:off x="731838" y="4560888"/>
            <a:ext cx="5851525" cy="4321175"/>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8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19</a:t>
            </a:fld>
            <a:endParaRPr sz="1200" b="0" i="0" u="none" strike="noStrike" cap="none">
              <a:solidFill>
                <a:srgbClr val="000000"/>
              </a:solidFill>
              <a:latin typeface="Times New Roman"/>
              <a:ea typeface="Times New Roman"/>
              <a:cs typeface="Times New Roman"/>
              <a:sym typeface="Times New Roman"/>
            </a:endParaRPr>
          </a:p>
        </p:txBody>
      </p:sp>
      <p:sp>
        <p:nvSpPr>
          <p:cNvPr id="469" name="Google Shape;469;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0" name="Google Shape;470;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8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20</a:t>
            </a:fld>
            <a:endParaRPr sz="1800" b="0" i="0" u="none" strike="noStrike" cap="none">
              <a:solidFill>
                <a:schemeClr val="dk1"/>
              </a:solidFill>
              <a:latin typeface="Arial"/>
              <a:ea typeface="Arial"/>
              <a:cs typeface="Arial"/>
              <a:sym typeface="Arial"/>
            </a:endParaRPr>
          </a:p>
        </p:txBody>
      </p:sp>
      <p:sp>
        <p:nvSpPr>
          <p:cNvPr id="436" name="Google Shape;436;p82:notes"/>
          <p:cNvSpPr>
            <a:spLocks noGrp="1" noRot="1" noChangeAspect="1"/>
          </p:cNvSpPr>
          <p:nvPr>
            <p:ph type="sldImg" idx="2"/>
          </p:nvPr>
        </p:nvSpPr>
        <p:spPr>
          <a:xfrm>
            <a:off x="460375" y="720725"/>
            <a:ext cx="6396038" cy="35988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7" name="Google Shape;437;p82:notes"/>
          <p:cNvSpPr txBox="1">
            <a:spLocks noGrp="1"/>
          </p:cNvSpPr>
          <p:nvPr>
            <p:ph type="body" idx="1"/>
          </p:nvPr>
        </p:nvSpPr>
        <p:spPr>
          <a:xfrm>
            <a:off x="731838" y="4559300"/>
            <a:ext cx="5851525" cy="4321175"/>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r>
              <a:rPr lang="en-US">
                <a:latin typeface="Arial"/>
                <a:ea typeface="Arial"/>
                <a:cs typeface="Arial"/>
                <a:sym typeface="Arial"/>
              </a:rPr>
              <a:t>Commonalities between phases for Product and Project (system) development with project phases 1 00,101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10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21</a:t>
            </a:fld>
            <a:endParaRPr sz="1800" b="0" i="0" u="none" strike="noStrike" cap="none">
              <a:solidFill>
                <a:schemeClr val="dk1"/>
              </a:solidFill>
              <a:latin typeface="Arial"/>
              <a:ea typeface="Arial"/>
              <a:cs typeface="Arial"/>
              <a:sym typeface="Arial"/>
            </a:endParaRPr>
          </a:p>
        </p:txBody>
      </p:sp>
      <p:sp>
        <p:nvSpPr>
          <p:cNvPr id="646" name="Google Shape;646;p10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7" name="Google Shape;647;p101: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r>
              <a:rPr lang="en-US">
                <a:latin typeface="Arial"/>
                <a:ea typeface="Arial"/>
                <a:cs typeface="Arial"/>
                <a:sym typeface="Arial"/>
              </a:rPr>
              <a:t>+PMI-8</a:t>
            </a:r>
            <a:endParaRPr b="1">
              <a:latin typeface="Arial"/>
              <a:ea typeface="Arial"/>
              <a:cs typeface="Arial"/>
              <a:sym typeface="Arial"/>
            </a:endParaRPr>
          </a:p>
          <a:p>
            <a:pPr marL="457200" lvl="0" indent="-228600" algn="l" rtl="0">
              <a:lnSpc>
                <a:spcPct val="100000"/>
              </a:lnSpc>
              <a:spcBef>
                <a:spcPts val="0"/>
              </a:spcBef>
              <a:spcAft>
                <a:spcPts val="0"/>
              </a:spcAft>
              <a:buSzPts val="1400"/>
              <a:buNone/>
            </a:pPr>
            <a:endParaRPr b="1">
              <a:latin typeface="Arial"/>
              <a:ea typeface="Arial"/>
              <a:cs typeface="Arial"/>
              <a:sym typeface="Arial"/>
            </a:endParaRPr>
          </a:p>
          <a:p>
            <a:pPr marL="457200" lvl="0" indent="-228600" algn="l" rtl="0">
              <a:lnSpc>
                <a:spcPct val="100000"/>
              </a:lnSpc>
              <a:spcBef>
                <a:spcPts val="0"/>
              </a:spcBef>
              <a:spcAft>
                <a:spcPts val="0"/>
              </a:spcAft>
              <a:buSzPts val="1400"/>
              <a:buNone/>
            </a:pPr>
            <a:r>
              <a:rPr lang="en-US" b="0" i="0">
                <a:solidFill>
                  <a:srgbClr val="202124"/>
                </a:solidFill>
                <a:latin typeface="arial"/>
                <a:ea typeface="arial"/>
                <a:cs typeface="arial"/>
                <a:sym typeface="arial"/>
              </a:rPr>
              <a:t>The </a:t>
            </a:r>
            <a:r>
              <a:rPr lang="en-US" b="1" i="0">
                <a:solidFill>
                  <a:srgbClr val="202124"/>
                </a:solidFill>
                <a:latin typeface="arial"/>
                <a:ea typeface="arial"/>
                <a:cs typeface="arial"/>
                <a:sym typeface="arial"/>
              </a:rPr>
              <a:t>knowledge areas</a:t>
            </a:r>
            <a:r>
              <a:rPr lang="en-US" b="0" i="0">
                <a:solidFill>
                  <a:srgbClr val="202124"/>
                </a:solidFill>
                <a:latin typeface="arial"/>
                <a:ea typeface="arial"/>
                <a:cs typeface="arial"/>
                <a:sym typeface="arial"/>
              </a:rPr>
              <a:t> are the core technical subject matter, which are necessary for effective project management.</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2" name="Google Shape;752;p1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
        <p:nvSpPr>
          <p:cNvPr id="753" name="Google Shape;753;p10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22</a:t>
            </a:fld>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62795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24</a:t>
            </a:fld>
            <a:endParaRPr sz="1800" b="0" i="0" u="none" strike="noStrike" cap="none">
              <a:solidFill>
                <a:schemeClr val="dk1"/>
              </a:solidFill>
              <a:latin typeface="Arial"/>
              <a:ea typeface="Arial"/>
              <a:cs typeface="Arial"/>
              <a:sym typeface="Arial"/>
            </a:endParaRPr>
          </a:p>
        </p:txBody>
      </p:sp>
      <p:sp>
        <p:nvSpPr>
          <p:cNvPr id="725" name="Google Shape;725;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6" name="Google Shape;726;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r>
              <a:rPr lang="en-US" b="1">
                <a:latin typeface="Arial"/>
                <a:ea typeface="Arial"/>
                <a:cs typeface="Arial"/>
                <a:sym typeface="Arial"/>
              </a:rPr>
              <a:t>Extent &gt;&gt; amount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4" name="Google Shape;734;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
        <p:nvSpPr>
          <p:cNvPr id="735" name="Google Shape;735;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26</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87044" name="Slide Number Placeholder 3"/>
          <p:cNvSpPr>
            <a:spLocks noGrp="1"/>
          </p:cNvSpPr>
          <p:nvPr>
            <p:ph type="sldNum" sz="quarter" idx="5"/>
          </p:nvPr>
        </p:nvSpPr>
        <p:spPr/>
        <p:txBody>
          <a:bodyPr/>
          <a:lstStyle>
            <a:lvl1pPr defTabSz="942975" eaLnBrk="0" hangingPunct="0">
              <a:defRPr>
                <a:solidFill>
                  <a:schemeClr val="tx1"/>
                </a:solidFill>
                <a:latin typeface="Arial" panose="020B0604020202020204" pitchFamily="34" charset="0"/>
                <a:cs typeface="Arial" panose="020B0604020202020204" pitchFamily="34" charset="0"/>
              </a:defRPr>
            </a:lvl1pPr>
            <a:lvl2pPr marL="742950" indent="-285750" defTabSz="942975" eaLnBrk="0" hangingPunct="0">
              <a:defRPr>
                <a:solidFill>
                  <a:schemeClr val="tx1"/>
                </a:solidFill>
                <a:latin typeface="Arial" panose="020B0604020202020204" pitchFamily="34" charset="0"/>
                <a:cs typeface="Arial" panose="020B0604020202020204" pitchFamily="34" charset="0"/>
              </a:defRPr>
            </a:lvl2pPr>
            <a:lvl3pPr marL="1143000" indent="-228600" defTabSz="942975" eaLnBrk="0" hangingPunct="0">
              <a:defRPr>
                <a:solidFill>
                  <a:schemeClr val="tx1"/>
                </a:solidFill>
                <a:latin typeface="Arial" panose="020B0604020202020204" pitchFamily="34" charset="0"/>
                <a:cs typeface="Arial" panose="020B0604020202020204" pitchFamily="34" charset="0"/>
              </a:defRPr>
            </a:lvl3pPr>
            <a:lvl4pPr marL="1600200" indent="-228600" defTabSz="942975" eaLnBrk="0" hangingPunct="0">
              <a:defRPr>
                <a:solidFill>
                  <a:schemeClr val="tx1"/>
                </a:solidFill>
                <a:latin typeface="Arial" panose="020B0604020202020204" pitchFamily="34" charset="0"/>
                <a:cs typeface="Arial" panose="020B0604020202020204" pitchFamily="34" charset="0"/>
              </a:defRPr>
            </a:lvl4pPr>
            <a:lvl5pPr marL="2057400" indent="-228600" defTabSz="942975" eaLnBrk="0" hangingPunct="0">
              <a:defRPr>
                <a:solidFill>
                  <a:schemeClr val="tx1"/>
                </a:solidFill>
                <a:latin typeface="Arial" panose="020B0604020202020204" pitchFamily="34" charset="0"/>
                <a:cs typeface="Arial" panose="020B0604020202020204" pitchFamily="34" charset="0"/>
              </a:defRPr>
            </a:lvl5pPr>
            <a:lvl6pPr marL="2514600" indent="-228600" defTabSz="9429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429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429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429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6D8B719-7068-430B-B4B5-B91021D3A7D2}" type="slidenum">
              <a:rPr lang="en-US" altLang="en-US"/>
              <a:pPr eaLnBrk="1" hangingPunct="1"/>
              <a:t>29</a:t>
            </a:fld>
            <a:endParaRPr lang="en-US" altLang="en-US"/>
          </a:p>
        </p:txBody>
      </p:sp>
    </p:spTree>
    <p:extLst>
      <p:ext uri="{BB962C8B-B14F-4D97-AF65-F5344CB8AC3E}">
        <p14:creationId xmlns:p14="http://schemas.microsoft.com/office/powerpoint/2010/main" val="4343084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2" name="Google Shape;752;p1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
        <p:nvSpPr>
          <p:cNvPr id="753" name="Google Shape;753;p10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30</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0" name="Google Shape;760;p10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
        <p:nvSpPr>
          <p:cNvPr id="761" name="Google Shape;761;p10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31</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10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32</a:t>
            </a:fld>
            <a:endParaRPr sz="1800" b="0" i="0" u="none" strike="noStrike" cap="none">
              <a:solidFill>
                <a:schemeClr val="dk1"/>
              </a:solidFill>
              <a:latin typeface="Arial"/>
              <a:ea typeface="Arial"/>
              <a:cs typeface="Arial"/>
              <a:sym typeface="Arial"/>
            </a:endParaRPr>
          </a:p>
        </p:txBody>
      </p:sp>
      <p:sp>
        <p:nvSpPr>
          <p:cNvPr id="781" name="Google Shape;781;p10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2" name="Google Shape;782;p106: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34340" lvl="0" indent="-571500" algn="l" rtl="0">
              <a:lnSpc>
                <a:spcPct val="90000"/>
              </a:lnSpc>
              <a:spcBef>
                <a:spcPts val="0"/>
              </a:spcBef>
              <a:spcAft>
                <a:spcPts val="0"/>
              </a:spcAft>
              <a:buSzPts val="3600"/>
              <a:buFont typeface="Wingdings" panose="05000000000000000000" pitchFamily="2" charset="2"/>
              <a:buChar char="§"/>
            </a:pPr>
            <a:r>
              <a:rPr lang="en-US" sz="1200" dirty="0"/>
              <a:t>Improve accuracy of cost, time, and resource estimates.</a:t>
            </a:r>
            <a:endParaRPr lang="en-US" dirty="0"/>
          </a:p>
          <a:p>
            <a:pPr marL="434340" lvl="0" indent="-571500" algn="l" rtl="0">
              <a:lnSpc>
                <a:spcPct val="90000"/>
              </a:lnSpc>
              <a:spcBef>
                <a:spcPts val="1400"/>
              </a:spcBef>
              <a:spcAft>
                <a:spcPts val="0"/>
              </a:spcAft>
              <a:buSzPts val="3600"/>
              <a:buFont typeface="Wingdings" panose="05000000000000000000" pitchFamily="2" charset="2"/>
              <a:buChar char="§"/>
            </a:pPr>
            <a:r>
              <a:rPr lang="en-US" sz="1200" dirty="0"/>
              <a:t>Define a baseline for performance measurement and control.</a:t>
            </a:r>
            <a:endParaRPr lang="en-US" dirty="0"/>
          </a:p>
          <a:p>
            <a:pPr marL="434340" lvl="0" indent="-571500" algn="l" rtl="0">
              <a:lnSpc>
                <a:spcPct val="90000"/>
              </a:lnSpc>
              <a:spcBef>
                <a:spcPts val="1400"/>
              </a:spcBef>
              <a:spcAft>
                <a:spcPts val="0"/>
              </a:spcAft>
              <a:buSzPts val="3600"/>
              <a:buFont typeface="Wingdings" panose="05000000000000000000" pitchFamily="2" charset="2"/>
              <a:buChar char="§"/>
            </a:pPr>
            <a:r>
              <a:rPr lang="en-US" sz="1200" dirty="0"/>
              <a:t>Facilitate clear responsibility assignments.</a:t>
            </a:r>
          </a:p>
          <a:p>
            <a:pPr marL="91440" lvl="0" indent="0" algn="l" rtl="0">
              <a:lnSpc>
                <a:spcPct val="90000"/>
              </a:lnSpc>
              <a:spcBef>
                <a:spcPts val="1400"/>
              </a:spcBef>
              <a:spcAft>
                <a:spcPts val="0"/>
              </a:spcAft>
              <a:buSzPts val="3600"/>
              <a:buNone/>
            </a:pPr>
            <a:endParaRPr lang="en-US" sz="1200" dirty="0"/>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33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345986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3" name="Google Shape;903;p1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
        <p:nvSpPr>
          <p:cNvPr id="904" name="Google Shape;904;p10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35</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7" name="Google Shape;867;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
        <p:nvSpPr>
          <p:cNvPr id="868" name="Google Shape;868;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36</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4" name="Google Shape;894;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
        <p:nvSpPr>
          <p:cNvPr id="895" name="Google Shape;895;p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37</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p1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2" name="Google Shape;912;p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1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9" name="Google Shape;919;p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p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1" name="Google Shape;941;p1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
        <p:nvSpPr>
          <p:cNvPr id="942" name="Google Shape;942;p1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40</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p1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42</a:t>
            </a:fld>
            <a:endParaRPr sz="1800" b="0" i="0" u="none" strike="noStrike" cap="none">
              <a:solidFill>
                <a:schemeClr val="dk1"/>
              </a:solidFill>
              <a:latin typeface="Arial"/>
              <a:ea typeface="Arial"/>
              <a:cs typeface="Arial"/>
              <a:sym typeface="Arial"/>
            </a:endParaRPr>
          </a:p>
        </p:txBody>
      </p:sp>
      <p:sp>
        <p:nvSpPr>
          <p:cNvPr id="960" name="Google Shape;960;p115:notes"/>
          <p:cNvSpPr>
            <a:spLocks noGrp="1" noRot="1" noChangeAspect="1"/>
          </p:cNvSpPr>
          <p:nvPr>
            <p:ph type="sldImg" idx="2"/>
          </p:nvPr>
        </p:nvSpPr>
        <p:spPr>
          <a:xfrm>
            <a:off x="458788"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1" name="Google Shape;961;p115: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r>
              <a:rPr lang="en-US">
                <a:latin typeface="Arial"/>
                <a:ea typeface="Arial"/>
                <a:cs typeface="Arial"/>
                <a:sym typeface="Arial"/>
              </a:rPr>
              <a:t>Kathy</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7" name="Google Shape;997;p1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latin typeface="Arial"/>
              <a:ea typeface="Arial"/>
              <a:cs typeface="Arial"/>
              <a:sym typeface="Arial"/>
            </a:endParaRPr>
          </a:p>
        </p:txBody>
      </p:sp>
      <p:sp>
        <p:nvSpPr>
          <p:cNvPr id="998" name="Google Shape;998;p1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43</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47</a:t>
            </a:fld>
            <a:endParaRPr sz="1800" b="0" i="0" u="none" strike="noStrike" cap="none">
              <a:solidFill>
                <a:schemeClr val="dk1"/>
              </a:solidFill>
              <a:latin typeface="Arial"/>
              <a:ea typeface="Arial"/>
              <a:cs typeface="Arial"/>
              <a:sym typeface="Arial"/>
            </a:endParaRPr>
          </a:p>
        </p:txBody>
      </p:sp>
      <p:sp>
        <p:nvSpPr>
          <p:cNvPr id="1025" name="Google Shape;1025;p117:notes"/>
          <p:cNvSpPr>
            <a:spLocks noGrp="1" noRot="1" noChangeAspect="1"/>
          </p:cNvSpPr>
          <p:nvPr>
            <p:ph type="sldImg" idx="2"/>
          </p:nvPr>
        </p:nvSpPr>
        <p:spPr>
          <a:xfrm>
            <a:off x="458788"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6" name="Google Shape;1026;p117: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t" anchorCtr="0">
            <a:noAutofit/>
          </a:bodyPr>
          <a:lstStyle/>
          <a:p>
            <a:pPr>
              <a:spcBef>
                <a:spcPct val="45000"/>
              </a:spcBef>
            </a:pPr>
            <a:r>
              <a:rPr lang="en-US" altLang="en-US" sz="1200" i="1" u="sng" dirty="0"/>
              <a:t>Network (precedence) diagram</a:t>
            </a:r>
            <a:r>
              <a:rPr lang="en-US" altLang="en-US" sz="1200" dirty="0"/>
              <a:t> – diagram of project activities that shows sequential relationships by the use of arrows and nodes.</a:t>
            </a:r>
          </a:p>
          <a:p>
            <a:pPr>
              <a:spcBef>
                <a:spcPct val="45000"/>
              </a:spcBef>
            </a:pPr>
            <a:r>
              <a:rPr lang="en-US" altLang="en-US" sz="1200" i="1" u="sng" dirty="0"/>
              <a:t>Activity-on-arrow</a:t>
            </a:r>
            <a:r>
              <a:rPr lang="en-US" altLang="en-US" sz="1200" dirty="0"/>
              <a:t> (AOA) – a network diagram convention in which arrows designate activities. </a:t>
            </a:r>
          </a:p>
          <a:p>
            <a:pPr>
              <a:spcBef>
                <a:spcPct val="45000"/>
              </a:spcBef>
            </a:pPr>
            <a:r>
              <a:rPr lang="en-US" altLang="en-US" sz="1200" i="1" u="sng" dirty="0"/>
              <a:t>Activity-on-node</a:t>
            </a:r>
            <a:r>
              <a:rPr lang="en-US" altLang="en-US" sz="1200" dirty="0"/>
              <a:t> (AON) – a network diagram convention in which nodes designate activities.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p1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48</a:t>
            </a:fld>
            <a:endParaRPr sz="1800" b="0" i="0" u="none" strike="noStrike" cap="none">
              <a:solidFill>
                <a:schemeClr val="dk1"/>
              </a:solidFill>
              <a:latin typeface="Arial"/>
              <a:ea typeface="Arial"/>
              <a:cs typeface="Arial"/>
              <a:sym typeface="Arial"/>
            </a:endParaRPr>
          </a:p>
        </p:txBody>
      </p:sp>
      <p:sp>
        <p:nvSpPr>
          <p:cNvPr id="1035" name="Google Shape;1035;p118:notes"/>
          <p:cNvSpPr>
            <a:spLocks noGrp="1" noRot="1" noChangeAspect="1"/>
          </p:cNvSpPr>
          <p:nvPr>
            <p:ph type="sldImg" idx="2"/>
          </p:nvPr>
        </p:nvSpPr>
        <p:spPr>
          <a:xfrm>
            <a:off x="458788"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6" name="Google Shape;1036;p118: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If an activity has zero slack, it determines the project completion date. In other words, all the activities on the critical path must be done on their earliest schedule or the project completion date will suffer. </a:t>
            </a:r>
          </a:p>
          <a:p>
            <a:r>
              <a:rPr lang="en-US" altLang="en-US" dirty="0"/>
              <a:t>If an activity with total slack greater than zero were to be delayed beyond its late finish date, it would become a critical path activity and cause the completion date to be delayed.</a:t>
            </a:r>
          </a:p>
          <a:p>
            <a:r>
              <a:rPr lang="en-US" altLang="en-US" dirty="0"/>
              <a:t>The sequence of activities that has zero slack is defined as the critical path</a:t>
            </a:r>
          </a:p>
          <a:p>
            <a:r>
              <a:rPr lang="en-US" altLang="en-US" dirty="0"/>
              <a:t>In general, the critical path is the path that has minimum slack.</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50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270539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https://www.pmexamsmartnotes.com/how-to-calculate-critical-path-float-and-early-and-late-starts-and-finishes/3/</a:t>
            </a:r>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55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696046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4"/>
        <p:cNvGrpSpPr/>
        <p:nvPr/>
      </p:nvGrpSpPr>
      <p:grpSpPr>
        <a:xfrm>
          <a:off x="0" y="0"/>
          <a:ext cx="0" cy="0"/>
          <a:chOff x="0" y="0"/>
          <a:chExt cx="0" cy="0"/>
        </a:xfrm>
      </p:grpSpPr>
      <p:sp>
        <p:nvSpPr>
          <p:cNvPr id="1695" name="Google Shape;1695;p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6" name="Google Shape;1696;p1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dirty="0"/>
          </a:p>
        </p:txBody>
      </p:sp>
      <p:sp>
        <p:nvSpPr>
          <p:cNvPr id="1697" name="Google Shape;1697;p1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56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p1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1" name="Google Shape;1711;p1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1712" name="Google Shape;1712;p1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57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p:cNvGrpSpPr/>
        <p:nvPr/>
      </p:nvGrpSpPr>
      <p:grpSpPr>
        <a:xfrm>
          <a:off x="0" y="0"/>
          <a:ext cx="0" cy="0"/>
          <a:chOff x="0" y="0"/>
          <a:chExt cx="0" cy="0"/>
        </a:xfrm>
      </p:grpSpPr>
      <p:sp>
        <p:nvSpPr>
          <p:cNvPr id="1721" name="Google Shape;1721;p1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2" name="Google Shape;1722;p1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0"/>
        <p:cNvGrpSpPr/>
        <p:nvPr/>
      </p:nvGrpSpPr>
      <p:grpSpPr>
        <a:xfrm>
          <a:off x="0" y="0"/>
          <a:ext cx="0" cy="0"/>
          <a:chOff x="0" y="0"/>
          <a:chExt cx="0" cy="0"/>
        </a:xfrm>
      </p:grpSpPr>
      <p:sp>
        <p:nvSpPr>
          <p:cNvPr id="1731" name="Google Shape;1731;p1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2" name="Google Shape;1732;p1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9"/>
        <p:cNvGrpSpPr/>
        <p:nvPr/>
      </p:nvGrpSpPr>
      <p:grpSpPr>
        <a:xfrm>
          <a:off x="0" y="0"/>
          <a:ext cx="0" cy="0"/>
          <a:chOff x="0" y="0"/>
          <a:chExt cx="0" cy="0"/>
        </a:xfrm>
      </p:grpSpPr>
      <p:sp>
        <p:nvSpPr>
          <p:cNvPr id="1840" name="Google Shape;1840;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1" name="Google Shape;1841;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6"/>
        <p:cNvGrpSpPr/>
        <p:nvPr/>
      </p:nvGrpSpPr>
      <p:grpSpPr>
        <a:xfrm>
          <a:off x="0" y="0"/>
          <a:ext cx="0" cy="0"/>
          <a:chOff x="0" y="0"/>
          <a:chExt cx="0" cy="0"/>
        </a:xfrm>
      </p:grpSpPr>
      <p:sp>
        <p:nvSpPr>
          <p:cNvPr id="1847" name="Google Shape;1847;p1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8" name="Google Shape;1848;p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14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4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144"/>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44"/>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3" name="Google Shape;23;p14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4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4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cxnSp>
        <p:nvCxnSpPr>
          <p:cNvPr id="26" name="Google Shape;26;p144"/>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14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45"/>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0" name="Google Shape;30;p14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4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4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15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5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5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5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53"/>
        <p:cNvGrpSpPr/>
        <p:nvPr/>
      </p:nvGrpSpPr>
      <p:grpSpPr>
        <a:xfrm>
          <a:off x="0" y="0"/>
          <a:ext cx="0" cy="0"/>
          <a:chOff x="0" y="0"/>
          <a:chExt cx="0" cy="0"/>
        </a:xfrm>
      </p:grpSpPr>
      <p:sp>
        <p:nvSpPr>
          <p:cNvPr id="54" name="Google Shape;54;p156"/>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56"/>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56"/>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56"/>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58" name="Google Shape;58;p15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5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5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cxnSp>
        <p:nvCxnSpPr>
          <p:cNvPr id="61" name="Google Shape;61;p156"/>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2"/>
        <p:cNvGrpSpPr/>
        <p:nvPr/>
      </p:nvGrpSpPr>
      <p:grpSpPr>
        <a:xfrm>
          <a:off x="0" y="0"/>
          <a:ext cx="0" cy="0"/>
          <a:chOff x="0" y="0"/>
          <a:chExt cx="0" cy="0"/>
        </a:xfrm>
      </p:grpSpPr>
      <p:sp>
        <p:nvSpPr>
          <p:cNvPr id="63" name="Google Shape;63;p15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7"/>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5" name="Google Shape;65;p157"/>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6" name="Google Shape;66;p15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5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9"/>
        <p:cNvGrpSpPr/>
        <p:nvPr/>
      </p:nvGrpSpPr>
      <p:grpSpPr>
        <a:xfrm>
          <a:off x="0" y="0"/>
          <a:ext cx="0" cy="0"/>
          <a:chOff x="0" y="0"/>
          <a:chExt cx="0" cy="0"/>
        </a:xfrm>
      </p:grpSpPr>
      <p:sp>
        <p:nvSpPr>
          <p:cNvPr id="70" name="Google Shape;70;p15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58"/>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72" name="Google Shape;72;p158"/>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3" name="Google Shape;73;p158"/>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74" name="Google Shape;74;p158"/>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5" name="Google Shape;75;p15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5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5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8"/>
        <p:cNvGrpSpPr/>
        <p:nvPr/>
      </p:nvGrpSpPr>
      <p:grpSpPr>
        <a:xfrm>
          <a:off x="0" y="0"/>
          <a:ext cx="0" cy="0"/>
          <a:chOff x="0" y="0"/>
          <a:chExt cx="0" cy="0"/>
        </a:xfrm>
      </p:grpSpPr>
      <p:sp>
        <p:nvSpPr>
          <p:cNvPr id="79" name="Google Shape;79;p159"/>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9"/>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9"/>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59"/>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3" name="Google Shape;83;p159"/>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4" name="Google Shape;84;p159"/>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59"/>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5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1pPr>
            <a:lvl2pPr marL="0" marR="0" lvl="1"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2pPr>
            <a:lvl3pPr marL="0" marR="0" lvl="2"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3pPr>
            <a:lvl4pPr marL="0" marR="0" lvl="3"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4pPr>
            <a:lvl5pPr marL="0" marR="0" lvl="4"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5pPr>
            <a:lvl6pPr marL="0" marR="0" lvl="5"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6pPr>
            <a:lvl7pPr marL="0" marR="0" lvl="6"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7pPr>
            <a:lvl8pPr marL="0" marR="0" lvl="7"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8pPr>
            <a:lvl9pPr marL="0" marR="0" lvl="8"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7"/>
        <p:cNvGrpSpPr/>
        <p:nvPr/>
      </p:nvGrpSpPr>
      <p:grpSpPr>
        <a:xfrm>
          <a:off x="0" y="0"/>
          <a:ext cx="0" cy="0"/>
          <a:chOff x="0" y="0"/>
          <a:chExt cx="0" cy="0"/>
        </a:xfrm>
      </p:grpSpPr>
      <p:sp>
        <p:nvSpPr>
          <p:cNvPr id="88" name="Google Shape;88;p160"/>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60"/>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60"/>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1" name="Google Shape;91;p160"/>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92" name="Google Shape;92;p160"/>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93" name="Google Shape;93;p16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6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6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6"/>
        <p:cNvGrpSpPr/>
        <p:nvPr/>
      </p:nvGrpSpPr>
      <p:grpSpPr>
        <a:xfrm>
          <a:off x="0" y="0"/>
          <a:ext cx="0" cy="0"/>
          <a:chOff x="0" y="0"/>
          <a:chExt cx="0" cy="0"/>
        </a:xfrm>
      </p:grpSpPr>
      <p:sp>
        <p:nvSpPr>
          <p:cNvPr id="97" name="Google Shape;97;p16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161"/>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9" name="Google Shape;99;p16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6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6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02"/>
        <p:cNvGrpSpPr/>
        <p:nvPr/>
      </p:nvGrpSpPr>
      <p:grpSpPr>
        <a:xfrm>
          <a:off x="0" y="0"/>
          <a:ext cx="0" cy="0"/>
          <a:chOff x="0" y="0"/>
          <a:chExt cx="0" cy="0"/>
        </a:xfrm>
      </p:grpSpPr>
      <p:sp>
        <p:nvSpPr>
          <p:cNvPr id="103" name="Google Shape;103;p16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6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62"/>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162"/>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07" name="Google Shape;107;p16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6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6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6"/>
        <p:cNvGrpSpPr/>
        <p:nvPr/>
      </p:nvGrpSpPr>
      <p:grpSpPr>
        <a:xfrm>
          <a:off x="0" y="0"/>
          <a:ext cx="0" cy="0"/>
          <a:chOff x="0" y="0"/>
          <a:chExt cx="0" cy="0"/>
        </a:xfrm>
      </p:grpSpPr>
      <p:sp>
        <p:nvSpPr>
          <p:cNvPr id="117" name="Google Shape;117;p1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14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1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1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2"/>
        <p:cNvGrpSpPr/>
        <p:nvPr/>
      </p:nvGrpSpPr>
      <p:grpSpPr>
        <a:xfrm>
          <a:off x="0" y="0"/>
          <a:ext cx="0" cy="0"/>
          <a:chOff x="0" y="0"/>
          <a:chExt cx="0" cy="0"/>
        </a:xfrm>
      </p:grpSpPr>
      <p:sp>
        <p:nvSpPr>
          <p:cNvPr id="123" name="Google Shape;123;p16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p16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25" name="Google Shape;125;p1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8"/>
        <p:cNvGrpSpPr/>
        <p:nvPr/>
      </p:nvGrpSpPr>
      <p:grpSpPr>
        <a:xfrm>
          <a:off x="0" y="0"/>
          <a:ext cx="0" cy="0"/>
          <a:chOff x="0" y="0"/>
          <a:chExt cx="0" cy="0"/>
        </a:xfrm>
      </p:grpSpPr>
      <p:sp>
        <p:nvSpPr>
          <p:cNvPr id="129" name="Google Shape;129;p16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16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31" name="Google Shape;131;p1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1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4"/>
        <p:cNvGrpSpPr/>
        <p:nvPr/>
      </p:nvGrpSpPr>
      <p:grpSpPr>
        <a:xfrm>
          <a:off x="0" y="0"/>
          <a:ext cx="0" cy="0"/>
          <a:chOff x="0" y="0"/>
          <a:chExt cx="0" cy="0"/>
        </a:xfrm>
      </p:grpSpPr>
      <p:sp>
        <p:nvSpPr>
          <p:cNvPr id="135" name="Google Shape;135;p16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 name="Google Shape;136;p16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7" name="Google Shape;137;p16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8" name="Google Shape;138;p1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1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41"/>
        <p:cNvGrpSpPr/>
        <p:nvPr/>
      </p:nvGrpSpPr>
      <p:grpSpPr>
        <a:xfrm>
          <a:off x="0" y="0"/>
          <a:ext cx="0" cy="0"/>
          <a:chOff x="0" y="0"/>
          <a:chExt cx="0" cy="0"/>
        </a:xfrm>
      </p:grpSpPr>
      <p:sp>
        <p:nvSpPr>
          <p:cNvPr id="142" name="Google Shape;142;p16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3" name="Google Shape;143;p16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4" name="Google Shape;144;p16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5" name="Google Shape;145;p16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6" name="Google Shape;146;p16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7" name="Google Shape;147;p1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1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1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0"/>
        <p:cNvGrpSpPr/>
        <p:nvPr/>
      </p:nvGrpSpPr>
      <p:grpSpPr>
        <a:xfrm>
          <a:off x="0" y="0"/>
          <a:ext cx="0" cy="0"/>
          <a:chOff x="0" y="0"/>
          <a:chExt cx="0" cy="0"/>
        </a:xfrm>
      </p:grpSpPr>
      <p:sp>
        <p:nvSpPr>
          <p:cNvPr id="151" name="Google Shape;151;p16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2" name="Google Shape;152;p1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1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1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5"/>
        <p:cNvGrpSpPr/>
        <p:nvPr/>
      </p:nvGrpSpPr>
      <p:grpSpPr>
        <a:xfrm>
          <a:off x="0" y="0"/>
          <a:ext cx="0" cy="0"/>
          <a:chOff x="0" y="0"/>
          <a:chExt cx="0" cy="0"/>
        </a:xfrm>
      </p:grpSpPr>
      <p:sp>
        <p:nvSpPr>
          <p:cNvPr id="156" name="Google Shape;156;p1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1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1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9"/>
        <p:cNvGrpSpPr/>
        <p:nvPr/>
      </p:nvGrpSpPr>
      <p:grpSpPr>
        <a:xfrm>
          <a:off x="0" y="0"/>
          <a:ext cx="0" cy="0"/>
          <a:chOff x="0" y="0"/>
          <a:chExt cx="0" cy="0"/>
        </a:xfrm>
      </p:grpSpPr>
      <p:sp>
        <p:nvSpPr>
          <p:cNvPr id="160" name="Google Shape;160;p16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p16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62" name="Google Shape;162;p16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63" name="Google Shape;163;p1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1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5" name="Google Shape;165;p1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66"/>
        <p:cNvGrpSpPr/>
        <p:nvPr/>
      </p:nvGrpSpPr>
      <p:grpSpPr>
        <a:xfrm>
          <a:off x="0" y="0"/>
          <a:ext cx="0" cy="0"/>
          <a:chOff x="0" y="0"/>
          <a:chExt cx="0" cy="0"/>
        </a:xfrm>
      </p:grpSpPr>
      <p:sp>
        <p:nvSpPr>
          <p:cNvPr id="167" name="Google Shape;167;p17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8" name="Google Shape;168;p170"/>
          <p:cNvSpPr>
            <a:spLocks noGrp="1"/>
          </p:cNvSpPr>
          <p:nvPr>
            <p:ph type="pic" idx="2"/>
          </p:nvPr>
        </p:nvSpPr>
        <p:spPr>
          <a:xfrm>
            <a:off x="5183188" y="987425"/>
            <a:ext cx="6172200" cy="4873625"/>
          </a:xfrm>
          <a:prstGeom prst="rect">
            <a:avLst/>
          </a:prstGeom>
          <a:noFill/>
          <a:ln>
            <a:noFill/>
          </a:ln>
        </p:spPr>
      </p:sp>
      <p:sp>
        <p:nvSpPr>
          <p:cNvPr id="169" name="Google Shape;169;p17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0" name="Google Shape;170;p1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1" name="Google Shape;171;p1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2" name="Google Shape;172;p1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73"/>
        <p:cNvGrpSpPr/>
        <p:nvPr/>
      </p:nvGrpSpPr>
      <p:grpSpPr>
        <a:xfrm>
          <a:off x="0" y="0"/>
          <a:ext cx="0" cy="0"/>
          <a:chOff x="0" y="0"/>
          <a:chExt cx="0" cy="0"/>
        </a:xfrm>
      </p:grpSpPr>
      <p:sp>
        <p:nvSpPr>
          <p:cNvPr id="174" name="Google Shape;174;p1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17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6" name="Google Shape;176;p1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1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1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79"/>
        <p:cNvGrpSpPr/>
        <p:nvPr/>
      </p:nvGrpSpPr>
      <p:grpSpPr>
        <a:xfrm>
          <a:off x="0" y="0"/>
          <a:ext cx="0" cy="0"/>
          <a:chOff x="0" y="0"/>
          <a:chExt cx="0" cy="0"/>
        </a:xfrm>
      </p:grpSpPr>
      <p:sp>
        <p:nvSpPr>
          <p:cNvPr id="180" name="Google Shape;180;p17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17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2" name="Google Shape;182;p1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3" name="Google Shape;183;p1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4" name="Google Shape;184;p1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1"/>
        <p:cNvGrpSpPr/>
        <p:nvPr/>
      </p:nvGrpSpPr>
      <p:grpSpPr>
        <a:xfrm>
          <a:off x="0" y="0"/>
          <a:ext cx="0" cy="0"/>
          <a:chOff x="0" y="0"/>
          <a:chExt cx="0" cy="0"/>
        </a:xfrm>
      </p:grpSpPr>
      <p:sp>
        <p:nvSpPr>
          <p:cNvPr id="192" name="Google Shape;192;p1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3" name="Google Shape;193;p1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1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p1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6"/>
        <p:cNvGrpSpPr/>
        <p:nvPr/>
      </p:nvGrpSpPr>
      <p:grpSpPr>
        <a:xfrm>
          <a:off x="0" y="0"/>
          <a:ext cx="0" cy="0"/>
          <a:chOff x="0" y="0"/>
          <a:chExt cx="0" cy="0"/>
        </a:xfrm>
      </p:grpSpPr>
      <p:sp>
        <p:nvSpPr>
          <p:cNvPr id="197" name="Google Shape;197;p17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p17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9" name="Google Shape;199;p1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0" name="Google Shape;200;p1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p1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2"/>
        <p:cNvGrpSpPr/>
        <p:nvPr/>
      </p:nvGrpSpPr>
      <p:grpSpPr>
        <a:xfrm>
          <a:off x="0" y="0"/>
          <a:ext cx="0" cy="0"/>
          <a:chOff x="0" y="0"/>
          <a:chExt cx="0" cy="0"/>
        </a:xfrm>
      </p:grpSpPr>
      <p:sp>
        <p:nvSpPr>
          <p:cNvPr id="203" name="Google Shape;203;p1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4" name="Google Shape;204;p17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5" name="Google Shape;205;p1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8"/>
        <p:cNvGrpSpPr/>
        <p:nvPr/>
      </p:nvGrpSpPr>
      <p:grpSpPr>
        <a:xfrm>
          <a:off x="0" y="0"/>
          <a:ext cx="0" cy="0"/>
          <a:chOff x="0" y="0"/>
          <a:chExt cx="0" cy="0"/>
        </a:xfrm>
      </p:grpSpPr>
      <p:sp>
        <p:nvSpPr>
          <p:cNvPr id="209" name="Google Shape;209;p17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0" name="Google Shape;210;p17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11" name="Google Shape;211;p1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p1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3" name="Google Shape;213;p1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4"/>
        <p:cNvGrpSpPr/>
        <p:nvPr/>
      </p:nvGrpSpPr>
      <p:grpSpPr>
        <a:xfrm>
          <a:off x="0" y="0"/>
          <a:ext cx="0" cy="0"/>
          <a:chOff x="0" y="0"/>
          <a:chExt cx="0" cy="0"/>
        </a:xfrm>
      </p:grpSpPr>
      <p:sp>
        <p:nvSpPr>
          <p:cNvPr id="215" name="Google Shape;215;p1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6" name="Google Shape;216;p17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7" name="Google Shape;217;p17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8" name="Google Shape;218;p1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1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21"/>
        <p:cNvGrpSpPr/>
        <p:nvPr/>
      </p:nvGrpSpPr>
      <p:grpSpPr>
        <a:xfrm>
          <a:off x="0" y="0"/>
          <a:ext cx="0" cy="0"/>
          <a:chOff x="0" y="0"/>
          <a:chExt cx="0" cy="0"/>
        </a:xfrm>
      </p:grpSpPr>
      <p:sp>
        <p:nvSpPr>
          <p:cNvPr id="222" name="Google Shape;222;p17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3" name="Google Shape;223;p17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24" name="Google Shape;224;p17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5" name="Google Shape;225;p17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26" name="Google Shape;226;p17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7" name="Google Shape;227;p1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8" name="Google Shape;228;p1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0"/>
        <p:cNvGrpSpPr/>
        <p:nvPr/>
      </p:nvGrpSpPr>
      <p:grpSpPr>
        <a:xfrm>
          <a:off x="0" y="0"/>
          <a:ext cx="0" cy="0"/>
          <a:chOff x="0" y="0"/>
          <a:chExt cx="0" cy="0"/>
        </a:xfrm>
      </p:grpSpPr>
      <p:sp>
        <p:nvSpPr>
          <p:cNvPr id="231" name="Google Shape;231;p1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2" name="Google Shape;232;p1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3" name="Google Shape;233;p1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34"/>
        <p:cNvGrpSpPr/>
        <p:nvPr/>
      </p:nvGrpSpPr>
      <p:grpSpPr>
        <a:xfrm>
          <a:off x="0" y="0"/>
          <a:ext cx="0" cy="0"/>
          <a:chOff x="0" y="0"/>
          <a:chExt cx="0" cy="0"/>
        </a:xfrm>
      </p:grpSpPr>
      <p:sp>
        <p:nvSpPr>
          <p:cNvPr id="235" name="Google Shape;235;p17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6" name="Google Shape;236;p17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37" name="Google Shape;237;p17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38" name="Google Shape;238;p1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9" name="Google Shape;239;p1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0" name="Google Shape;240;p1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41"/>
        <p:cNvGrpSpPr/>
        <p:nvPr/>
      </p:nvGrpSpPr>
      <p:grpSpPr>
        <a:xfrm>
          <a:off x="0" y="0"/>
          <a:ext cx="0" cy="0"/>
          <a:chOff x="0" y="0"/>
          <a:chExt cx="0" cy="0"/>
        </a:xfrm>
      </p:grpSpPr>
      <p:sp>
        <p:nvSpPr>
          <p:cNvPr id="242" name="Google Shape;242;p18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 name="Google Shape;243;p180"/>
          <p:cNvSpPr>
            <a:spLocks noGrp="1"/>
          </p:cNvSpPr>
          <p:nvPr>
            <p:ph type="pic" idx="2"/>
          </p:nvPr>
        </p:nvSpPr>
        <p:spPr>
          <a:xfrm>
            <a:off x="5183188" y="987425"/>
            <a:ext cx="6172200" cy="4873625"/>
          </a:xfrm>
          <a:prstGeom prst="rect">
            <a:avLst/>
          </a:prstGeom>
          <a:noFill/>
          <a:ln>
            <a:noFill/>
          </a:ln>
        </p:spPr>
      </p:sp>
      <p:sp>
        <p:nvSpPr>
          <p:cNvPr id="244" name="Google Shape;244;p18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45" name="Google Shape;245;p1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6" name="Google Shape;246;p1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7" name="Google Shape;247;p1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48"/>
        <p:cNvGrpSpPr/>
        <p:nvPr/>
      </p:nvGrpSpPr>
      <p:grpSpPr>
        <a:xfrm>
          <a:off x="0" y="0"/>
          <a:ext cx="0" cy="0"/>
          <a:chOff x="0" y="0"/>
          <a:chExt cx="0" cy="0"/>
        </a:xfrm>
      </p:grpSpPr>
      <p:sp>
        <p:nvSpPr>
          <p:cNvPr id="249" name="Google Shape;249;p18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0" name="Google Shape;250;p18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1" name="Google Shape;251;p1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3" name="Google Shape;253;p1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54"/>
        <p:cNvGrpSpPr/>
        <p:nvPr/>
      </p:nvGrpSpPr>
      <p:grpSpPr>
        <a:xfrm>
          <a:off x="0" y="0"/>
          <a:ext cx="0" cy="0"/>
          <a:chOff x="0" y="0"/>
          <a:chExt cx="0" cy="0"/>
        </a:xfrm>
      </p:grpSpPr>
      <p:sp>
        <p:nvSpPr>
          <p:cNvPr id="255" name="Google Shape;255;p18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18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7" name="Google Shape;257;p1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8" name="Google Shape;258;p1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p1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888888"/>
              </a:buClr>
              <a:buSzPts val="1200"/>
              <a:buFont typeface="Calibri"/>
              <a:buNone/>
              <a:defRPr/>
            </a:lvl1pPr>
            <a:lvl2pPr marL="0" lvl="1" indent="0" algn="r">
              <a:spcBef>
                <a:spcPts val="0"/>
              </a:spcBef>
              <a:spcAft>
                <a:spcPts val="0"/>
              </a:spcAft>
              <a:buClr>
                <a:srgbClr val="888888"/>
              </a:buClr>
              <a:buSzPts val="1200"/>
              <a:buFont typeface="Calibri"/>
              <a:buNone/>
              <a:defRPr/>
            </a:lvl2pPr>
            <a:lvl3pPr marL="0" lvl="2" indent="0" algn="r">
              <a:spcBef>
                <a:spcPts val="0"/>
              </a:spcBef>
              <a:spcAft>
                <a:spcPts val="0"/>
              </a:spcAft>
              <a:buClr>
                <a:srgbClr val="888888"/>
              </a:buClr>
              <a:buSzPts val="1200"/>
              <a:buFont typeface="Calibri"/>
              <a:buNone/>
              <a:defRPr/>
            </a:lvl3pPr>
            <a:lvl4pPr marL="0" lvl="3" indent="0" algn="r">
              <a:spcBef>
                <a:spcPts val="0"/>
              </a:spcBef>
              <a:spcAft>
                <a:spcPts val="0"/>
              </a:spcAft>
              <a:buClr>
                <a:srgbClr val="888888"/>
              </a:buClr>
              <a:buSzPts val="1200"/>
              <a:buFont typeface="Calibri"/>
              <a:buNone/>
              <a:defRPr/>
            </a:lvl4pPr>
            <a:lvl5pPr marL="0" lvl="4" indent="0" algn="r">
              <a:spcBef>
                <a:spcPts val="0"/>
              </a:spcBef>
              <a:spcAft>
                <a:spcPts val="0"/>
              </a:spcAft>
              <a:buClr>
                <a:srgbClr val="888888"/>
              </a:buClr>
              <a:buSzPts val="1200"/>
              <a:buFont typeface="Calibri"/>
              <a:buNone/>
              <a:defRPr/>
            </a:lvl5pPr>
            <a:lvl6pPr marL="0" lvl="5" indent="0" algn="r">
              <a:spcBef>
                <a:spcPts val="0"/>
              </a:spcBef>
              <a:spcAft>
                <a:spcPts val="0"/>
              </a:spcAft>
              <a:buClr>
                <a:srgbClr val="888888"/>
              </a:buClr>
              <a:buSzPts val="1200"/>
              <a:buFont typeface="Calibri"/>
              <a:buNone/>
              <a:defRPr/>
            </a:lvl6pPr>
            <a:lvl7pPr marL="0" lvl="6" indent="0" algn="r">
              <a:spcBef>
                <a:spcPts val="0"/>
              </a:spcBef>
              <a:spcAft>
                <a:spcPts val="0"/>
              </a:spcAft>
              <a:buClr>
                <a:srgbClr val="888888"/>
              </a:buClr>
              <a:buSzPts val="1200"/>
              <a:buFont typeface="Calibri"/>
              <a:buNone/>
              <a:defRPr/>
            </a:lvl7pPr>
            <a:lvl8pPr marL="0" lvl="7" indent="0" algn="r">
              <a:spcBef>
                <a:spcPts val="0"/>
              </a:spcBef>
              <a:spcAft>
                <a:spcPts val="0"/>
              </a:spcAft>
              <a:buClr>
                <a:srgbClr val="888888"/>
              </a:buClr>
              <a:buSzPts val="1200"/>
              <a:buFont typeface="Calibri"/>
              <a:buNone/>
              <a:defRPr/>
            </a:lvl8pPr>
            <a:lvl9pPr marL="0" lvl="8" indent="0" algn="r">
              <a:spcBef>
                <a:spcPts val="0"/>
              </a:spcBef>
              <a:spcAft>
                <a:spcPts val="0"/>
              </a:spcAft>
              <a:buClr>
                <a:srgbClr val="888888"/>
              </a:buClr>
              <a:buSzPts val="12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5"/>
        <p:cNvGrpSpPr/>
        <p:nvPr/>
      </p:nvGrpSpPr>
      <p:grpSpPr>
        <a:xfrm>
          <a:off x="0" y="0"/>
          <a:ext cx="0" cy="0"/>
          <a:chOff x="0" y="0"/>
          <a:chExt cx="0" cy="0"/>
        </a:xfrm>
      </p:grpSpPr>
      <p:sp>
        <p:nvSpPr>
          <p:cNvPr id="266" name="Google Shape;266;p151"/>
          <p:cNvSpPr txBox="1">
            <a:spLocks noGrp="1"/>
          </p:cNvSpPr>
          <p:nvPr>
            <p:ph type="title"/>
          </p:nvPr>
        </p:nvSpPr>
        <p:spPr>
          <a:xfrm>
            <a:off x="2032000" y="190500"/>
            <a:ext cx="9855200" cy="1527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7" name="Google Shape;267;p151"/>
          <p:cNvSpPr txBox="1">
            <a:spLocks noGrp="1"/>
          </p:cNvSpPr>
          <p:nvPr>
            <p:ph type="body" idx="1"/>
          </p:nvPr>
        </p:nvSpPr>
        <p:spPr>
          <a:xfrm>
            <a:off x="2032000" y="1905000"/>
            <a:ext cx="9855200" cy="4572000"/>
          </a:xfrm>
          <a:prstGeom prst="rect">
            <a:avLst/>
          </a:prstGeom>
          <a:noFill/>
          <a:ln>
            <a:noFill/>
          </a:ln>
        </p:spPr>
        <p:txBody>
          <a:bodyPr spcFirstLastPara="1" wrap="square" lIns="91425" tIns="45700" rIns="91425" bIns="45700" anchor="t" anchorCtr="0">
            <a:noAutofit/>
          </a:bodyPr>
          <a:lstStyle>
            <a:lvl1pPr marL="457200" lvl="0" indent="-308610" algn="l">
              <a:spcBef>
                <a:spcPts val="360"/>
              </a:spcBef>
              <a:spcAft>
                <a:spcPts val="0"/>
              </a:spcAft>
              <a:buSzPts val="1260"/>
              <a:buChar char="🞆"/>
              <a:defRPr/>
            </a:lvl1pPr>
            <a:lvl2pPr marL="914400" lvl="1" indent="-314325" algn="l">
              <a:spcBef>
                <a:spcPts val="360"/>
              </a:spcBef>
              <a:spcAft>
                <a:spcPts val="0"/>
              </a:spcAft>
              <a:buSzPts val="135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Clr>
                <a:schemeClr val="dk2"/>
              </a:buClr>
              <a:buSzPts val="1800"/>
              <a:buChar char="•"/>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9"/>
        <p:cNvGrpSpPr/>
        <p:nvPr/>
      </p:nvGrpSpPr>
      <p:grpSpPr>
        <a:xfrm>
          <a:off x="0" y="0"/>
          <a:ext cx="0" cy="0"/>
          <a:chOff x="0" y="0"/>
          <a:chExt cx="0" cy="0"/>
        </a:xfrm>
      </p:grpSpPr>
      <p:sp>
        <p:nvSpPr>
          <p:cNvPr id="280" name="Google Shape;280;p185"/>
          <p:cNvSpPr txBox="1">
            <a:spLocks noGrp="1"/>
          </p:cNvSpPr>
          <p:nvPr>
            <p:ph type="title"/>
          </p:nvPr>
        </p:nvSpPr>
        <p:spPr>
          <a:xfrm>
            <a:off x="2032000" y="190500"/>
            <a:ext cx="9855200" cy="1527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1" name="Google Shape;281;p185"/>
          <p:cNvSpPr txBox="1">
            <a:spLocks noGrp="1"/>
          </p:cNvSpPr>
          <p:nvPr>
            <p:ph type="body" idx="1"/>
          </p:nvPr>
        </p:nvSpPr>
        <p:spPr>
          <a:xfrm>
            <a:off x="2032000" y="1905000"/>
            <a:ext cx="4826000" cy="4572000"/>
          </a:xfrm>
          <a:prstGeom prst="rect">
            <a:avLst/>
          </a:prstGeom>
          <a:noFill/>
          <a:ln>
            <a:noFill/>
          </a:ln>
        </p:spPr>
        <p:txBody>
          <a:bodyPr spcFirstLastPara="1" wrap="square" lIns="91425" tIns="45700" rIns="91425" bIns="45700" anchor="t" anchorCtr="0">
            <a:noAutofit/>
          </a:bodyPr>
          <a:lstStyle>
            <a:lvl1pPr marL="457200" lvl="0" indent="-353060" algn="l">
              <a:spcBef>
                <a:spcPts val="560"/>
              </a:spcBef>
              <a:spcAft>
                <a:spcPts val="0"/>
              </a:spcAft>
              <a:buSzPts val="1960"/>
              <a:buChar char="🞆"/>
              <a:defRPr sz="2800"/>
            </a:lvl1pPr>
            <a:lvl2pPr marL="914400" lvl="1" indent="-342900" algn="l">
              <a:spcBef>
                <a:spcPts val="480"/>
              </a:spcBef>
              <a:spcAft>
                <a:spcPts val="0"/>
              </a:spcAft>
              <a:buSzPts val="1800"/>
              <a:buChar char="●"/>
              <a:defRPr sz="2400"/>
            </a:lvl2pPr>
            <a:lvl3pPr marL="1371600" lvl="2" indent="-355600" algn="l">
              <a:spcBef>
                <a:spcPts val="400"/>
              </a:spcBef>
              <a:spcAft>
                <a:spcPts val="0"/>
              </a:spcAft>
              <a:buSzPts val="2000"/>
              <a:buFont typeface="Arial"/>
              <a:buChar char="•"/>
              <a:defRPr sz="2000"/>
            </a:lvl3pPr>
            <a:lvl4pPr marL="1828800" lvl="3" indent="-342900" algn="l">
              <a:spcBef>
                <a:spcPts val="360"/>
              </a:spcBef>
              <a:spcAft>
                <a:spcPts val="0"/>
              </a:spcAft>
              <a:buSzPts val="1800"/>
              <a:buFont typeface="Arial"/>
              <a:buChar char="•"/>
              <a:defRPr sz="1800"/>
            </a:lvl4pPr>
            <a:lvl5pPr marL="2286000" lvl="4" indent="-342900" algn="l">
              <a:spcBef>
                <a:spcPts val="360"/>
              </a:spcBef>
              <a:spcAft>
                <a:spcPts val="0"/>
              </a:spcAft>
              <a:buClr>
                <a:schemeClr val="dk2"/>
              </a:buClr>
              <a:buSzPts val="1800"/>
              <a:buFont typeface="Arial"/>
              <a:buChar char="•"/>
              <a:defRPr sz="1800"/>
            </a:lvl5pPr>
            <a:lvl6pPr marL="2743200" lvl="5" indent="-342900" algn="l">
              <a:spcBef>
                <a:spcPts val="360"/>
              </a:spcBef>
              <a:spcAft>
                <a:spcPts val="0"/>
              </a:spcAft>
              <a:buClr>
                <a:schemeClr val="dk2"/>
              </a:buClr>
              <a:buSzPts val="1800"/>
              <a:buFont typeface="Arial"/>
              <a:buChar char="•"/>
              <a:defRPr sz="1800"/>
            </a:lvl6pPr>
            <a:lvl7pPr marL="3200400" lvl="6" indent="-342900" algn="l">
              <a:spcBef>
                <a:spcPts val="360"/>
              </a:spcBef>
              <a:spcAft>
                <a:spcPts val="0"/>
              </a:spcAft>
              <a:buClr>
                <a:schemeClr val="dk2"/>
              </a:buClr>
              <a:buSzPts val="1800"/>
              <a:buFont typeface="Arial"/>
              <a:buChar char="•"/>
              <a:defRPr sz="1800"/>
            </a:lvl7pPr>
            <a:lvl8pPr marL="3657600" lvl="7" indent="-342900" algn="l">
              <a:spcBef>
                <a:spcPts val="360"/>
              </a:spcBef>
              <a:spcAft>
                <a:spcPts val="0"/>
              </a:spcAft>
              <a:buClr>
                <a:schemeClr val="dk2"/>
              </a:buClr>
              <a:buSzPts val="1800"/>
              <a:buFont typeface="Arial"/>
              <a:buChar char="•"/>
              <a:defRPr sz="1800"/>
            </a:lvl8pPr>
            <a:lvl9pPr marL="4114800" lvl="8" indent="-342900" algn="l">
              <a:spcBef>
                <a:spcPts val="360"/>
              </a:spcBef>
              <a:spcAft>
                <a:spcPts val="0"/>
              </a:spcAft>
              <a:buClr>
                <a:schemeClr val="dk2"/>
              </a:buClr>
              <a:buSzPts val="1800"/>
              <a:buFont typeface="Arial"/>
              <a:buChar char="•"/>
              <a:defRPr sz="1800"/>
            </a:lvl9pPr>
          </a:lstStyle>
          <a:p>
            <a:endParaRPr/>
          </a:p>
        </p:txBody>
      </p:sp>
      <p:sp>
        <p:nvSpPr>
          <p:cNvPr id="282" name="Google Shape;282;p185"/>
          <p:cNvSpPr txBox="1">
            <a:spLocks noGrp="1"/>
          </p:cNvSpPr>
          <p:nvPr>
            <p:ph type="body" idx="2"/>
          </p:nvPr>
        </p:nvSpPr>
        <p:spPr>
          <a:xfrm>
            <a:off x="7061200" y="1905000"/>
            <a:ext cx="4826000" cy="4572000"/>
          </a:xfrm>
          <a:prstGeom prst="rect">
            <a:avLst/>
          </a:prstGeom>
          <a:noFill/>
          <a:ln>
            <a:noFill/>
          </a:ln>
        </p:spPr>
        <p:txBody>
          <a:bodyPr spcFirstLastPara="1" wrap="square" lIns="91425" tIns="45700" rIns="91425" bIns="45700" anchor="t" anchorCtr="0">
            <a:noAutofit/>
          </a:bodyPr>
          <a:lstStyle>
            <a:lvl1pPr marL="457200" lvl="0" indent="-353060" algn="l">
              <a:spcBef>
                <a:spcPts val="560"/>
              </a:spcBef>
              <a:spcAft>
                <a:spcPts val="0"/>
              </a:spcAft>
              <a:buSzPts val="1960"/>
              <a:buChar char="🞆"/>
              <a:defRPr sz="2800"/>
            </a:lvl1pPr>
            <a:lvl2pPr marL="914400" lvl="1" indent="-342900" algn="l">
              <a:spcBef>
                <a:spcPts val="480"/>
              </a:spcBef>
              <a:spcAft>
                <a:spcPts val="0"/>
              </a:spcAft>
              <a:buSzPts val="1800"/>
              <a:buChar char="●"/>
              <a:defRPr sz="2400"/>
            </a:lvl2pPr>
            <a:lvl3pPr marL="1371600" lvl="2" indent="-355600" algn="l">
              <a:spcBef>
                <a:spcPts val="400"/>
              </a:spcBef>
              <a:spcAft>
                <a:spcPts val="0"/>
              </a:spcAft>
              <a:buSzPts val="2000"/>
              <a:buFont typeface="Arial"/>
              <a:buChar char="•"/>
              <a:defRPr sz="2000"/>
            </a:lvl3pPr>
            <a:lvl4pPr marL="1828800" lvl="3" indent="-342900" algn="l">
              <a:spcBef>
                <a:spcPts val="360"/>
              </a:spcBef>
              <a:spcAft>
                <a:spcPts val="0"/>
              </a:spcAft>
              <a:buSzPts val="1800"/>
              <a:buFont typeface="Arial"/>
              <a:buChar char="•"/>
              <a:defRPr sz="1800"/>
            </a:lvl4pPr>
            <a:lvl5pPr marL="2286000" lvl="4" indent="-342900" algn="l">
              <a:spcBef>
                <a:spcPts val="360"/>
              </a:spcBef>
              <a:spcAft>
                <a:spcPts val="0"/>
              </a:spcAft>
              <a:buClr>
                <a:schemeClr val="dk2"/>
              </a:buClr>
              <a:buSzPts val="1800"/>
              <a:buFont typeface="Arial"/>
              <a:buChar char="•"/>
              <a:defRPr sz="1800"/>
            </a:lvl5pPr>
            <a:lvl6pPr marL="2743200" lvl="5" indent="-342900" algn="l">
              <a:spcBef>
                <a:spcPts val="360"/>
              </a:spcBef>
              <a:spcAft>
                <a:spcPts val="0"/>
              </a:spcAft>
              <a:buClr>
                <a:schemeClr val="dk2"/>
              </a:buClr>
              <a:buSzPts val="1800"/>
              <a:buFont typeface="Arial"/>
              <a:buChar char="•"/>
              <a:defRPr sz="1800"/>
            </a:lvl6pPr>
            <a:lvl7pPr marL="3200400" lvl="6" indent="-342900" algn="l">
              <a:spcBef>
                <a:spcPts val="360"/>
              </a:spcBef>
              <a:spcAft>
                <a:spcPts val="0"/>
              </a:spcAft>
              <a:buClr>
                <a:schemeClr val="dk2"/>
              </a:buClr>
              <a:buSzPts val="1800"/>
              <a:buFont typeface="Arial"/>
              <a:buChar char="•"/>
              <a:defRPr sz="1800"/>
            </a:lvl7pPr>
            <a:lvl8pPr marL="3657600" lvl="7" indent="-342900" algn="l">
              <a:spcBef>
                <a:spcPts val="360"/>
              </a:spcBef>
              <a:spcAft>
                <a:spcPts val="0"/>
              </a:spcAft>
              <a:buClr>
                <a:schemeClr val="dk2"/>
              </a:buClr>
              <a:buSzPts val="1800"/>
              <a:buFont typeface="Arial"/>
              <a:buChar char="•"/>
              <a:defRPr sz="1800"/>
            </a:lvl8pPr>
            <a:lvl9pPr marL="4114800" lvl="8" indent="-342900" algn="l">
              <a:spcBef>
                <a:spcPts val="360"/>
              </a:spcBef>
              <a:spcAft>
                <a:spcPts val="0"/>
              </a:spcAft>
              <a:buClr>
                <a:schemeClr val="dk2"/>
              </a:buClr>
              <a:buSzPts val="1800"/>
              <a:buFont typeface="Arial"/>
              <a:buChar char="•"/>
              <a:defRPr sz="1800"/>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83"/>
        <p:cNvGrpSpPr/>
        <p:nvPr/>
      </p:nvGrpSpPr>
      <p:grpSpPr>
        <a:xfrm>
          <a:off x="0" y="0"/>
          <a:ext cx="0" cy="0"/>
          <a:chOff x="0" y="0"/>
          <a:chExt cx="0" cy="0"/>
        </a:xfrm>
      </p:grpSpPr>
      <p:sp>
        <p:nvSpPr>
          <p:cNvPr id="284" name="Google Shape;284;p18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86"/>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680"/>
              <a:buNone/>
              <a:defRPr sz="2400" b="1"/>
            </a:lvl1pPr>
            <a:lvl2pPr marL="914400" lvl="1" indent="-228600" algn="l">
              <a:spcBef>
                <a:spcPts val="400"/>
              </a:spcBef>
              <a:spcAft>
                <a:spcPts val="0"/>
              </a:spcAft>
              <a:buSzPts val="1500"/>
              <a:buNone/>
              <a:defRPr sz="2000" b="1"/>
            </a:lvl2pPr>
            <a:lvl3pPr marL="1371600" lvl="2" indent="-228600" algn="l">
              <a:spcBef>
                <a:spcPts val="360"/>
              </a:spcBef>
              <a:spcAft>
                <a:spcPts val="0"/>
              </a:spcAft>
              <a:buSzPts val="1800"/>
              <a:buFont typeface="Arial"/>
              <a:buNone/>
              <a:defRPr sz="1800" b="1"/>
            </a:lvl3pPr>
            <a:lvl4pPr marL="1828800" lvl="3" indent="-228600" algn="l">
              <a:spcBef>
                <a:spcPts val="320"/>
              </a:spcBef>
              <a:spcAft>
                <a:spcPts val="0"/>
              </a:spcAft>
              <a:buSzPts val="1600"/>
              <a:buFont typeface="Arial"/>
              <a:buNone/>
              <a:defRPr sz="1600" b="1"/>
            </a:lvl4pPr>
            <a:lvl5pPr marL="2286000" lvl="4" indent="-228600" algn="l">
              <a:spcBef>
                <a:spcPts val="320"/>
              </a:spcBef>
              <a:spcAft>
                <a:spcPts val="0"/>
              </a:spcAft>
              <a:buClr>
                <a:schemeClr val="dk2"/>
              </a:buClr>
              <a:buSzPts val="1600"/>
              <a:buFont typeface="Arial"/>
              <a:buNone/>
              <a:defRPr sz="1600" b="1"/>
            </a:lvl5pPr>
            <a:lvl6pPr marL="2743200" lvl="5" indent="-228600" algn="l">
              <a:spcBef>
                <a:spcPts val="320"/>
              </a:spcBef>
              <a:spcAft>
                <a:spcPts val="0"/>
              </a:spcAft>
              <a:buClr>
                <a:schemeClr val="dk2"/>
              </a:buClr>
              <a:buSzPts val="1600"/>
              <a:buFont typeface="Arial"/>
              <a:buNone/>
              <a:defRPr sz="1600" b="1"/>
            </a:lvl6pPr>
            <a:lvl7pPr marL="3200400" lvl="6" indent="-228600" algn="l">
              <a:spcBef>
                <a:spcPts val="320"/>
              </a:spcBef>
              <a:spcAft>
                <a:spcPts val="0"/>
              </a:spcAft>
              <a:buClr>
                <a:schemeClr val="dk2"/>
              </a:buClr>
              <a:buSzPts val="1600"/>
              <a:buFont typeface="Arial"/>
              <a:buNone/>
              <a:defRPr sz="1600" b="1"/>
            </a:lvl7pPr>
            <a:lvl8pPr marL="3657600" lvl="7" indent="-228600" algn="l">
              <a:spcBef>
                <a:spcPts val="320"/>
              </a:spcBef>
              <a:spcAft>
                <a:spcPts val="0"/>
              </a:spcAft>
              <a:buClr>
                <a:schemeClr val="dk2"/>
              </a:buClr>
              <a:buSzPts val="1600"/>
              <a:buFont typeface="Arial"/>
              <a:buNone/>
              <a:defRPr sz="1600" b="1"/>
            </a:lvl8pPr>
            <a:lvl9pPr marL="4114800" lvl="8" indent="-228600" algn="l">
              <a:spcBef>
                <a:spcPts val="320"/>
              </a:spcBef>
              <a:spcAft>
                <a:spcPts val="0"/>
              </a:spcAft>
              <a:buClr>
                <a:schemeClr val="dk2"/>
              </a:buClr>
              <a:buSzPts val="1600"/>
              <a:buFont typeface="Arial"/>
              <a:buNone/>
              <a:defRPr sz="1600" b="1"/>
            </a:lvl9pPr>
          </a:lstStyle>
          <a:p>
            <a:endParaRPr/>
          </a:p>
        </p:txBody>
      </p:sp>
      <p:sp>
        <p:nvSpPr>
          <p:cNvPr id="286" name="Google Shape;286;p186"/>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35280" algn="l">
              <a:spcBef>
                <a:spcPts val="480"/>
              </a:spcBef>
              <a:spcAft>
                <a:spcPts val="0"/>
              </a:spcAft>
              <a:buSzPts val="1680"/>
              <a:buChar char="🞆"/>
              <a:defRPr sz="2400"/>
            </a:lvl1pPr>
            <a:lvl2pPr marL="914400" lvl="1" indent="-323850" algn="l">
              <a:spcBef>
                <a:spcPts val="400"/>
              </a:spcBef>
              <a:spcAft>
                <a:spcPts val="0"/>
              </a:spcAft>
              <a:buSzPts val="1500"/>
              <a:buChar char="●"/>
              <a:defRPr sz="2000"/>
            </a:lvl2pPr>
            <a:lvl3pPr marL="1371600" lvl="2" indent="-342900" algn="l">
              <a:spcBef>
                <a:spcPts val="360"/>
              </a:spcBef>
              <a:spcAft>
                <a:spcPts val="0"/>
              </a:spcAft>
              <a:buSzPts val="1800"/>
              <a:buFont typeface="Arial"/>
              <a:buChar char="•"/>
              <a:defRPr sz="1800"/>
            </a:lvl3pPr>
            <a:lvl4pPr marL="1828800" lvl="3" indent="-330200" algn="l">
              <a:spcBef>
                <a:spcPts val="320"/>
              </a:spcBef>
              <a:spcAft>
                <a:spcPts val="0"/>
              </a:spcAft>
              <a:buSzPts val="1600"/>
              <a:buFont typeface="Arial"/>
              <a:buChar char="•"/>
              <a:defRPr sz="1600"/>
            </a:lvl4pPr>
            <a:lvl5pPr marL="2286000" lvl="4" indent="-330200" algn="l">
              <a:spcBef>
                <a:spcPts val="320"/>
              </a:spcBef>
              <a:spcAft>
                <a:spcPts val="0"/>
              </a:spcAft>
              <a:buClr>
                <a:schemeClr val="dk2"/>
              </a:buClr>
              <a:buSzPts val="1600"/>
              <a:buFont typeface="Arial"/>
              <a:buChar char="•"/>
              <a:defRPr sz="1600"/>
            </a:lvl5pPr>
            <a:lvl6pPr marL="2743200" lvl="5" indent="-330200" algn="l">
              <a:spcBef>
                <a:spcPts val="320"/>
              </a:spcBef>
              <a:spcAft>
                <a:spcPts val="0"/>
              </a:spcAft>
              <a:buClr>
                <a:schemeClr val="dk2"/>
              </a:buClr>
              <a:buSzPts val="1600"/>
              <a:buFont typeface="Arial"/>
              <a:buChar char="•"/>
              <a:defRPr sz="1600"/>
            </a:lvl6pPr>
            <a:lvl7pPr marL="3200400" lvl="6" indent="-330200" algn="l">
              <a:spcBef>
                <a:spcPts val="320"/>
              </a:spcBef>
              <a:spcAft>
                <a:spcPts val="0"/>
              </a:spcAft>
              <a:buClr>
                <a:schemeClr val="dk2"/>
              </a:buClr>
              <a:buSzPts val="1600"/>
              <a:buFont typeface="Arial"/>
              <a:buChar char="•"/>
              <a:defRPr sz="1600"/>
            </a:lvl7pPr>
            <a:lvl8pPr marL="3657600" lvl="7" indent="-330200" algn="l">
              <a:spcBef>
                <a:spcPts val="320"/>
              </a:spcBef>
              <a:spcAft>
                <a:spcPts val="0"/>
              </a:spcAft>
              <a:buClr>
                <a:schemeClr val="dk2"/>
              </a:buClr>
              <a:buSzPts val="1600"/>
              <a:buFont typeface="Arial"/>
              <a:buChar char="•"/>
              <a:defRPr sz="1600"/>
            </a:lvl8pPr>
            <a:lvl9pPr marL="4114800" lvl="8" indent="-330200" algn="l">
              <a:spcBef>
                <a:spcPts val="320"/>
              </a:spcBef>
              <a:spcAft>
                <a:spcPts val="0"/>
              </a:spcAft>
              <a:buClr>
                <a:schemeClr val="dk2"/>
              </a:buClr>
              <a:buSzPts val="1600"/>
              <a:buFont typeface="Arial"/>
              <a:buChar char="•"/>
              <a:defRPr sz="1600"/>
            </a:lvl9pPr>
          </a:lstStyle>
          <a:p>
            <a:endParaRPr/>
          </a:p>
        </p:txBody>
      </p:sp>
      <p:sp>
        <p:nvSpPr>
          <p:cNvPr id="287" name="Google Shape;287;p186"/>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680"/>
              <a:buNone/>
              <a:defRPr sz="2400" b="1"/>
            </a:lvl1pPr>
            <a:lvl2pPr marL="914400" lvl="1" indent="-228600" algn="l">
              <a:spcBef>
                <a:spcPts val="400"/>
              </a:spcBef>
              <a:spcAft>
                <a:spcPts val="0"/>
              </a:spcAft>
              <a:buSzPts val="1500"/>
              <a:buNone/>
              <a:defRPr sz="2000" b="1"/>
            </a:lvl2pPr>
            <a:lvl3pPr marL="1371600" lvl="2" indent="-228600" algn="l">
              <a:spcBef>
                <a:spcPts val="360"/>
              </a:spcBef>
              <a:spcAft>
                <a:spcPts val="0"/>
              </a:spcAft>
              <a:buSzPts val="1800"/>
              <a:buFont typeface="Arial"/>
              <a:buNone/>
              <a:defRPr sz="1800" b="1"/>
            </a:lvl3pPr>
            <a:lvl4pPr marL="1828800" lvl="3" indent="-228600" algn="l">
              <a:spcBef>
                <a:spcPts val="320"/>
              </a:spcBef>
              <a:spcAft>
                <a:spcPts val="0"/>
              </a:spcAft>
              <a:buSzPts val="1600"/>
              <a:buFont typeface="Arial"/>
              <a:buNone/>
              <a:defRPr sz="1600" b="1"/>
            </a:lvl4pPr>
            <a:lvl5pPr marL="2286000" lvl="4" indent="-228600" algn="l">
              <a:spcBef>
                <a:spcPts val="320"/>
              </a:spcBef>
              <a:spcAft>
                <a:spcPts val="0"/>
              </a:spcAft>
              <a:buClr>
                <a:schemeClr val="dk2"/>
              </a:buClr>
              <a:buSzPts val="1600"/>
              <a:buFont typeface="Arial"/>
              <a:buNone/>
              <a:defRPr sz="1600" b="1"/>
            </a:lvl5pPr>
            <a:lvl6pPr marL="2743200" lvl="5" indent="-228600" algn="l">
              <a:spcBef>
                <a:spcPts val="320"/>
              </a:spcBef>
              <a:spcAft>
                <a:spcPts val="0"/>
              </a:spcAft>
              <a:buClr>
                <a:schemeClr val="dk2"/>
              </a:buClr>
              <a:buSzPts val="1600"/>
              <a:buFont typeface="Arial"/>
              <a:buNone/>
              <a:defRPr sz="1600" b="1"/>
            </a:lvl6pPr>
            <a:lvl7pPr marL="3200400" lvl="6" indent="-228600" algn="l">
              <a:spcBef>
                <a:spcPts val="320"/>
              </a:spcBef>
              <a:spcAft>
                <a:spcPts val="0"/>
              </a:spcAft>
              <a:buClr>
                <a:schemeClr val="dk2"/>
              </a:buClr>
              <a:buSzPts val="1600"/>
              <a:buFont typeface="Arial"/>
              <a:buNone/>
              <a:defRPr sz="1600" b="1"/>
            </a:lvl7pPr>
            <a:lvl8pPr marL="3657600" lvl="7" indent="-228600" algn="l">
              <a:spcBef>
                <a:spcPts val="320"/>
              </a:spcBef>
              <a:spcAft>
                <a:spcPts val="0"/>
              </a:spcAft>
              <a:buClr>
                <a:schemeClr val="dk2"/>
              </a:buClr>
              <a:buSzPts val="1600"/>
              <a:buFont typeface="Arial"/>
              <a:buNone/>
              <a:defRPr sz="1600" b="1"/>
            </a:lvl8pPr>
            <a:lvl9pPr marL="4114800" lvl="8" indent="-228600" algn="l">
              <a:spcBef>
                <a:spcPts val="320"/>
              </a:spcBef>
              <a:spcAft>
                <a:spcPts val="0"/>
              </a:spcAft>
              <a:buClr>
                <a:schemeClr val="dk2"/>
              </a:buClr>
              <a:buSzPts val="1600"/>
              <a:buFont typeface="Arial"/>
              <a:buNone/>
              <a:defRPr sz="1600" b="1"/>
            </a:lvl9pPr>
          </a:lstStyle>
          <a:p>
            <a:endParaRPr/>
          </a:p>
        </p:txBody>
      </p:sp>
      <p:sp>
        <p:nvSpPr>
          <p:cNvPr id="288" name="Google Shape;288;p186"/>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35280" algn="l">
              <a:spcBef>
                <a:spcPts val="480"/>
              </a:spcBef>
              <a:spcAft>
                <a:spcPts val="0"/>
              </a:spcAft>
              <a:buSzPts val="1680"/>
              <a:buChar char="🞆"/>
              <a:defRPr sz="2400"/>
            </a:lvl1pPr>
            <a:lvl2pPr marL="914400" lvl="1" indent="-323850" algn="l">
              <a:spcBef>
                <a:spcPts val="400"/>
              </a:spcBef>
              <a:spcAft>
                <a:spcPts val="0"/>
              </a:spcAft>
              <a:buSzPts val="1500"/>
              <a:buChar char="●"/>
              <a:defRPr sz="2000"/>
            </a:lvl2pPr>
            <a:lvl3pPr marL="1371600" lvl="2" indent="-342900" algn="l">
              <a:spcBef>
                <a:spcPts val="360"/>
              </a:spcBef>
              <a:spcAft>
                <a:spcPts val="0"/>
              </a:spcAft>
              <a:buSzPts val="1800"/>
              <a:buFont typeface="Arial"/>
              <a:buChar char="•"/>
              <a:defRPr sz="1800"/>
            </a:lvl3pPr>
            <a:lvl4pPr marL="1828800" lvl="3" indent="-330200" algn="l">
              <a:spcBef>
                <a:spcPts val="320"/>
              </a:spcBef>
              <a:spcAft>
                <a:spcPts val="0"/>
              </a:spcAft>
              <a:buSzPts val="1600"/>
              <a:buFont typeface="Arial"/>
              <a:buChar char="•"/>
              <a:defRPr sz="1600"/>
            </a:lvl4pPr>
            <a:lvl5pPr marL="2286000" lvl="4" indent="-330200" algn="l">
              <a:spcBef>
                <a:spcPts val="320"/>
              </a:spcBef>
              <a:spcAft>
                <a:spcPts val="0"/>
              </a:spcAft>
              <a:buClr>
                <a:schemeClr val="dk2"/>
              </a:buClr>
              <a:buSzPts val="1600"/>
              <a:buFont typeface="Arial"/>
              <a:buChar char="•"/>
              <a:defRPr sz="1600"/>
            </a:lvl5pPr>
            <a:lvl6pPr marL="2743200" lvl="5" indent="-330200" algn="l">
              <a:spcBef>
                <a:spcPts val="320"/>
              </a:spcBef>
              <a:spcAft>
                <a:spcPts val="0"/>
              </a:spcAft>
              <a:buClr>
                <a:schemeClr val="dk2"/>
              </a:buClr>
              <a:buSzPts val="1600"/>
              <a:buFont typeface="Arial"/>
              <a:buChar char="•"/>
              <a:defRPr sz="1600"/>
            </a:lvl6pPr>
            <a:lvl7pPr marL="3200400" lvl="6" indent="-330200" algn="l">
              <a:spcBef>
                <a:spcPts val="320"/>
              </a:spcBef>
              <a:spcAft>
                <a:spcPts val="0"/>
              </a:spcAft>
              <a:buClr>
                <a:schemeClr val="dk2"/>
              </a:buClr>
              <a:buSzPts val="1600"/>
              <a:buFont typeface="Arial"/>
              <a:buChar char="•"/>
              <a:defRPr sz="1600"/>
            </a:lvl7pPr>
            <a:lvl8pPr marL="3657600" lvl="7" indent="-330200" algn="l">
              <a:spcBef>
                <a:spcPts val="320"/>
              </a:spcBef>
              <a:spcAft>
                <a:spcPts val="0"/>
              </a:spcAft>
              <a:buClr>
                <a:schemeClr val="dk2"/>
              </a:buClr>
              <a:buSzPts val="1600"/>
              <a:buFont typeface="Arial"/>
              <a:buChar char="•"/>
              <a:defRPr sz="1600"/>
            </a:lvl8pPr>
            <a:lvl9pPr marL="4114800" lvl="8" indent="-330200" algn="l">
              <a:spcBef>
                <a:spcPts val="320"/>
              </a:spcBef>
              <a:spcAft>
                <a:spcPts val="0"/>
              </a:spcAft>
              <a:buClr>
                <a:schemeClr val="dk2"/>
              </a:buClr>
              <a:buSzPts val="1600"/>
              <a:buFont typeface="Arial"/>
              <a:buChar char="•"/>
              <a:defRPr sz="16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9"/>
        <p:cNvGrpSpPr/>
        <p:nvPr/>
      </p:nvGrpSpPr>
      <p:grpSpPr>
        <a:xfrm>
          <a:off x="0" y="0"/>
          <a:ext cx="0" cy="0"/>
          <a:chOff x="0" y="0"/>
          <a:chExt cx="0" cy="0"/>
        </a:xfrm>
      </p:grpSpPr>
      <p:sp>
        <p:nvSpPr>
          <p:cNvPr id="290" name="Google Shape;290;p187"/>
          <p:cNvSpPr txBox="1">
            <a:spLocks noGrp="1"/>
          </p:cNvSpPr>
          <p:nvPr>
            <p:ph type="title"/>
          </p:nvPr>
        </p:nvSpPr>
        <p:spPr>
          <a:xfrm>
            <a:off x="2032000" y="190500"/>
            <a:ext cx="9855200" cy="1527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1"/>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92"/>
        <p:cNvGrpSpPr/>
        <p:nvPr/>
      </p:nvGrpSpPr>
      <p:grpSpPr>
        <a:xfrm>
          <a:off x="0" y="0"/>
          <a:ext cx="0" cy="0"/>
          <a:chOff x="0" y="0"/>
          <a:chExt cx="0" cy="0"/>
        </a:xfrm>
      </p:grpSpPr>
      <p:sp>
        <p:nvSpPr>
          <p:cNvPr id="293" name="Google Shape;293;p189"/>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4" name="Google Shape;294;p189"/>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370840" algn="l">
              <a:spcBef>
                <a:spcPts val="640"/>
              </a:spcBef>
              <a:spcAft>
                <a:spcPts val="0"/>
              </a:spcAft>
              <a:buSzPts val="2240"/>
              <a:buChar char="🞆"/>
              <a:defRPr sz="3200"/>
            </a:lvl1pPr>
            <a:lvl2pPr marL="914400" lvl="1" indent="-361950" algn="l">
              <a:spcBef>
                <a:spcPts val="560"/>
              </a:spcBef>
              <a:spcAft>
                <a:spcPts val="0"/>
              </a:spcAft>
              <a:buSzPts val="2100"/>
              <a:buChar char="●"/>
              <a:defRPr sz="2800"/>
            </a:lvl2pPr>
            <a:lvl3pPr marL="1371600" lvl="2" indent="-381000" algn="l">
              <a:spcBef>
                <a:spcPts val="480"/>
              </a:spcBef>
              <a:spcAft>
                <a:spcPts val="0"/>
              </a:spcAft>
              <a:buSzPts val="2400"/>
              <a:buFont typeface="Arial"/>
              <a:buChar char="•"/>
              <a:defRPr sz="2400"/>
            </a:lvl3pPr>
            <a:lvl4pPr marL="1828800" lvl="3" indent="-355600" algn="l">
              <a:spcBef>
                <a:spcPts val="400"/>
              </a:spcBef>
              <a:spcAft>
                <a:spcPts val="0"/>
              </a:spcAft>
              <a:buSzPts val="2000"/>
              <a:buFont typeface="Arial"/>
              <a:buChar char="•"/>
              <a:defRPr sz="2000"/>
            </a:lvl4pPr>
            <a:lvl5pPr marL="2286000" lvl="4" indent="-355600" algn="l">
              <a:spcBef>
                <a:spcPts val="400"/>
              </a:spcBef>
              <a:spcAft>
                <a:spcPts val="0"/>
              </a:spcAft>
              <a:buClr>
                <a:schemeClr val="dk2"/>
              </a:buClr>
              <a:buSzPts val="2000"/>
              <a:buFont typeface="Arial"/>
              <a:buChar char="•"/>
              <a:defRPr sz="2000"/>
            </a:lvl5pPr>
            <a:lvl6pPr marL="2743200" lvl="5" indent="-355600" algn="l">
              <a:spcBef>
                <a:spcPts val="400"/>
              </a:spcBef>
              <a:spcAft>
                <a:spcPts val="0"/>
              </a:spcAft>
              <a:buClr>
                <a:schemeClr val="dk2"/>
              </a:buClr>
              <a:buSzPts val="2000"/>
              <a:buFont typeface="Arial"/>
              <a:buChar char="•"/>
              <a:defRPr sz="2000"/>
            </a:lvl6pPr>
            <a:lvl7pPr marL="3200400" lvl="6" indent="-355600" algn="l">
              <a:spcBef>
                <a:spcPts val="400"/>
              </a:spcBef>
              <a:spcAft>
                <a:spcPts val="0"/>
              </a:spcAft>
              <a:buClr>
                <a:schemeClr val="dk2"/>
              </a:buClr>
              <a:buSzPts val="2000"/>
              <a:buFont typeface="Arial"/>
              <a:buChar char="•"/>
              <a:defRPr sz="2000"/>
            </a:lvl7pPr>
            <a:lvl8pPr marL="3657600" lvl="7" indent="-355600" algn="l">
              <a:spcBef>
                <a:spcPts val="400"/>
              </a:spcBef>
              <a:spcAft>
                <a:spcPts val="0"/>
              </a:spcAft>
              <a:buClr>
                <a:schemeClr val="dk2"/>
              </a:buClr>
              <a:buSzPts val="2000"/>
              <a:buFont typeface="Arial"/>
              <a:buChar char="•"/>
              <a:defRPr sz="2000"/>
            </a:lvl8pPr>
            <a:lvl9pPr marL="4114800" lvl="8" indent="-355600" algn="l">
              <a:spcBef>
                <a:spcPts val="400"/>
              </a:spcBef>
              <a:spcAft>
                <a:spcPts val="0"/>
              </a:spcAft>
              <a:buClr>
                <a:schemeClr val="dk2"/>
              </a:buClr>
              <a:buSzPts val="2000"/>
              <a:buFont typeface="Arial"/>
              <a:buChar char="•"/>
              <a:defRPr sz="2000"/>
            </a:lvl9pPr>
          </a:lstStyle>
          <a:p>
            <a:endParaRPr/>
          </a:p>
        </p:txBody>
      </p:sp>
      <p:sp>
        <p:nvSpPr>
          <p:cNvPr id="295" name="Google Shape;295;p189"/>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980"/>
              <a:buNone/>
              <a:defRPr sz="1400"/>
            </a:lvl1pPr>
            <a:lvl2pPr marL="914400" lvl="1" indent="-228600" algn="l">
              <a:spcBef>
                <a:spcPts val="240"/>
              </a:spcBef>
              <a:spcAft>
                <a:spcPts val="0"/>
              </a:spcAft>
              <a:buSzPts val="900"/>
              <a:buNone/>
              <a:defRPr sz="1200"/>
            </a:lvl2pPr>
            <a:lvl3pPr marL="1371600" lvl="2" indent="-228600" algn="l">
              <a:spcBef>
                <a:spcPts val="200"/>
              </a:spcBef>
              <a:spcAft>
                <a:spcPts val="0"/>
              </a:spcAft>
              <a:buSzPts val="1000"/>
              <a:buFont typeface="Arial"/>
              <a:buNone/>
              <a:defRPr sz="1000"/>
            </a:lvl3pPr>
            <a:lvl4pPr marL="1828800" lvl="3" indent="-228600" algn="l">
              <a:spcBef>
                <a:spcPts val="180"/>
              </a:spcBef>
              <a:spcAft>
                <a:spcPts val="0"/>
              </a:spcAft>
              <a:buSzPts val="900"/>
              <a:buFont typeface="Arial"/>
              <a:buNone/>
              <a:defRPr sz="900"/>
            </a:lvl4pPr>
            <a:lvl5pPr marL="2286000" lvl="4" indent="-228600" algn="l">
              <a:spcBef>
                <a:spcPts val="180"/>
              </a:spcBef>
              <a:spcAft>
                <a:spcPts val="0"/>
              </a:spcAft>
              <a:buClr>
                <a:schemeClr val="dk2"/>
              </a:buClr>
              <a:buSzPts val="900"/>
              <a:buFont typeface="Arial"/>
              <a:buNone/>
              <a:defRPr sz="900"/>
            </a:lvl5pPr>
            <a:lvl6pPr marL="2743200" lvl="5" indent="-228600" algn="l">
              <a:spcBef>
                <a:spcPts val="180"/>
              </a:spcBef>
              <a:spcAft>
                <a:spcPts val="0"/>
              </a:spcAft>
              <a:buClr>
                <a:schemeClr val="dk2"/>
              </a:buClr>
              <a:buSzPts val="900"/>
              <a:buFont typeface="Arial"/>
              <a:buNone/>
              <a:defRPr sz="900"/>
            </a:lvl6pPr>
            <a:lvl7pPr marL="3200400" lvl="6" indent="-228600" algn="l">
              <a:spcBef>
                <a:spcPts val="180"/>
              </a:spcBef>
              <a:spcAft>
                <a:spcPts val="0"/>
              </a:spcAft>
              <a:buClr>
                <a:schemeClr val="dk2"/>
              </a:buClr>
              <a:buSzPts val="900"/>
              <a:buFont typeface="Arial"/>
              <a:buNone/>
              <a:defRPr sz="900"/>
            </a:lvl7pPr>
            <a:lvl8pPr marL="3657600" lvl="7" indent="-228600" algn="l">
              <a:spcBef>
                <a:spcPts val="180"/>
              </a:spcBef>
              <a:spcAft>
                <a:spcPts val="0"/>
              </a:spcAft>
              <a:buClr>
                <a:schemeClr val="dk2"/>
              </a:buClr>
              <a:buSzPts val="900"/>
              <a:buFont typeface="Arial"/>
              <a:buNone/>
              <a:defRPr sz="900"/>
            </a:lvl8pPr>
            <a:lvl9pPr marL="4114800" lvl="8" indent="-228600" algn="l">
              <a:spcBef>
                <a:spcPts val="180"/>
              </a:spcBef>
              <a:spcAft>
                <a:spcPts val="0"/>
              </a:spcAft>
              <a:buClr>
                <a:schemeClr val="dk2"/>
              </a:buClr>
              <a:buSzPts val="900"/>
              <a:buFont typeface="Arial"/>
              <a:buNone/>
              <a:defRPr sz="900"/>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96"/>
        <p:cNvGrpSpPr/>
        <p:nvPr/>
      </p:nvGrpSpPr>
      <p:grpSpPr>
        <a:xfrm>
          <a:off x="0" y="0"/>
          <a:ext cx="0" cy="0"/>
          <a:chOff x="0" y="0"/>
          <a:chExt cx="0" cy="0"/>
        </a:xfrm>
      </p:grpSpPr>
      <p:sp>
        <p:nvSpPr>
          <p:cNvPr id="297" name="Google Shape;297;p190"/>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0"/>
          <p:cNvSpPr>
            <a:spLocks noGrp="1"/>
          </p:cNvSpPr>
          <p:nvPr>
            <p:ph type="pic" idx="2"/>
          </p:nvPr>
        </p:nvSpPr>
        <p:spPr>
          <a:xfrm>
            <a:off x="2389717" y="612775"/>
            <a:ext cx="7315200" cy="4114800"/>
          </a:xfrm>
          <a:prstGeom prst="rect">
            <a:avLst/>
          </a:prstGeom>
          <a:noFill/>
          <a:ln>
            <a:noFill/>
          </a:ln>
        </p:spPr>
      </p:sp>
      <p:sp>
        <p:nvSpPr>
          <p:cNvPr id="299" name="Google Shape;299;p190"/>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980"/>
              <a:buNone/>
              <a:defRPr sz="1400"/>
            </a:lvl1pPr>
            <a:lvl2pPr marL="914400" lvl="1" indent="-228600" algn="l">
              <a:spcBef>
                <a:spcPts val="240"/>
              </a:spcBef>
              <a:spcAft>
                <a:spcPts val="0"/>
              </a:spcAft>
              <a:buSzPts val="900"/>
              <a:buNone/>
              <a:defRPr sz="1200"/>
            </a:lvl2pPr>
            <a:lvl3pPr marL="1371600" lvl="2" indent="-228600" algn="l">
              <a:spcBef>
                <a:spcPts val="200"/>
              </a:spcBef>
              <a:spcAft>
                <a:spcPts val="0"/>
              </a:spcAft>
              <a:buSzPts val="1000"/>
              <a:buFont typeface="Arial"/>
              <a:buNone/>
              <a:defRPr sz="1000"/>
            </a:lvl3pPr>
            <a:lvl4pPr marL="1828800" lvl="3" indent="-228600" algn="l">
              <a:spcBef>
                <a:spcPts val="180"/>
              </a:spcBef>
              <a:spcAft>
                <a:spcPts val="0"/>
              </a:spcAft>
              <a:buSzPts val="900"/>
              <a:buFont typeface="Arial"/>
              <a:buNone/>
              <a:defRPr sz="900"/>
            </a:lvl4pPr>
            <a:lvl5pPr marL="2286000" lvl="4" indent="-228600" algn="l">
              <a:spcBef>
                <a:spcPts val="180"/>
              </a:spcBef>
              <a:spcAft>
                <a:spcPts val="0"/>
              </a:spcAft>
              <a:buClr>
                <a:schemeClr val="dk2"/>
              </a:buClr>
              <a:buSzPts val="900"/>
              <a:buFont typeface="Arial"/>
              <a:buNone/>
              <a:defRPr sz="900"/>
            </a:lvl5pPr>
            <a:lvl6pPr marL="2743200" lvl="5" indent="-228600" algn="l">
              <a:spcBef>
                <a:spcPts val="180"/>
              </a:spcBef>
              <a:spcAft>
                <a:spcPts val="0"/>
              </a:spcAft>
              <a:buClr>
                <a:schemeClr val="dk2"/>
              </a:buClr>
              <a:buSzPts val="900"/>
              <a:buFont typeface="Arial"/>
              <a:buNone/>
              <a:defRPr sz="900"/>
            </a:lvl6pPr>
            <a:lvl7pPr marL="3200400" lvl="6" indent="-228600" algn="l">
              <a:spcBef>
                <a:spcPts val="180"/>
              </a:spcBef>
              <a:spcAft>
                <a:spcPts val="0"/>
              </a:spcAft>
              <a:buClr>
                <a:schemeClr val="dk2"/>
              </a:buClr>
              <a:buSzPts val="900"/>
              <a:buFont typeface="Arial"/>
              <a:buNone/>
              <a:defRPr sz="900"/>
            </a:lvl7pPr>
            <a:lvl8pPr marL="3657600" lvl="7" indent="-228600" algn="l">
              <a:spcBef>
                <a:spcPts val="180"/>
              </a:spcBef>
              <a:spcAft>
                <a:spcPts val="0"/>
              </a:spcAft>
              <a:buClr>
                <a:schemeClr val="dk2"/>
              </a:buClr>
              <a:buSzPts val="900"/>
              <a:buFont typeface="Arial"/>
              <a:buNone/>
              <a:defRPr sz="900"/>
            </a:lvl8pPr>
            <a:lvl9pPr marL="4114800" lvl="8" indent="-228600" algn="l">
              <a:spcBef>
                <a:spcPts val="180"/>
              </a:spcBef>
              <a:spcAft>
                <a:spcPts val="0"/>
              </a:spcAft>
              <a:buClr>
                <a:schemeClr val="dk2"/>
              </a:buClr>
              <a:buSzPts val="900"/>
              <a:buFont typeface="Arial"/>
              <a:buNone/>
              <a:defRPr sz="9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00"/>
        <p:cNvGrpSpPr/>
        <p:nvPr/>
      </p:nvGrpSpPr>
      <p:grpSpPr>
        <a:xfrm>
          <a:off x="0" y="0"/>
          <a:ext cx="0" cy="0"/>
          <a:chOff x="0" y="0"/>
          <a:chExt cx="0" cy="0"/>
        </a:xfrm>
      </p:grpSpPr>
      <p:sp>
        <p:nvSpPr>
          <p:cNvPr id="301" name="Google Shape;301;p191"/>
          <p:cNvSpPr txBox="1">
            <a:spLocks noGrp="1"/>
          </p:cNvSpPr>
          <p:nvPr>
            <p:ph type="title"/>
          </p:nvPr>
        </p:nvSpPr>
        <p:spPr>
          <a:xfrm>
            <a:off x="2032000" y="190500"/>
            <a:ext cx="9855200" cy="1527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2" name="Google Shape;302;p191"/>
          <p:cNvSpPr txBox="1">
            <a:spLocks noGrp="1"/>
          </p:cNvSpPr>
          <p:nvPr>
            <p:ph type="body" idx="1"/>
          </p:nvPr>
        </p:nvSpPr>
        <p:spPr>
          <a:xfrm rot="5400000">
            <a:off x="4673600" y="-736600"/>
            <a:ext cx="4572000" cy="9855200"/>
          </a:xfrm>
          <a:prstGeom prst="rect">
            <a:avLst/>
          </a:prstGeom>
          <a:noFill/>
          <a:ln>
            <a:noFill/>
          </a:ln>
        </p:spPr>
        <p:txBody>
          <a:bodyPr spcFirstLastPara="1" wrap="square" lIns="91425" tIns="45700" rIns="91425" bIns="45700" anchor="t" anchorCtr="0">
            <a:noAutofit/>
          </a:bodyPr>
          <a:lstStyle>
            <a:lvl1pPr marL="457200" lvl="0" indent="-308610" algn="l">
              <a:spcBef>
                <a:spcPts val="360"/>
              </a:spcBef>
              <a:spcAft>
                <a:spcPts val="0"/>
              </a:spcAft>
              <a:buSzPts val="1260"/>
              <a:buChar char="🞆"/>
              <a:defRPr/>
            </a:lvl1pPr>
            <a:lvl2pPr marL="914400" lvl="1" indent="-314325" algn="l">
              <a:spcBef>
                <a:spcPts val="360"/>
              </a:spcBef>
              <a:spcAft>
                <a:spcPts val="0"/>
              </a:spcAft>
              <a:buSzPts val="135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Clr>
                <a:schemeClr val="dk2"/>
              </a:buClr>
              <a:buSzPts val="1800"/>
              <a:buChar char="•"/>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03"/>
        <p:cNvGrpSpPr/>
        <p:nvPr/>
      </p:nvGrpSpPr>
      <p:grpSpPr>
        <a:xfrm>
          <a:off x="0" y="0"/>
          <a:ext cx="0" cy="0"/>
          <a:chOff x="0" y="0"/>
          <a:chExt cx="0" cy="0"/>
        </a:xfrm>
      </p:grpSpPr>
      <p:sp>
        <p:nvSpPr>
          <p:cNvPr id="304" name="Google Shape;304;p192"/>
          <p:cNvSpPr txBox="1">
            <a:spLocks noGrp="1"/>
          </p:cNvSpPr>
          <p:nvPr>
            <p:ph type="title"/>
          </p:nvPr>
        </p:nvSpPr>
        <p:spPr>
          <a:xfrm rot="5400000">
            <a:off x="7512050" y="2101850"/>
            <a:ext cx="6286500" cy="2463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2"/>
          <p:cNvSpPr txBox="1">
            <a:spLocks noGrp="1"/>
          </p:cNvSpPr>
          <p:nvPr>
            <p:ph type="body" idx="1"/>
          </p:nvPr>
        </p:nvSpPr>
        <p:spPr>
          <a:xfrm rot="5400000">
            <a:off x="2482850" y="-260350"/>
            <a:ext cx="6286500" cy="7188200"/>
          </a:xfrm>
          <a:prstGeom prst="rect">
            <a:avLst/>
          </a:prstGeom>
          <a:noFill/>
          <a:ln>
            <a:noFill/>
          </a:ln>
        </p:spPr>
        <p:txBody>
          <a:bodyPr spcFirstLastPara="1" wrap="square" lIns="91425" tIns="45700" rIns="91425" bIns="45700" anchor="t" anchorCtr="0">
            <a:noAutofit/>
          </a:bodyPr>
          <a:lstStyle>
            <a:lvl1pPr marL="457200" lvl="0" indent="-308610" algn="l">
              <a:spcBef>
                <a:spcPts val="360"/>
              </a:spcBef>
              <a:spcAft>
                <a:spcPts val="0"/>
              </a:spcAft>
              <a:buSzPts val="1260"/>
              <a:buChar char="🞆"/>
              <a:defRPr/>
            </a:lvl1pPr>
            <a:lvl2pPr marL="914400" lvl="1" indent="-314325" algn="l">
              <a:spcBef>
                <a:spcPts val="360"/>
              </a:spcBef>
              <a:spcAft>
                <a:spcPts val="0"/>
              </a:spcAft>
              <a:buSzPts val="135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Clr>
                <a:schemeClr val="dk2"/>
              </a:buClr>
              <a:buSzPts val="1800"/>
              <a:buChar char="•"/>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306"/>
        <p:cNvGrpSpPr/>
        <p:nvPr/>
      </p:nvGrpSpPr>
      <p:grpSpPr>
        <a:xfrm>
          <a:off x="0" y="0"/>
          <a:ext cx="0" cy="0"/>
          <a:chOff x="0" y="0"/>
          <a:chExt cx="0" cy="0"/>
        </a:xfrm>
      </p:grpSpPr>
      <p:sp>
        <p:nvSpPr>
          <p:cNvPr id="307" name="Google Shape;307;p193"/>
          <p:cNvSpPr txBox="1">
            <a:spLocks noGrp="1"/>
          </p:cNvSpPr>
          <p:nvPr>
            <p:ph type="title"/>
          </p:nvPr>
        </p:nvSpPr>
        <p:spPr>
          <a:xfrm>
            <a:off x="2032000" y="190500"/>
            <a:ext cx="9855200" cy="1527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8" name="Google Shape;308;p193"/>
          <p:cNvSpPr txBox="1">
            <a:spLocks noGrp="1"/>
          </p:cNvSpPr>
          <p:nvPr>
            <p:ph type="body" idx="1"/>
          </p:nvPr>
        </p:nvSpPr>
        <p:spPr>
          <a:xfrm>
            <a:off x="2032000" y="1905000"/>
            <a:ext cx="4826000" cy="4572000"/>
          </a:xfrm>
          <a:prstGeom prst="rect">
            <a:avLst/>
          </a:prstGeom>
          <a:noFill/>
          <a:ln>
            <a:noFill/>
          </a:ln>
        </p:spPr>
        <p:txBody>
          <a:bodyPr spcFirstLastPara="1" wrap="square" lIns="91425" tIns="45700" rIns="91425" bIns="45700" anchor="t" anchorCtr="0">
            <a:noAutofit/>
          </a:bodyPr>
          <a:lstStyle>
            <a:lvl1pPr marL="457200" lvl="0" indent="-308610" algn="l">
              <a:spcBef>
                <a:spcPts val="360"/>
              </a:spcBef>
              <a:spcAft>
                <a:spcPts val="0"/>
              </a:spcAft>
              <a:buSzPts val="1260"/>
              <a:buChar char="🞆"/>
              <a:defRPr/>
            </a:lvl1pPr>
            <a:lvl2pPr marL="914400" lvl="1" indent="-314325" algn="l">
              <a:spcBef>
                <a:spcPts val="360"/>
              </a:spcBef>
              <a:spcAft>
                <a:spcPts val="0"/>
              </a:spcAft>
              <a:buSzPts val="135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Clr>
                <a:schemeClr val="dk2"/>
              </a:buClr>
              <a:buSzPts val="1800"/>
              <a:buChar char="•"/>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09" name="Google Shape;309;p193"/>
          <p:cNvSpPr txBox="1">
            <a:spLocks noGrp="1"/>
          </p:cNvSpPr>
          <p:nvPr>
            <p:ph type="body" idx="2"/>
          </p:nvPr>
        </p:nvSpPr>
        <p:spPr>
          <a:xfrm>
            <a:off x="7061200" y="1905000"/>
            <a:ext cx="4826000" cy="4572000"/>
          </a:xfrm>
          <a:prstGeom prst="rect">
            <a:avLst/>
          </a:prstGeom>
          <a:noFill/>
          <a:ln>
            <a:noFill/>
          </a:ln>
        </p:spPr>
        <p:txBody>
          <a:bodyPr spcFirstLastPara="1" wrap="square" lIns="91425" tIns="45700" rIns="91425" bIns="45700" anchor="t" anchorCtr="0">
            <a:noAutofit/>
          </a:bodyPr>
          <a:lstStyle>
            <a:lvl1pPr marL="457200" lvl="0" indent="-308610" algn="l">
              <a:spcBef>
                <a:spcPts val="360"/>
              </a:spcBef>
              <a:spcAft>
                <a:spcPts val="0"/>
              </a:spcAft>
              <a:buSzPts val="1260"/>
              <a:buChar char="🞆"/>
              <a:defRPr/>
            </a:lvl1pPr>
            <a:lvl2pPr marL="914400" lvl="1" indent="-314325" algn="l">
              <a:spcBef>
                <a:spcPts val="360"/>
              </a:spcBef>
              <a:spcAft>
                <a:spcPts val="0"/>
              </a:spcAft>
              <a:buSzPts val="135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Clr>
                <a:schemeClr val="dk2"/>
              </a:buClr>
              <a:buSzPts val="1800"/>
              <a:buChar char="•"/>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Text and Media Clip" type="txAndMedia">
  <p:cSld name="TEXT_AND_MEDIA">
    <p:spTree>
      <p:nvGrpSpPr>
        <p:cNvPr id="1" name="Shape 310"/>
        <p:cNvGrpSpPr/>
        <p:nvPr/>
      </p:nvGrpSpPr>
      <p:grpSpPr>
        <a:xfrm>
          <a:off x="0" y="0"/>
          <a:ext cx="0" cy="0"/>
          <a:chOff x="0" y="0"/>
          <a:chExt cx="0" cy="0"/>
        </a:xfrm>
      </p:grpSpPr>
      <p:sp>
        <p:nvSpPr>
          <p:cNvPr id="311" name="Google Shape;311;p194"/>
          <p:cNvSpPr txBox="1">
            <a:spLocks noGrp="1"/>
          </p:cNvSpPr>
          <p:nvPr>
            <p:ph type="title"/>
          </p:nvPr>
        </p:nvSpPr>
        <p:spPr>
          <a:xfrm>
            <a:off x="203200" y="152400"/>
            <a:ext cx="10363200" cy="762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2" name="Google Shape;312;p194"/>
          <p:cNvSpPr txBox="1">
            <a:spLocks noGrp="1"/>
          </p:cNvSpPr>
          <p:nvPr>
            <p:ph type="body" idx="1"/>
          </p:nvPr>
        </p:nvSpPr>
        <p:spPr>
          <a:xfrm>
            <a:off x="914400" y="1219200"/>
            <a:ext cx="5080000" cy="5257800"/>
          </a:xfrm>
          <a:prstGeom prst="rect">
            <a:avLst/>
          </a:prstGeom>
          <a:noFill/>
          <a:ln>
            <a:noFill/>
          </a:ln>
        </p:spPr>
        <p:txBody>
          <a:bodyPr spcFirstLastPara="1" wrap="square" lIns="91425" tIns="45700" rIns="91425" bIns="45700" anchor="t" anchorCtr="0">
            <a:noAutofit/>
          </a:bodyPr>
          <a:lstStyle>
            <a:lvl1pPr marL="457200" lvl="0" indent="-308610" algn="l">
              <a:spcBef>
                <a:spcPts val="360"/>
              </a:spcBef>
              <a:spcAft>
                <a:spcPts val="0"/>
              </a:spcAft>
              <a:buSzPts val="1260"/>
              <a:buChar char="🞆"/>
              <a:defRPr/>
            </a:lvl1pPr>
            <a:lvl2pPr marL="914400" lvl="1" indent="-314325" algn="l">
              <a:spcBef>
                <a:spcPts val="360"/>
              </a:spcBef>
              <a:spcAft>
                <a:spcPts val="0"/>
              </a:spcAft>
              <a:buSzPts val="135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Clr>
                <a:schemeClr val="dk2"/>
              </a:buClr>
              <a:buSzPts val="1800"/>
              <a:buChar char="•"/>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13" name="Google Shape;313;p194"/>
          <p:cNvSpPr>
            <a:spLocks noGrp="1"/>
          </p:cNvSpPr>
          <p:nvPr>
            <p:ph type="media" idx="2"/>
          </p:nvPr>
        </p:nvSpPr>
        <p:spPr>
          <a:xfrm>
            <a:off x="6197600" y="1219200"/>
            <a:ext cx="5080000" cy="5257800"/>
          </a:xfrm>
          <a:prstGeom prst="rect">
            <a:avLst/>
          </a:prstGeom>
          <a:noFill/>
          <a:ln>
            <a:noFill/>
          </a:ln>
        </p:spPr>
        <p:txBody>
          <a:bodyPr spcFirstLastPara="1" wrap="square" lIns="91425" tIns="45700" rIns="91425" bIns="45700" anchor="t" anchorCtr="0">
            <a:noAutofit/>
          </a:bodyPr>
          <a:lstStyle>
            <a:lvl1pPr marR="0" lvl="0" algn="l" rtl="0">
              <a:spcBef>
                <a:spcPts val="520"/>
              </a:spcBef>
              <a:spcAft>
                <a:spcPts val="0"/>
              </a:spcAft>
              <a:buClr>
                <a:schemeClr val="dk1"/>
              </a:buClr>
              <a:buSzPts val="1820"/>
              <a:buFont typeface="Noto Sans Symbols"/>
              <a:buChar char="🞆"/>
              <a:defRPr sz="2600" b="0" i="0" u="none" strike="noStrike" cap="none">
                <a:solidFill>
                  <a:schemeClr val="dk2"/>
                </a:solidFill>
                <a:latin typeface="Arial"/>
                <a:ea typeface="Arial"/>
                <a:cs typeface="Arial"/>
                <a:sym typeface="Arial"/>
              </a:defRPr>
            </a:lvl1pPr>
            <a:lvl2pPr marR="0" lvl="1" algn="l" rtl="0">
              <a:spcBef>
                <a:spcPts val="480"/>
              </a:spcBef>
              <a:spcAft>
                <a:spcPts val="0"/>
              </a:spcAft>
              <a:buClr>
                <a:schemeClr val="accent1"/>
              </a:buClr>
              <a:buSzPts val="1800"/>
              <a:buFont typeface="Noto Sans Symbols"/>
              <a:buChar char="●"/>
              <a:defRPr sz="2400" b="0" i="0" u="none" strike="noStrike" cap="none">
                <a:solidFill>
                  <a:schemeClr val="dk2"/>
                </a:solidFill>
                <a:latin typeface="Arial"/>
                <a:ea typeface="Arial"/>
                <a:cs typeface="Arial"/>
                <a:sym typeface="Arial"/>
              </a:defRPr>
            </a:lvl2pPr>
            <a:lvl3pPr marR="0" lvl="2" algn="l" rtl="0">
              <a:spcBef>
                <a:spcPts val="400"/>
              </a:spcBef>
              <a:spcAft>
                <a:spcPts val="0"/>
              </a:spcAft>
              <a:buClr>
                <a:schemeClr val="accent2"/>
              </a:buClr>
              <a:buSzPts val="2000"/>
              <a:buFont typeface="Arial"/>
              <a:buChar char="•"/>
              <a:defRPr sz="2000" b="0" i="0" u="none" strike="noStrike" cap="none">
                <a:solidFill>
                  <a:schemeClr val="dk2"/>
                </a:solidFill>
                <a:latin typeface="Arial"/>
                <a:ea typeface="Arial"/>
                <a:cs typeface="Arial"/>
                <a:sym typeface="Arial"/>
              </a:defRPr>
            </a:lvl3pPr>
            <a:lvl4pPr marR="0" lvl="3" algn="l" rtl="0">
              <a:spcBef>
                <a:spcPts val="36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4pPr>
            <a:lvl5pPr marR="0" lvl="4" algn="l" rtl="0">
              <a:spcBef>
                <a:spcPts val="36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R="0" lvl="5" algn="l" rtl="0">
              <a:spcBef>
                <a:spcPts val="36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6pPr>
            <a:lvl7pPr marR="0" lvl="6" algn="l" rtl="0">
              <a:spcBef>
                <a:spcPts val="36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7pPr>
            <a:lvl8pPr marR="0" lvl="7" algn="l" rtl="0">
              <a:spcBef>
                <a:spcPts val="36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8pPr>
            <a:lvl9pPr marR="0" lvl="8" algn="l" rtl="0">
              <a:spcBef>
                <a:spcPts val="36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9pPr>
          </a:lstStyle>
          <a:p>
            <a:endParaRPr/>
          </a:p>
        </p:txBody>
      </p:sp>
      <p:sp>
        <p:nvSpPr>
          <p:cNvPr id="314" name="Google Shape;314;p194"/>
          <p:cNvSpPr txBox="1">
            <a:spLocks noGrp="1"/>
          </p:cNvSpPr>
          <p:nvPr>
            <p:ph type="dt" idx="10"/>
          </p:nvPr>
        </p:nvSpPr>
        <p:spPr>
          <a:xfrm>
            <a:off x="8432800" y="6553200"/>
            <a:ext cx="3048000" cy="304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omic Sans MS"/>
                <a:ea typeface="Comic Sans MS"/>
                <a:cs typeface="Comic Sans MS"/>
                <a:sym typeface="Comic Sans M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5" name="Google Shape;315;p194"/>
          <p:cNvSpPr txBox="1">
            <a:spLocks noGrp="1"/>
          </p:cNvSpPr>
          <p:nvPr>
            <p:ph type="ftr" idx="11"/>
          </p:nvPr>
        </p:nvSpPr>
        <p:spPr>
          <a:xfrm>
            <a:off x="0" y="6553200"/>
            <a:ext cx="8331200" cy="304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omic Sans MS"/>
                <a:ea typeface="Comic Sans MS"/>
                <a:cs typeface="Comic Sans MS"/>
                <a:sym typeface="Comic Sans M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6" name="Google Shape;316;p194"/>
          <p:cNvSpPr txBox="1">
            <a:spLocks noGrp="1"/>
          </p:cNvSpPr>
          <p:nvPr>
            <p:ph type="sldNum" idx="12"/>
          </p:nvPr>
        </p:nvSpPr>
        <p:spPr>
          <a:xfrm>
            <a:off x="11582400" y="6553200"/>
            <a:ext cx="609600" cy="3048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Arial"/>
                <a:ea typeface="Arial"/>
                <a:cs typeface="Arial"/>
                <a:sym typeface="Arial"/>
              </a:defRPr>
            </a:lvl1pPr>
            <a:lvl2pPr marL="0" marR="0" lvl="1" indent="0" algn="l" rtl="0">
              <a:spcBef>
                <a:spcPts val="0"/>
              </a:spcBef>
              <a:buNone/>
              <a:defRPr sz="1800" b="0" i="0" u="none" strike="noStrike" cap="none">
                <a:solidFill>
                  <a:schemeClr val="dk1"/>
                </a:solidFill>
                <a:latin typeface="Arial"/>
                <a:ea typeface="Arial"/>
                <a:cs typeface="Arial"/>
                <a:sym typeface="Arial"/>
              </a:defRPr>
            </a:lvl2pPr>
            <a:lvl3pPr marL="0" marR="0" lvl="2" indent="0" algn="l" rtl="0">
              <a:spcBef>
                <a:spcPts val="0"/>
              </a:spcBef>
              <a:buNone/>
              <a:defRPr sz="1800" b="0" i="0" u="none" strike="noStrike" cap="none">
                <a:solidFill>
                  <a:schemeClr val="dk1"/>
                </a:solidFill>
                <a:latin typeface="Arial"/>
                <a:ea typeface="Arial"/>
                <a:cs typeface="Arial"/>
                <a:sym typeface="Arial"/>
              </a:defRPr>
            </a:lvl3pPr>
            <a:lvl4pPr marL="0" marR="0" lvl="3" indent="0" algn="l" rtl="0">
              <a:spcBef>
                <a:spcPts val="0"/>
              </a:spcBef>
              <a:buNone/>
              <a:defRPr sz="1800" b="0" i="0" u="none" strike="noStrike" cap="none">
                <a:solidFill>
                  <a:schemeClr val="dk1"/>
                </a:solidFill>
                <a:latin typeface="Arial"/>
                <a:ea typeface="Arial"/>
                <a:cs typeface="Arial"/>
                <a:sym typeface="Arial"/>
              </a:defRPr>
            </a:lvl4pPr>
            <a:lvl5pPr marL="0" marR="0" lvl="4" indent="0" algn="l" rtl="0">
              <a:spcBef>
                <a:spcPts val="0"/>
              </a:spcBef>
              <a:buNone/>
              <a:defRPr sz="1800" b="0" i="0" u="none" strike="noStrike" cap="none">
                <a:solidFill>
                  <a:schemeClr val="dk1"/>
                </a:solidFill>
                <a:latin typeface="Arial"/>
                <a:ea typeface="Arial"/>
                <a:cs typeface="Arial"/>
                <a:sym typeface="Arial"/>
              </a:defRPr>
            </a:lvl5pPr>
            <a:lvl6pPr marL="0" marR="0" lvl="5" indent="0" algn="l" rtl="0">
              <a:spcBef>
                <a:spcPts val="0"/>
              </a:spcBef>
              <a:buNone/>
              <a:defRPr sz="1800" b="0" i="0" u="none" strike="noStrike" cap="none">
                <a:solidFill>
                  <a:schemeClr val="dk1"/>
                </a:solidFill>
                <a:latin typeface="Arial"/>
                <a:ea typeface="Arial"/>
                <a:cs typeface="Arial"/>
                <a:sym typeface="Arial"/>
              </a:defRPr>
            </a:lvl6pPr>
            <a:lvl7pPr marL="0" marR="0" lvl="6" indent="0" algn="l" rtl="0">
              <a:spcBef>
                <a:spcPts val="0"/>
              </a:spcBef>
              <a:buNone/>
              <a:defRPr sz="1800" b="0" i="0" u="none" strike="noStrike" cap="none">
                <a:solidFill>
                  <a:schemeClr val="dk1"/>
                </a:solidFill>
                <a:latin typeface="Arial"/>
                <a:ea typeface="Arial"/>
                <a:cs typeface="Arial"/>
                <a:sym typeface="Arial"/>
              </a:defRPr>
            </a:lvl7pPr>
            <a:lvl8pPr marL="0" marR="0" lvl="7" indent="0" algn="l" rtl="0">
              <a:spcBef>
                <a:spcPts val="0"/>
              </a:spcBef>
              <a:buNone/>
              <a:defRPr sz="1800" b="0" i="0" u="none" strike="noStrike" cap="none">
                <a:solidFill>
                  <a:schemeClr val="dk1"/>
                </a:solidFill>
                <a:latin typeface="Arial"/>
                <a:ea typeface="Arial"/>
                <a:cs typeface="Arial"/>
                <a:sym typeface="Arial"/>
              </a:defRPr>
            </a:lvl8pPr>
            <a:lvl9pPr marL="0" marR="0" lvl="8" indent="0" algn="l" rtl="0">
              <a:spcBef>
                <a:spcPts val="0"/>
              </a:spcBef>
              <a:buNone/>
              <a:defRPr sz="1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2.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3"/>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43"/>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4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4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14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4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4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1pPr>
            <a:lvl2pPr marL="0" marR="0" lvl="1"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2pPr>
            <a:lvl3pPr marL="0" marR="0" lvl="2"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3pPr>
            <a:lvl4pPr marL="0" marR="0" lvl="3"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4pPr>
            <a:lvl5pPr marL="0" marR="0" lvl="4"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5pPr>
            <a:lvl6pPr marL="0" marR="0" lvl="5"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6pPr>
            <a:lvl7pPr marL="0" marR="0" lvl="6"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7pPr>
            <a:lvl8pPr marL="0" marR="0" lvl="7"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8pPr>
            <a:lvl9pPr marL="0" marR="0" lvl="8"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143"/>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5" r:id="rId4"/>
    <p:sldLayoutId id="2147483656" r:id="rId5"/>
    <p:sldLayoutId id="2147483657" r:id="rId6"/>
    <p:sldLayoutId id="2147483658" r:id="rId7"/>
    <p:sldLayoutId id="2147483659" r:id="rId8"/>
    <p:sldLayoutId id="2147483660" r:id="rId9"/>
    <p:sldLayoutId id="2147483661"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p:cNvGrpSpPr/>
        <p:nvPr/>
      </p:nvGrpSpPr>
      <p:grpSpPr>
        <a:xfrm>
          <a:off x="0" y="0"/>
          <a:ext cx="0" cy="0"/>
          <a:chOff x="0" y="0"/>
          <a:chExt cx="0" cy="0"/>
        </a:xfrm>
      </p:grpSpPr>
      <p:sp>
        <p:nvSpPr>
          <p:cNvPr id="111" name="Google Shape;111;p1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2" name="Google Shape;112;p1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3" name="Google Shape;113;p1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4" name="Google Shape;114;p1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5" name="Google Shape;115;p1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5"/>
        <p:cNvGrpSpPr/>
        <p:nvPr/>
      </p:nvGrpSpPr>
      <p:grpSpPr>
        <a:xfrm>
          <a:off x="0" y="0"/>
          <a:ext cx="0" cy="0"/>
          <a:chOff x="0" y="0"/>
          <a:chExt cx="0" cy="0"/>
        </a:xfrm>
      </p:grpSpPr>
      <p:sp>
        <p:nvSpPr>
          <p:cNvPr id="186" name="Google Shape;186;p1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7" name="Google Shape;187;p14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8" name="Google Shape;188;p1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9" name="Google Shape;189;p1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0" name="Google Shape;190;p1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0"/>
        <p:cNvGrpSpPr/>
        <p:nvPr/>
      </p:nvGrpSpPr>
      <p:grpSpPr>
        <a:xfrm>
          <a:off x="0" y="0"/>
          <a:ext cx="0" cy="0"/>
          <a:chOff x="0" y="0"/>
          <a:chExt cx="0" cy="0"/>
        </a:xfrm>
      </p:grpSpPr>
      <p:sp>
        <p:nvSpPr>
          <p:cNvPr id="261" name="Google Shape;261;p150"/>
          <p:cNvSpPr txBox="1">
            <a:spLocks noGrp="1"/>
          </p:cNvSpPr>
          <p:nvPr>
            <p:ph type="title"/>
          </p:nvPr>
        </p:nvSpPr>
        <p:spPr>
          <a:xfrm>
            <a:off x="2032000" y="190500"/>
            <a:ext cx="9855200" cy="152717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000"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30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30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30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30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30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30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30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3000" b="0" i="0" u="none" strike="noStrike" cap="none">
                <a:solidFill>
                  <a:schemeClr val="dk2"/>
                </a:solidFill>
                <a:latin typeface="Arial"/>
                <a:ea typeface="Arial"/>
                <a:cs typeface="Arial"/>
                <a:sym typeface="Arial"/>
              </a:defRPr>
            </a:lvl9pPr>
          </a:lstStyle>
          <a:p>
            <a:endParaRPr/>
          </a:p>
        </p:txBody>
      </p:sp>
      <p:sp>
        <p:nvSpPr>
          <p:cNvPr id="262" name="Google Shape;262;p150"/>
          <p:cNvSpPr txBox="1">
            <a:spLocks noGrp="1"/>
          </p:cNvSpPr>
          <p:nvPr>
            <p:ph type="body" idx="1"/>
          </p:nvPr>
        </p:nvSpPr>
        <p:spPr>
          <a:xfrm>
            <a:off x="2032000" y="1905000"/>
            <a:ext cx="9855200" cy="4572000"/>
          </a:xfrm>
          <a:prstGeom prst="rect">
            <a:avLst/>
          </a:prstGeom>
          <a:noFill/>
          <a:ln>
            <a:noFill/>
          </a:ln>
        </p:spPr>
        <p:txBody>
          <a:bodyPr spcFirstLastPara="1" wrap="square" lIns="91425" tIns="45700" rIns="91425" bIns="45700" anchor="t" anchorCtr="0">
            <a:noAutofit/>
          </a:bodyPr>
          <a:lstStyle>
            <a:lvl1pPr marL="457200" marR="0" lvl="0" indent="-344170" algn="l" rtl="0">
              <a:spcBef>
                <a:spcPts val="520"/>
              </a:spcBef>
              <a:spcAft>
                <a:spcPts val="0"/>
              </a:spcAft>
              <a:buClr>
                <a:schemeClr val="dk1"/>
              </a:buClr>
              <a:buSzPts val="1820"/>
              <a:buFont typeface="Noto Sans Symbols"/>
              <a:buChar char="🞆"/>
              <a:defRPr sz="2600" b="0" i="0" u="none" strike="noStrike" cap="none">
                <a:solidFill>
                  <a:schemeClr val="dk2"/>
                </a:solidFill>
                <a:latin typeface="Arial"/>
                <a:ea typeface="Arial"/>
                <a:cs typeface="Arial"/>
                <a:sym typeface="Arial"/>
              </a:defRPr>
            </a:lvl1pPr>
            <a:lvl2pPr marL="914400" marR="0" lvl="1" indent="-342900" algn="l" rtl="0">
              <a:spcBef>
                <a:spcPts val="480"/>
              </a:spcBef>
              <a:spcAft>
                <a:spcPts val="0"/>
              </a:spcAft>
              <a:buClr>
                <a:schemeClr val="accent1"/>
              </a:buClr>
              <a:buSzPts val="1800"/>
              <a:buFont typeface="Noto Sans Symbols"/>
              <a:buChar char="●"/>
              <a:defRPr sz="2400" b="0" i="0" u="none" strike="noStrike" cap="none">
                <a:solidFill>
                  <a:schemeClr val="dk2"/>
                </a:solidFill>
                <a:latin typeface="Arial"/>
                <a:ea typeface="Arial"/>
                <a:cs typeface="Arial"/>
                <a:sym typeface="Arial"/>
              </a:defRPr>
            </a:lvl2pPr>
            <a:lvl3pPr marL="1371600" marR="0" lvl="2" indent="-355600" algn="l" rtl="0">
              <a:spcBef>
                <a:spcPts val="400"/>
              </a:spcBef>
              <a:spcAft>
                <a:spcPts val="0"/>
              </a:spcAft>
              <a:buClr>
                <a:schemeClr val="accent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spcBef>
                <a:spcPts val="36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spcBef>
                <a:spcPts val="36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6pPr>
            <a:lvl7pPr marL="3200400" marR="0" lvl="6" indent="-342900" algn="l" rtl="0">
              <a:spcBef>
                <a:spcPts val="36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7pPr>
            <a:lvl8pPr marL="3657600" marR="0" lvl="7" indent="-342900" algn="l" rtl="0">
              <a:spcBef>
                <a:spcPts val="36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8pPr>
            <a:lvl9pPr marL="4114800" marR="0" lvl="8" indent="-342900" algn="l" rtl="0">
              <a:spcBef>
                <a:spcPts val="36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9pPr>
          </a:lstStyle>
          <a:p>
            <a:endParaRPr/>
          </a:p>
        </p:txBody>
      </p:sp>
      <p:cxnSp>
        <p:nvCxnSpPr>
          <p:cNvPr id="263" name="Google Shape;263;p150"/>
          <p:cNvCxnSpPr/>
          <p:nvPr/>
        </p:nvCxnSpPr>
        <p:spPr>
          <a:xfrm rot="10800000">
            <a:off x="1828800" y="304800"/>
            <a:ext cx="0" cy="1295400"/>
          </a:xfrm>
          <a:prstGeom prst="straightConnector1">
            <a:avLst/>
          </a:prstGeom>
          <a:noFill/>
          <a:ln w="38100" cap="flat" cmpd="sng">
            <a:solidFill>
              <a:schemeClr val="dk2"/>
            </a:solidFill>
            <a:prstDash val="solid"/>
            <a:round/>
            <a:headEnd type="none" w="med" len="med"/>
            <a:tailEnd type="none" w="med" len="med"/>
          </a:ln>
        </p:spPr>
      </p:cxnSp>
      <p:pic>
        <p:nvPicPr>
          <p:cNvPr id="264" name="Google Shape;264;p150" descr="ptolemySmall"/>
          <p:cNvPicPr preferRelativeResize="0"/>
          <p:nvPr/>
        </p:nvPicPr>
        <p:blipFill rotWithShape="1">
          <a:blip r:embed="rId13">
            <a:alphaModFix/>
          </a:blip>
          <a:srcRect/>
          <a:stretch/>
        </p:blipFill>
        <p:spPr>
          <a:xfrm>
            <a:off x="203200" y="304800"/>
            <a:ext cx="1422400" cy="12954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87"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262626"/>
              </a:buClr>
              <a:buSzPts val="8000"/>
              <a:buFont typeface="Calibri"/>
              <a:buNone/>
            </a:pPr>
            <a:r>
              <a:rPr lang="en-US"/>
              <a:t>Intro to </a:t>
            </a:r>
            <a:br>
              <a:rPr lang="en-US"/>
            </a:br>
            <a:r>
              <a:rPr lang="en-US"/>
              <a:t>Software Engineering </a:t>
            </a:r>
            <a:endParaRPr/>
          </a:p>
        </p:txBody>
      </p:sp>
      <p:sp>
        <p:nvSpPr>
          <p:cNvPr id="322" name="Google Shape;322;p1"/>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en-US"/>
              <a:t>LECTURE :  SOFTWARE PROJECT MANAGEMENT </a:t>
            </a:r>
            <a:endParaRPr/>
          </a:p>
        </p:txBody>
      </p:sp>
      <p:sp>
        <p:nvSpPr>
          <p:cNvPr id="323" name="Google Shape;323;p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FFFF"/>
              </a:buClr>
              <a:buSzPts val="1050"/>
              <a:buFont typeface="Calibri"/>
              <a:buNone/>
            </a:pPr>
            <a:fld id="{00000000-1234-1234-1234-123412341234}" type="slidenum">
              <a:rPr lang="en-US" sz="1050" b="0" i="0" u="none" strike="noStrike" cap="none">
                <a:solidFill>
                  <a:srgbClr val="FFFFFF"/>
                </a:solidFill>
                <a:latin typeface="Calibri"/>
                <a:ea typeface="Calibri"/>
                <a:cs typeface="Calibri"/>
                <a:sym typeface="Calibri"/>
              </a:rPr>
              <a:t>1</a:t>
            </a:fld>
            <a:endParaRPr sz="1050" b="0" i="0" u="none" strike="noStrike" cap="none">
              <a:solidFill>
                <a:srgbClr val="FFFFFF"/>
              </a:solidFill>
              <a:latin typeface="Calibri"/>
              <a:ea typeface="Calibri"/>
              <a:cs typeface="Calibri"/>
              <a:sym typeface="Calibri"/>
            </a:endParaRPr>
          </a:p>
        </p:txBody>
      </p:sp>
      <p:pic>
        <p:nvPicPr>
          <p:cNvPr id="324" name="Google Shape;324;p1"/>
          <p:cNvPicPr preferRelativeResize="0"/>
          <p:nvPr/>
        </p:nvPicPr>
        <p:blipFill rotWithShape="1">
          <a:blip r:embed="rId3">
            <a:alphaModFix/>
          </a:blip>
          <a:srcRect/>
          <a:stretch/>
        </p:blipFill>
        <p:spPr>
          <a:xfrm>
            <a:off x="3581400" y="628444"/>
            <a:ext cx="5029200" cy="18073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Software Project Management</a:t>
            </a:r>
            <a:endParaRPr/>
          </a:p>
        </p:txBody>
      </p:sp>
      <p:sp>
        <p:nvSpPr>
          <p:cNvPr id="331" name="Google Shape;331;p47"/>
          <p:cNvSpPr txBox="1">
            <a:spLocks noGrp="1"/>
          </p:cNvSpPr>
          <p:nvPr>
            <p:ph type="body" idx="1"/>
          </p:nvPr>
        </p:nvSpPr>
        <p:spPr>
          <a:xfrm>
            <a:off x="1097280" y="1964972"/>
            <a:ext cx="10058400" cy="4267200"/>
          </a:xfrm>
          <a:prstGeom prst="rect">
            <a:avLst/>
          </a:prstGeom>
          <a:noFill/>
          <a:ln>
            <a:noFill/>
          </a:ln>
        </p:spPr>
        <p:txBody>
          <a:bodyPr spcFirstLastPara="1" wrap="square" lIns="0" tIns="45700" rIns="0" bIns="45700" anchor="t" anchorCtr="0">
            <a:noAutofit/>
          </a:bodyPr>
          <a:lstStyle/>
          <a:p>
            <a:pPr marL="91440" lvl="0" indent="-177800" algn="l" rtl="0">
              <a:lnSpc>
                <a:spcPct val="80000"/>
              </a:lnSpc>
              <a:spcBef>
                <a:spcPts val="0"/>
              </a:spcBef>
              <a:spcAft>
                <a:spcPts val="0"/>
              </a:spcAft>
              <a:buSzPts val="2800"/>
              <a:buChar char=" "/>
            </a:pPr>
            <a:r>
              <a:rPr lang="en-US" sz="2800" dirty="0"/>
              <a:t>Software &amp; Project Management</a:t>
            </a:r>
            <a:endParaRPr dirty="0"/>
          </a:p>
          <a:p>
            <a:pPr marL="384048" lvl="1" indent="-182880" algn="l" rtl="0">
              <a:lnSpc>
                <a:spcPct val="80000"/>
              </a:lnSpc>
              <a:spcBef>
                <a:spcPts val="400"/>
              </a:spcBef>
              <a:spcAft>
                <a:spcPts val="0"/>
              </a:spcAft>
              <a:buSzPts val="2400"/>
              <a:buChar char="◦"/>
            </a:pPr>
            <a:r>
              <a:rPr lang="en-US" sz="2400" dirty="0"/>
              <a:t>Corporate America spends more than $275 billion each year on approximately 200,000 application software development projects</a:t>
            </a:r>
            <a:endParaRPr dirty="0"/>
          </a:p>
          <a:p>
            <a:pPr marL="384048" lvl="1" indent="-182880" algn="l" rtl="0">
              <a:lnSpc>
                <a:spcPct val="80000"/>
              </a:lnSpc>
              <a:spcBef>
                <a:spcPts val="600"/>
              </a:spcBef>
              <a:spcAft>
                <a:spcPts val="0"/>
              </a:spcAft>
              <a:buSzPts val="2400"/>
              <a:buChar char="◦"/>
            </a:pPr>
            <a:r>
              <a:rPr lang="en-US" sz="2400" dirty="0"/>
              <a:t>Most of these projects will fail for </a:t>
            </a:r>
            <a:r>
              <a:rPr lang="en-US" sz="2400" dirty="0">
                <a:solidFill>
                  <a:srgbClr val="0000FF"/>
                </a:solidFill>
              </a:rPr>
              <a:t>lack of skilled project management</a:t>
            </a:r>
            <a:endParaRPr dirty="0"/>
          </a:p>
          <a:p>
            <a:pPr marL="91440" lvl="0" indent="-177800" algn="l" rtl="0">
              <a:lnSpc>
                <a:spcPct val="80000"/>
              </a:lnSpc>
              <a:spcBef>
                <a:spcPts val="1600"/>
              </a:spcBef>
              <a:spcAft>
                <a:spcPts val="0"/>
              </a:spcAft>
              <a:buSzPts val="2800"/>
              <a:buChar char=" "/>
            </a:pPr>
            <a:r>
              <a:rPr lang="en-US" sz="2800" dirty="0">
                <a:solidFill>
                  <a:srgbClr val="0000FF"/>
                </a:solidFill>
              </a:rPr>
              <a:t>Management problems</a:t>
            </a:r>
            <a:r>
              <a:rPr lang="en-US" sz="2800" dirty="0"/>
              <a:t> were more frequently </a:t>
            </a:r>
            <a:r>
              <a:rPr lang="en-US" sz="2800" dirty="0">
                <a:solidFill>
                  <a:srgbClr val="0000FF"/>
                </a:solidFill>
              </a:rPr>
              <a:t>dominant cause</a:t>
            </a:r>
            <a:r>
              <a:rPr lang="en-US" sz="2800" dirty="0"/>
              <a:t> than </a:t>
            </a:r>
            <a:r>
              <a:rPr lang="en-US" sz="2800" dirty="0">
                <a:solidFill>
                  <a:srgbClr val="0000FF"/>
                </a:solidFill>
              </a:rPr>
              <a:t>technical problems</a:t>
            </a:r>
            <a:endParaRPr dirty="0"/>
          </a:p>
          <a:p>
            <a:pPr marL="91440" lvl="0" indent="-177800" algn="l" rtl="0">
              <a:lnSpc>
                <a:spcPct val="80000"/>
              </a:lnSpc>
              <a:spcBef>
                <a:spcPts val="1400"/>
              </a:spcBef>
              <a:spcAft>
                <a:spcPts val="0"/>
              </a:spcAft>
              <a:buSzPts val="2800"/>
              <a:buChar char=" "/>
            </a:pPr>
            <a:r>
              <a:rPr lang="en-US" sz="2800" dirty="0"/>
              <a:t>Schedule overruns were more common (89%) than cost overruns (62%)</a:t>
            </a:r>
            <a:endParaRPr dirty="0"/>
          </a:p>
          <a:p>
            <a:pPr marL="91440" lvl="0" indent="-91440" algn="l" rtl="0">
              <a:lnSpc>
                <a:spcPct val="80000"/>
              </a:lnSpc>
              <a:spcBef>
                <a:spcPts val="1400"/>
              </a:spcBef>
              <a:spcAft>
                <a:spcPts val="0"/>
              </a:spcAft>
              <a:buSzPts val="2800"/>
              <a:buFont typeface="Times"/>
              <a:buNone/>
            </a:pPr>
            <a:r>
              <a:rPr lang="en-US" sz="2800" dirty="0"/>
              <a:t>						KPGM’s Survey in UK</a:t>
            </a:r>
            <a:endParaRPr dirty="0"/>
          </a:p>
        </p:txBody>
      </p:sp>
      <p:sp>
        <p:nvSpPr>
          <p:cNvPr id="333" name="Google Shape;333;p4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2</a:t>
            </a:fld>
            <a:endParaRPr sz="105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1">
                                            <p:txEl>
                                              <p:pRg st="0" end="0"/>
                                            </p:txEl>
                                          </p:spTgt>
                                        </p:tgtEl>
                                        <p:attrNameLst>
                                          <p:attrName>style.visibility</p:attrName>
                                        </p:attrNameLst>
                                      </p:cBhvr>
                                      <p:to>
                                        <p:strVal val="visible"/>
                                      </p:to>
                                    </p:set>
                                    <p:animEffect transition="in" filter="fade">
                                      <p:cBhvr>
                                        <p:cTn id="7" dur="500"/>
                                        <p:tgtEl>
                                          <p:spTgt spid="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1">
                                            <p:txEl>
                                              <p:pRg st="1" end="1"/>
                                            </p:txEl>
                                          </p:spTgt>
                                        </p:tgtEl>
                                        <p:attrNameLst>
                                          <p:attrName>style.visibility</p:attrName>
                                        </p:attrNameLst>
                                      </p:cBhvr>
                                      <p:to>
                                        <p:strVal val="visible"/>
                                      </p:to>
                                    </p:set>
                                    <p:animEffect transition="in" filter="fade">
                                      <p:cBhvr>
                                        <p:cTn id="12" dur="500"/>
                                        <p:tgtEl>
                                          <p:spTgt spid="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1">
                                            <p:txEl>
                                              <p:pRg st="2" end="2"/>
                                            </p:txEl>
                                          </p:spTgt>
                                        </p:tgtEl>
                                        <p:attrNameLst>
                                          <p:attrName>style.visibility</p:attrName>
                                        </p:attrNameLst>
                                      </p:cBhvr>
                                      <p:to>
                                        <p:strVal val="visible"/>
                                      </p:to>
                                    </p:set>
                                    <p:animEffect transition="in" filter="fade">
                                      <p:cBhvr>
                                        <p:cTn id="17" dur="500"/>
                                        <p:tgtEl>
                                          <p:spTgt spid="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1">
                                            <p:txEl>
                                              <p:pRg st="3" end="3"/>
                                            </p:txEl>
                                          </p:spTgt>
                                        </p:tgtEl>
                                        <p:attrNameLst>
                                          <p:attrName>style.visibility</p:attrName>
                                        </p:attrNameLst>
                                      </p:cBhvr>
                                      <p:to>
                                        <p:strVal val="visible"/>
                                      </p:to>
                                    </p:set>
                                    <p:animEffect transition="in" filter="fade">
                                      <p:cBhvr>
                                        <p:cTn id="22" dur="500"/>
                                        <p:tgtEl>
                                          <p:spTgt spid="3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1">
                                            <p:txEl>
                                              <p:pRg st="4" end="4"/>
                                            </p:txEl>
                                          </p:spTgt>
                                        </p:tgtEl>
                                        <p:attrNameLst>
                                          <p:attrName>style.visibility</p:attrName>
                                        </p:attrNameLst>
                                      </p:cBhvr>
                                      <p:to>
                                        <p:strVal val="visible"/>
                                      </p:to>
                                    </p:set>
                                    <p:animEffect transition="in" filter="fade">
                                      <p:cBhvr>
                                        <p:cTn id="27" dur="500"/>
                                        <p:tgtEl>
                                          <p:spTgt spid="3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1">
                                            <p:txEl>
                                              <p:pRg st="5" end="5"/>
                                            </p:txEl>
                                          </p:spTgt>
                                        </p:tgtEl>
                                        <p:attrNameLst>
                                          <p:attrName>style.visibility</p:attrName>
                                        </p:attrNameLst>
                                      </p:cBhvr>
                                      <p:to>
                                        <p:strVal val="visible"/>
                                      </p:to>
                                    </p:set>
                                    <p:animEffect transition="in" filter="fade">
                                      <p:cBhvr>
                                        <p:cTn id="32" dur="500"/>
                                        <p:tgtEl>
                                          <p:spTgt spid="3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Software Project Management (2)</a:t>
            </a:r>
            <a:endParaRPr/>
          </a:p>
        </p:txBody>
      </p:sp>
      <p:sp>
        <p:nvSpPr>
          <p:cNvPr id="340" name="Google Shape;340;p48"/>
          <p:cNvSpPr txBox="1">
            <a:spLocks noGrp="1"/>
          </p:cNvSpPr>
          <p:nvPr>
            <p:ph type="body" idx="1"/>
          </p:nvPr>
        </p:nvSpPr>
        <p:spPr>
          <a:xfrm>
            <a:off x="1195754" y="1737360"/>
            <a:ext cx="9015046" cy="4511040"/>
          </a:xfrm>
          <a:prstGeom prst="rect">
            <a:avLst/>
          </a:prstGeom>
          <a:noFill/>
          <a:ln>
            <a:noFill/>
          </a:ln>
        </p:spPr>
        <p:txBody>
          <a:bodyPr spcFirstLastPara="1" wrap="square" lIns="0" tIns="45700" rIns="0" bIns="45700" anchor="t" anchorCtr="0">
            <a:normAutofit fontScale="92500" lnSpcReduction="20000"/>
          </a:bodyPr>
          <a:lstStyle/>
          <a:p>
            <a:pPr marL="91440" lvl="0" indent="-91440" algn="l" rtl="0">
              <a:lnSpc>
                <a:spcPct val="80000"/>
              </a:lnSpc>
              <a:spcBef>
                <a:spcPts val="0"/>
              </a:spcBef>
              <a:spcAft>
                <a:spcPts val="0"/>
              </a:spcAft>
              <a:buSzPct val="100000"/>
              <a:buFont typeface="Times"/>
              <a:buNone/>
            </a:pPr>
            <a:r>
              <a:rPr lang="en-US" sz="4400" b="1" dirty="0">
                <a:solidFill>
                  <a:srgbClr val="FF0000"/>
                </a:solidFill>
              </a:rPr>
              <a:t>Success Factors</a:t>
            </a:r>
            <a:endParaRPr dirty="0"/>
          </a:p>
          <a:p>
            <a:pPr marL="800100" lvl="1" indent="-187959" algn="l" rtl="0">
              <a:lnSpc>
                <a:spcPct val="80000"/>
              </a:lnSpc>
              <a:spcBef>
                <a:spcPts val="400"/>
              </a:spcBef>
              <a:spcAft>
                <a:spcPts val="0"/>
              </a:spcAft>
              <a:buSzPct val="100000"/>
              <a:buFont typeface="Helvetica Neue Light"/>
              <a:buAutoNum type="arabicPeriod"/>
            </a:pPr>
            <a:r>
              <a:rPr lang="en-US" sz="3200" dirty="0"/>
              <a:t>User involvement – 20 points</a:t>
            </a:r>
            <a:endParaRPr dirty="0"/>
          </a:p>
          <a:p>
            <a:pPr marL="800100" lvl="1" indent="-187959" algn="l" rtl="0">
              <a:lnSpc>
                <a:spcPct val="80000"/>
              </a:lnSpc>
              <a:spcBef>
                <a:spcPts val="600"/>
              </a:spcBef>
              <a:spcAft>
                <a:spcPts val="0"/>
              </a:spcAft>
              <a:buSzPct val="100000"/>
              <a:buFont typeface="Helvetica Neue Light"/>
              <a:buAutoNum type="arabicPeriod"/>
            </a:pPr>
            <a:r>
              <a:rPr lang="en-US" sz="3200" dirty="0"/>
              <a:t>Executive Support – 15 points</a:t>
            </a:r>
            <a:endParaRPr dirty="0"/>
          </a:p>
          <a:p>
            <a:pPr marL="800100" lvl="1" indent="-187959" algn="l" rtl="0">
              <a:lnSpc>
                <a:spcPct val="80000"/>
              </a:lnSpc>
              <a:spcBef>
                <a:spcPts val="600"/>
              </a:spcBef>
              <a:spcAft>
                <a:spcPts val="0"/>
              </a:spcAft>
              <a:buSzPct val="100000"/>
              <a:buFont typeface="Helvetica Neue Light"/>
              <a:buAutoNum type="arabicPeriod"/>
            </a:pPr>
            <a:r>
              <a:rPr lang="en-US" sz="3200" dirty="0"/>
              <a:t>Clear Business Objectives – 15 points</a:t>
            </a:r>
            <a:endParaRPr dirty="0"/>
          </a:p>
          <a:p>
            <a:pPr marL="800100" lvl="1" indent="-187959" algn="l" rtl="0">
              <a:lnSpc>
                <a:spcPct val="80000"/>
              </a:lnSpc>
              <a:spcBef>
                <a:spcPts val="600"/>
              </a:spcBef>
              <a:spcAft>
                <a:spcPts val="0"/>
              </a:spcAft>
              <a:buSzPct val="100000"/>
              <a:buFont typeface="Helvetica Neue Light"/>
              <a:buAutoNum type="arabicPeriod"/>
            </a:pPr>
            <a:r>
              <a:rPr lang="en-US" sz="3200" dirty="0"/>
              <a:t>Experienced Project Manager – 15 points</a:t>
            </a:r>
            <a:endParaRPr dirty="0"/>
          </a:p>
          <a:p>
            <a:pPr marL="800100" lvl="1" indent="-187959" algn="l" rtl="0">
              <a:lnSpc>
                <a:spcPct val="80000"/>
              </a:lnSpc>
              <a:spcBef>
                <a:spcPts val="600"/>
              </a:spcBef>
              <a:spcAft>
                <a:spcPts val="0"/>
              </a:spcAft>
              <a:buSzPct val="100000"/>
              <a:buFont typeface="Helvetica Neue Light"/>
              <a:buAutoNum type="arabicPeriod"/>
            </a:pPr>
            <a:r>
              <a:rPr lang="en-US" sz="3200" dirty="0"/>
              <a:t>Small milestones – 10 points</a:t>
            </a:r>
            <a:endParaRPr dirty="0"/>
          </a:p>
          <a:p>
            <a:pPr marL="800100" lvl="1" indent="-187959" algn="l" rtl="0">
              <a:lnSpc>
                <a:spcPct val="80000"/>
              </a:lnSpc>
              <a:spcBef>
                <a:spcPts val="600"/>
              </a:spcBef>
              <a:spcAft>
                <a:spcPts val="0"/>
              </a:spcAft>
              <a:buSzPct val="100000"/>
              <a:buFont typeface="Helvetica Neue Light"/>
              <a:buAutoNum type="arabicPeriod"/>
            </a:pPr>
            <a:r>
              <a:rPr lang="en-US" sz="3200" dirty="0"/>
              <a:t>Firm basic requirements – 5 points</a:t>
            </a:r>
            <a:endParaRPr dirty="0"/>
          </a:p>
          <a:p>
            <a:pPr marL="800100" lvl="1" indent="-187959" algn="l" rtl="0">
              <a:lnSpc>
                <a:spcPct val="80000"/>
              </a:lnSpc>
              <a:spcBef>
                <a:spcPts val="600"/>
              </a:spcBef>
              <a:spcAft>
                <a:spcPts val="0"/>
              </a:spcAft>
              <a:buSzPct val="100000"/>
              <a:buFont typeface="Helvetica Neue Light"/>
              <a:buAutoNum type="arabicPeriod"/>
            </a:pPr>
            <a:r>
              <a:rPr lang="en-US" sz="3200" dirty="0"/>
              <a:t>Competent staff – 5 points</a:t>
            </a:r>
            <a:endParaRPr dirty="0"/>
          </a:p>
          <a:p>
            <a:pPr marL="800100" lvl="1" indent="-187959" algn="l" rtl="0">
              <a:lnSpc>
                <a:spcPct val="80000"/>
              </a:lnSpc>
              <a:spcBef>
                <a:spcPts val="600"/>
              </a:spcBef>
              <a:spcAft>
                <a:spcPts val="0"/>
              </a:spcAft>
              <a:buSzPct val="100000"/>
              <a:buFont typeface="Helvetica Neue Light"/>
              <a:buAutoNum type="arabicPeriod"/>
            </a:pPr>
            <a:r>
              <a:rPr lang="en-US" sz="3200" dirty="0"/>
              <a:t>Proper planning – 5 points</a:t>
            </a:r>
            <a:endParaRPr dirty="0"/>
          </a:p>
          <a:p>
            <a:pPr marL="800100" lvl="1" indent="-187959" algn="l" rtl="0">
              <a:lnSpc>
                <a:spcPct val="80000"/>
              </a:lnSpc>
              <a:spcBef>
                <a:spcPts val="600"/>
              </a:spcBef>
              <a:spcAft>
                <a:spcPts val="0"/>
              </a:spcAft>
              <a:buSzPct val="100000"/>
              <a:buFont typeface="Helvetica Neue Light"/>
              <a:buAutoNum type="arabicPeriod"/>
            </a:pPr>
            <a:r>
              <a:rPr lang="en-US" sz="3200" dirty="0"/>
              <a:t>Ownership – 5 points</a:t>
            </a:r>
            <a:endParaRPr dirty="0"/>
          </a:p>
          <a:p>
            <a:pPr marL="800100" lvl="1" indent="-187959" algn="l" rtl="0">
              <a:lnSpc>
                <a:spcPct val="80000"/>
              </a:lnSpc>
              <a:spcBef>
                <a:spcPts val="600"/>
              </a:spcBef>
              <a:spcAft>
                <a:spcPts val="0"/>
              </a:spcAft>
              <a:buSzPct val="100000"/>
              <a:buFont typeface="Helvetica Neue Light"/>
              <a:buAutoNum type="arabicPeriod"/>
            </a:pPr>
            <a:r>
              <a:rPr lang="en-US" sz="3200" dirty="0"/>
              <a:t>Others – 5 points</a:t>
            </a:r>
            <a:endParaRPr dirty="0"/>
          </a:p>
          <a:p>
            <a:pPr marL="457200" lvl="1" indent="0" algn="l" rtl="0">
              <a:lnSpc>
                <a:spcPct val="80000"/>
              </a:lnSpc>
              <a:spcBef>
                <a:spcPts val="600"/>
              </a:spcBef>
              <a:spcAft>
                <a:spcPts val="0"/>
              </a:spcAft>
              <a:buSzPct val="100000"/>
              <a:buNone/>
            </a:pPr>
            <a:r>
              <a:rPr lang="en-US" sz="3200" dirty="0">
                <a:solidFill>
                  <a:srgbClr val="FF0000"/>
                </a:solidFill>
              </a:rPr>
              <a:t>Most of these points are of Management concern</a:t>
            </a:r>
            <a:endParaRPr dirty="0"/>
          </a:p>
        </p:txBody>
      </p:sp>
      <p:sp>
        <p:nvSpPr>
          <p:cNvPr id="342" name="Google Shape;342;p4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3</a:t>
            </a:fld>
            <a:endParaRPr sz="1050" b="0" i="0" u="none" strike="noStrike" cap="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Software Project Management (3)</a:t>
            </a:r>
            <a:endParaRPr/>
          </a:p>
        </p:txBody>
      </p:sp>
      <p:sp>
        <p:nvSpPr>
          <p:cNvPr id="349" name="Google Shape;349;p49"/>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228600" algn="l" rtl="0">
              <a:lnSpc>
                <a:spcPct val="90000"/>
              </a:lnSpc>
              <a:spcBef>
                <a:spcPts val="0"/>
              </a:spcBef>
              <a:spcAft>
                <a:spcPts val="0"/>
              </a:spcAft>
              <a:buSzPts val="3600"/>
              <a:buChar char=" "/>
            </a:pPr>
            <a:r>
              <a:rPr lang="en-US" sz="3600" dirty="0"/>
              <a:t>Primary causes of software runaway</a:t>
            </a:r>
            <a:endParaRPr dirty="0"/>
          </a:p>
          <a:p>
            <a:pPr marL="384048" lvl="1" indent="-203200" algn="l" rtl="0">
              <a:lnSpc>
                <a:spcPct val="90000"/>
              </a:lnSpc>
              <a:spcBef>
                <a:spcPts val="400"/>
              </a:spcBef>
              <a:spcAft>
                <a:spcPts val="0"/>
              </a:spcAft>
              <a:buSzPts val="3200"/>
              <a:buChar char="◦"/>
            </a:pPr>
            <a:r>
              <a:rPr lang="en-US" sz="3200" dirty="0"/>
              <a:t>Project Objectives not fully specified</a:t>
            </a:r>
            <a:endParaRPr dirty="0"/>
          </a:p>
          <a:p>
            <a:pPr marL="384048" lvl="1" indent="-203200" algn="l" rtl="0">
              <a:lnSpc>
                <a:spcPct val="90000"/>
              </a:lnSpc>
              <a:spcBef>
                <a:spcPts val="600"/>
              </a:spcBef>
              <a:spcAft>
                <a:spcPts val="0"/>
              </a:spcAft>
              <a:buSzPts val="3200"/>
              <a:buChar char="◦"/>
            </a:pPr>
            <a:r>
              <a:rPr lang="en-US" sz="3200" dirty="0"/>
              <a:t>Bad planning and estimating</a:t>
            </a:r>
            <a:endParaRPr dirty="0"/>
          </a:p>
          <a:p>
            <a:pPr marL="384048" lvl="1" indent="-203200" algn="l" rtl="0">
              <a:lnSpc>
                <a:spcPct val="90000"/>
              </a:lnSpc>
              <a:spcBef>
                <a:spcPts val="600"/>
              </a:spcBef>
              <a:spcAft>
                <a:spcPts val="0"/>
              </a:spcAft>
              <a:buSzPts val="3200"/>
              <a:buChar char="◦"/>
            </a:pPr>
            <a:r>
              <a:rPr lang="en-US" sz="3200" dirty="0"/>
              <a:t>Technology new to the organization</a:t>
            </a:r>
            <a:endParaRPr dirty="0"/>
          </a:p>
          <a:p>
            <a:pPr marL="384048" lvl="1" indent="-203200" algn="l" rtl="0">
              <a:lnSpc>
                <a:spcPct val="90000"/>
              </a:lnSpc>
              <a:spcBef>
                <a:spcPts val="600"/>
              </a:spcBef>
              <a:spcAft>
                <a:spcPts val="0"/>
              </a:spcAft>
              <a:buSzPts val="3200"/>
              <a:buChar char="◦"/>
            </a:pPr>
            <a:r>
              <a:rPr lang="en-US" sz="3200" dirty="0"/>
              <a:t>Inadequate/No project management methodology</a:t>
            </a:r>
            <a:endParaRPr dirty="0"/>
          </a:p>
          <a:p>
            <a:pPr marL="384048" lvl="1" indent="-203200" algn="l" rtl="0">
              <a:lnSpc>
                <a:spcPct val="90000"/>
              </a:lnSpc>
              <a:spcBef>
                <a:spcPts val="600"/>
              </a:spcBef>
              <a:spcAft>
                <a:spcPts val="0"/>
              </a:spcAft>
              <a:buSzPts val="3200"/>
              <a:buChar char="◦"/>
            </a:pPr>
            <a:r>
              <a:rPr lang="en-US" sz="3200" dirty="0"/>
              <a:t>Insufficient senior staff on the team</a:t>
            </a:r>
            <a:endParaRPr dirty="0"/>
          </a:p>
          <a:p>
            <a:pPr marL="384048" lvl="1" indent="-203200" algn="l" rtl="0">
              <a:lnSpc>
                <a:spcPct val="90000"/>
              </a:lnSpc>
              <a:spcBef>
                <a:spcPts val="600"/>
              </a:spcBef>
              <a:spcAft>
                <a:spcPts val="0"/>
              </a:spcAft>
              <a:buSzPts val="3200"/>
              <a:buChar char="◦"/>
            </a:pPr>
            <a:r>
              <a:rPr lang="en-US" sz="3200" dirty="0"/>
              <a:t>Poor performance by Supplier of hardware/software</a:t>
            </a:r>
            <a:endParaRPr dirty="0"/>
          </a:p>
        </p:txBody>
      </p:sp>
      <p:sp>
        <p:nvSpPr>
          <p:cNvPr id="351" name="Google Shape;351;p4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4</a:t>
            </a:fld>
            <a:endParaRPr sz="1050" b="0"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In a nutshell</a:t>
            </a:r>
            <a:endParaRPr/>
          </a:p>
        </p:txBody>
      </p:sp>
      <p:sp>
        <p:nvSpPr>
          <p:cNvPr id="358" name="Google Shape;358;p50"/>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just" rtl="0">
              <a:lnSpc>
                <a:spcPct val="90000"/>
              </a:lnSpc>
              <a:spcBef>
                <a:spcPts val="0"/>
              </a:spcBef>
              <a:spcAft>
                <a:spcPts val="0"/>
              </a:spcAft>
              <a:buSzPts val="4400"/>
              <a:buFont typeface="Times"/>
              <a:buNone/>
            </a:pPr>
            <a:r>
              <a:rPr lang="en-US" sz="4400" dirty="0"/>
              <a:t>“Organizations that attempt to put </a:t>
            </a:r>
            <a:r>
              <a:rPr lang="en-US" sz="4400" dirty="0">
                <a:solidFill>
                  <a:srgbClr val="0000FF"/>
                </a:solidFill>
              </a:rPr>
              <a:t>software engineering discipline</a:t>
            </a:r>
            <a:r>
              <a:rPr lang="en-US" sz="4400" dirty="0"/>
              <a:t> in place </a:t>
            </a:r>
            <a:r>
              <a:rPr lang="en-US" sz="4400" dirty="0">
                <a:solidFill>
                  <a:srgbClr val="FF0000"/>
                </a:solidFill>
              </a:rPr>
              <a:t>before</a:t>
            </a:r>
            <a:r>
              <a:rPr lang="en-US" sz="4400" dirty="0"/>
              <a:t> putting </a:t>
            </a:r>
            <a:r>
              <a:rPr lang="en-US" sz="4400" dirty="0">
                <a:solidFill>
                  <a:srgbClr val="0000FF"/>
                </a:solidFill>
              </a:rPr>
              <a:t>project management discipline </a:t>
            </a:r>
            <a:r>
              <a:rPr lang="en-US" sz="4400" dirty="0"/>
              <a:t>in place are domed to fail”</a:t>
            </a:r>
            <a:endParaRPr dirty="0"/>
          </a:p>
          <a:p>
            <a:pPr marL="91440" lvl="0" indent="-91440" algn="just" rtl="0">
              <a:lnSpc>
                <a:spcPct val="90000"/>
              </a:lnSpc>
              <a:spcBef>
                <a:spcPts val="1400"/>
              </a:spcBef>
              <a:spcAft>
                <a:spcPts val="0"/>
              </a:spcAft>
              <a:buSzPts val="4400"/>
              <a:buFont typeface="Times"/>
              <a:buNone/>
            </a:pPr>
            <a:r>
              <a:rPr lang="en-US" sz="4400" dirty="0"/>
              <a:t>									</a:t>
            </a:r>
            <a:endParaRPr dirty="0"/>
          </a:p>
          <a:p>
            <a:pPr marL="91440" lvl="0" indent="-91440" algn="just" rtl="0">
              <a:lnSpc>
                <a:spcPct val="90000"/>
              </a:lnSpc>
              <a:spcBef>
                <a:spcPts val="1400"/>
              </a:spcBef>
              <a:spcAft>
                <a:spcPts val="0"/>
              </a:spcAft>
              <a:buSzPts val="4400"/>
              <a:buFont typeface="Times"/>
              <a:buNone/>
            </a:pPr>
            <a:endParaRPr sz="4400" dirty="0"/>
          </a:p>
        </p:txBody>
      </p:sp>
      <p:sp>
        <p:nvSpPr>
          <p:cNvPr id="360" name="Google Shape;360;p5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5</a:t>
            </a:fld>
            <a:endParaRPr sz="1050" b="0" i="0" u="none" strike="noStrike" cap="non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a:t>
            </a:r>
          </a:p>
        </p:txBody>
      </p:sp>
      <p:sp>
        <p:nvSpPr>
          <p:cNvPr id="3" name="Text Placeholder 2"/>
          <p:cNvSpPr>
            <a:spLocks noGrp="1"/>
          </p:cNvSpPr>
          <p:nvPr>
            <p:ph type="body" idx="1"/>
          </p:nvPr>
        </p:nvSpPr>
        <p:spPr/>
        <p:txBody>
          <a:bodyPr/>
          <a:lstStyle/>
          <a:p>
            <a:pPr marL="91440" lvl="0" indent="-91440">
              <a:spcBef>
                <a:spcPts val="0"/>
              </a:spcBef>
              <a:buSzPts val="2000"/>
              <a:buNone/>
            </a:pPr>
            <a:endParaRPr lang="en-US" dirty="0"/>
          </a:p>
          <a:p>
            <a:pPr marL="91440" lvl="0" indent="-91440">
              <a:spcBef>
                <a:spcPts val="0"/>
              </a:spcBef>
              <a:buSzPts val="2000"/>
              <a:buNone/>
            </a:pPr>
            <a:r>
              <a:rPr lang="en-US" sz="2400" dirty="0"/>
              <a:t> “A temporary endeavor undertaken to create a unique </a:t>
            </a:r>
            <a:r>
              <a:rPr lang="en-US" sz="2400" i="1" dirty="0"/>
              <a:t>product</a:t>
            </a:r>
            <a:r>
              <a:rPr lang="en-US" sz="2400" dirty="0"/>
              <a:t>, </a:t>
            </a:r>
            <a:r>
              <a:rPr lang="en-US" sz="2400" i="1" dirty="0"/>
              <a:t>service </a:t>
            </a:r>
            <a:r>
              <a:rPr lang="en-US" sz="2400" dirty="0"/>
              <a:t>or </a:t>
            </a:r>
            <a:r>
              <a:rPr lang="en-US" sz="2400" i="1" dirty="0"/>
              <a:t>result</a:t>
            </a:r>
            <a:r>
              <a:rPr lang="en-US" sz="2400" dirty="0"/>
              <a:t>”</a:t>
            </a:r>
          </a:p>
          <a:p>
            <a:pPr marL="91440" lvl="0" indent="-91440">
              <a:spcBef>
                <a:spcPts val="488"/>
              </a:spcBef>
              <a:buSzPts val="2000"/>
              <a:buNone/>
            </a:pPr>
            <a:endParaRPr lang="en-US" sz="2400" dirty="0"/>
          </a:p>
          <a:p>
            <a:pPr marL="91440" lvl="0" indent="-91440">
              <a:spcBef>
                <a:spcPts val="488"/>
              </a:spcBef>
              <a:buSzPts val="2000"/>
              <a:buNone/>
            </a:pPr>
            <a:endParaRPr lang="en-US" sz="2400" dirty="0"/>
          </a:p>
          <a:p>
            <a:pPr marL="91440" lvl="0" indent="-91440">
              <a:spcBef>
                <a:spcPts val="488"/>
              </a:spcBef>
              <a:buSzPts val="2000"/>
              <a:buNone/>
            </a:pPr>
            <a:r>
              <a:rPr lang="en-US" sz="2400" dirty="0"/>
              <a:t>A project is a temporary endeavor undertaken to create a unique product or service </a:t>
            </a:r>
          </a:p>
          <a:p>
            <a:pPr marL="91440" lvl="0" indent="-91440">
              <a:spcBef>
                <a:spcPts val="488"/>
              </a:spcBef>
              <a:buSzPts val="2000"/>
              <a:buNone/>
            </a:pPr>
            <a:r>
              <a:rPr lang="en-US" sz="2400" dirty="0">
                <a:solidFill>
                  <a:schemeClr val="dk1"/>
                </a:solidFill>
                <a:latin typeface="Comic Sans MS"/>
                <a:ea typeface="Comic Sans MS"/>
                <a:cs typeface="Comic Sans MS"/>
                <a:sym typeface="Arial"/>
              </a:rPr>
              <a:t>							Project</a:t>
            </a:r>
            <a:r>
              <a:rPr lang="en-US" sz="2400" dirty="0"/>
              <a:t> </a:t>
            </a:r>
            <a:r>
              <a:rPr lang="en-US" sz="2400" dirty="0">
                <a:solidFill>
                  <a:schemeClr val="dk1"/>
                </a:solidFill>
                <a:latin typeface="Comic Sans MS"/>
                <a:ea typeface="Comic Sans MS"/>
                <a:cs typeface="Comic Sans MS"/>
              </a:rPr>
              <a:t>Management Institute</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3777638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7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Project Management</a:t>
            </a:r>
            <a:endParaRPr/>
          </a:p>
        </p:txBody>
      </p:sp>
      <p:sp>
        <p:nvSpPr>
          <p:cNvPr id="378" name="Google Shape;378;p78"/>
          <p:cNvSpPr txBox="1">
            <a:spLocks noGrp="1"/>
          </p:cNvSpPr>
          <p:nvPr>
            <p:ph type="body" idx="1"/>
          </p:nvPr>
        </p:nvSpPr>
        <p:spPr>
          <a:xfrm>
            <a:off x="1235275" y="1479075"/>
            <a:ext cx="8289600" cy="4572000"/>
          </a:xfrm>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0"/>
              </a:spcBef>
              <a:spcAft>
                <a:spcPts val="0"/>
              </a:spcAft>
              <a:buSzPts val="2000"/>
              <a:buNone/>
            </a:pPr>
            <a:endParaRPr b="1"/>
          </a:p>
          <a:p>
            <a:pPr marL="91440" lvl="0" indent="-139700" algn="l" rtl="0">
              <a:lnSpc>
                <a:spcPct val="90000"/>
              </a:lnSpc>
              <a:spcBef>
                <a:spcPts val="1400"/>
              </a:spcBef>
              <a:spcAft>
                <a:spcPts val="0"/>
              </a:spcAft>
              <a:buSzPts val="2200"/>
              <a:buChar char=" "/>
            </a:pPr>
            <a:r>
              <a:rPr lang="en-US" sz="2200" b="1"/>
              <a:t>Project management is</a:t>
            </a:r>
            <a:endParaRPr sz="2200" b="1"/>
          </a:p>
          <a:p>
            <a:pPr marL="91440" lvl="0" indent="-139700" algn="l" rtl="0">
              <a:lnSpc>
                <a:spcPct val="90000"/>
              </a:lnSpc>
              <a:spcBef>
                <a:spcPts val="1400"/>
              </a:spcBef>
              <a:spcAft>
                <a:spcPts val="0"/>
              </a:spcAft>
              <a:buSzPts val="2200"/>
              <a:buChar char=" "/>
            </a:pPr>
            <a:r>
              <a:rPr lang="en-US" sz="2200" b="1"/>
              <a:t>The art of managing projects to a successful completion.</a:t>
            </a:r>
            <a:endParaRPr sz="2200" b="1"/>
          </a:p>
          <a:p>
            <a:pPr marL="91440" lvl="0" indent="-139700" algn="l" rtl="0">
              <a:lnSpc>
                <a:spcPct val="90000"/>
              </a:lnSpc>
              <a:spcBef>
                <a:spcPts val="1400"/>
              </a:spcBef>
              <a:spcAft>
                <a:spcPts val="0"/>
              </a:spcAft>
              <a:buSzPts val="2200"/>
              <a:buChar char=" "/>
            </a:pPr>
            <a:r>
              <a:rPr lang="en-US" sz="2200" b="1"/>
              <a:t>The Project Management Triple Constraint:</a:t>
            </a:r>
            <a:endParaRPr sz="2200" b="1"/>
          </a:p>
        </p:txBody>
      </p:sp>
      <p:grpSp>
        <p:nvGrpSpPr>
          <p:cNvPr id="382" name="Google Shape;382;p78"/>
          <p:cNvGrpSpPr/>
          <p:nvPr/>
        </p:nvGrpSpPr>
        <p:grpSpPr>
          <a:xfrm>
            <a:off x="3581400" y="3200400"/>
            <a:ext cx="5029200" cy="3048000"/>
            <a:chOff x="1296" y="1920"/>
            <a:chExt cx="3168" cy="1920"/>
          </a:xfrm>
        </p:grpSpPr>
        <p:sp>
          <p:nvSpPr>
            <p:cNvPr id="383" name="Google Shape;383;p78"/>
            <p:cNvSpPr/>
            <p:nvPr/>
          </p:nvSpPr>
          <p:spPr>
            <a:xfrm>
              <a:off x="1728" y="2160"/>
              <a:ext cx="1968" cy="1440"/>
            </a:xfrm>
            <a:prstGeom prst="triangle">
              <a:avLst>
                <a:gd name="adj" fmla="val 50000"/>
              </a:avLst>
            </a:prstGeom>
            <a:solidFill>
              <a:srgbClr val="CC99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b="0" i="0" u="none" strike="noStrike" cap="none">
                <a:solidFill>
                  <a:schemeClr val="dk1"/>
                </a:solidFill>
                <a:latin typeface="Comic Sans MS"/>
                <a:ea typeface="Comic Sans MS"/>
                <a:cs typeface="Comic Sans MS"/>
                <a:sym typeface="Comic Sans MS"/>
              </a:endParaRPr>
            </a:p>
          </p:txBody>
        </p:sp>
        <p:sp>
          <p:nvSpPr>
            <p:cNvPr id="384" name="Google Shape;384;p78"/>
            <p:cNvSpPr txBox="1"/>
            <p:nvPr/>
          </p:nvSpPr>
          <p:spPr>
            <a:xfrm>
              <a:off x="2448" y="1920"/>
              <a:ext cx="768"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Comic Sans MS"/>
                  <a:ea typeface="Comic Sans MS"/>
                  <a:cs typeface="Comic Sans MS"/>
                  <a:sym typeface="Comic Sans MS"/>
                </a:rPr>
                <a:t>Scope</a:t>
              </a:r>
              <a:endParaRPr/>
            </a:p>
          </p:txBody>
        </p:sp>
        <p:sp>
          <p:nvSpPr>
            <p:cNvPr id="385" name="Google Shape;385;p78"/>
            <p:cNvSpPr txBox="1"/>
            <p:nvPr/>
          </p:nvSpPr>
          <p:spPr>
            <a:xfrm>
              <a:off x="3696" y="3504"/>
              <a:ext cx="768"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Comic Sans MS"/>
                  <a:ea typeface="Comic Sans MS"/>
                  <a:cs typeface="Comic Sans MS"/>
                  <a:sym typeface="Comic Sans MS"/>
                </a:rPr>
                <a:t>Time</a:t>
              </a:r>
              <a:endParaRPr/>
            </a:p>
          </p:txBody>
        </p:sp>
        <p:sp>
          <p:nvSpPr>
            <p:cNvPr id="386" name="Google Shape;386;p78"/>
            <p:cNvSpPr txBox="1"/>
            <p:nvPr/>
          </p:nvSpPr>
          <p:spPr>
            <a:xfrm>
              <a:off x="1296" y="3552"/>
              <a:ext cx="768"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Comic Sans MS"/>
                  <a:ea typeface="Comic Sans MS"/>
                  <a:cs typeface="Comic Sans MS"/>
                  <a:sym typeface="Comic Sans MS"/>
                </a:rPr>
                <a:t>Cost</a:t>
              </a:r>
              <a:endParaRPr/>
            </a:p>
          </p:txBody>
        </p:sp>
      </p:grpSp>
      <p:sp>
        <p:nvSpPr>
          <p:cNvPr id="387" name="Google Shape;387;p78"/>
          <p:cNvSpPr txBox="1"/>
          <p:nvPr/>
        </p:nvSpPr>
        <p:spPr>
          <a:xfrm>
            <a:off x="5155532" y="5036419"/>
            <a:ext cx="14478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Comic Sans MS"/>
                <a:ea typeface="Comic Sans MS"/>
                <a:cs typeface="Comic Sans MS"/>
                <a:sym typeface="Comic Sans MS"/>
              </a:rPr>
              <a:t>Quality</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11058525" cy="6181725"/>
          </a:xfrm>
          <a:prstGeom prst="rect">
            <a:avLst/>
          </a:prstGeom>
        </p:spPr>
      </p:pic>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3632013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735" y="0"/>
            <a:ext cx="10058400" cy="1450757"/>
          </a:xfrm>
        </p:spPr>
        <p:txBody>
          <a:bodyPr/>
          <a:lstStyle/>
          <a:p>
            <a:r>
              <a:rPr lang="en-US" dirty="0"/>
              <a:t>Terminology :</a:t>
            </a:r>
            <a:r>
              <a:rPr lang="en-US" b="1" dirty="0"/>
              <a:t> </a:t>
            </a:r>
            <a:r>
              <a:rPr lang="en-US" dirty="0"/>
              <a:t>Deliverable</a:t>
            </a:r>
          </a:p>
        </p:txBody>
      </p:sp>
      <p:sp>
        <p:nvSpPr>
          <p:cNvPr id="3" name="Text Placeholder 2"/>
          <p:cNvSpPr>
            <a:spLocks noGrp="1"/>
          </p:cNvSpPr>
          <p:nvPr>
            <p:ph type="body" idx="1"/>
          </p:nvPr>
        </p:nvSpPr>
        <p:spPr>
          <a:xfrm>
            <a:off x="554182" y="1579419"/>
            <a:ext cx="10601498" cy="4756726"/>
          </a:xfrm>
        </p:spPr>
        <p:txBody>
          <a:bodyPr>
            <a:noAutofit/>
          </a:bodyPr>
          <a:lstStyle/>
          <a:p>
            <a:r>
              <a:rPr lang="en-US" sz="2400" dirty="0"/>
              <a:t>Work product that is provided to the client </a:t>
            </a:r>
          </a:p>
          <a:p>
            <a:pPr lvl="3">
              <a:buFont typeface="Arial" panose="020B0604020202020204" pitchFamily="34" charset="0"/>
              <a:buChar char="•"/>
            </a:pPr>
            <a:r>
              <a:rPr lang="en-US" sz="2000" dirty="0"/>
              <a:t>mock-up, </a:t>
            </a:r>
          </a:p>
          <a:p>
            <a:pPr lvl="3">
              <a:buFont typeface="Arial" panose="020B0604020202020204" pitchFamily="34" charset="0"/>
              <a:buChar char="•"/>
            </a:pPr>
            <a:r>
              <a:rPr lang="en-US" sz="2000" dirty="0"/>
              <a:t>demonstration, </a:t>
            </a:r>
          </a:p>
          <a:p>
            <a:pPr lvl="3">
              <a:buFont typeface="Arial" panose="020B0604020202020204" pitchFamily="34" charset="0"/>
              <a:buChar char="•"/>
            </a:pPr>
            <a:r>
              <a:rPr lang="en-US" sz="2000" dirty="0"/>
              <a:t>prototype, </a:t>
            </a:r>
          </a:p>
          <a:p>
            <a:pPr lvl="3">
              <a:buFont typeface="Arial" panose="020B0604020202020204" pitchFamily="34" charset="0"/>
              <a:buChar char="•"/>
            </a:pPr>
            <a:r>
              <a:rPr lang="en-US" sz="2000" dirty="0"/>
              <a:t>report, </a:t>
            </a:r>
          </a:p>
          <a:p>
            <a:pPr lvl="3">
              <a:buFont typeface="Arial" panose="020B0604020202020204" pitchFamily="34" charset="0"/>
              <a:buChar char="•"/>
            </a:pPr>
            <a:r>
              <a:rPr lang="en-US" sz="2000" dirty="0"/>
              <a:t>presentation, </a:t>
            </a:r>
          </a:p>
          <a:p>
            <a:pPr lvl="3">
              <a:buFont typeface="Arial" panose="020B0604020202020204" pitchFamily="34" charset="0"/>
              <a:buChar char="•"/>
            </a:pPr>
            <a:r>
              <a:rPr lang="en-US" sz="2000" dirty="0"/>
              <a:t>Documentation</a:t>
            </a:r>
          </a:p>
          <a:p>
            <a:pPr lvl="3">
              <a:buFont typeface="Arial" panose="020B0604020202020204" pitchFamily="34" charset="0"/>
              <a:buChar char="•"/>
            </a:pPr>
            <a:r>
              <a:rPr lang="en-US" sz="2000" dirty="0"/>
              <a:t>code</a:t>
            </a:r>
          </a:p>
          <a:p>
            <a:pPr lvl="3">
              <a:buFont typeface="Arial" panose="020B0604020202020204" pitchFamily="34" charset="0"/>
              <a:buChar char="•"/>
            </a:pPr>
            <a:r>
              <a:rPr lang="en-US" sz="2000" dirty="0"/>
              <a:t>Release of a system or subsystem to customers or users.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702481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 : Milestone</a:t>
            </a:r>
          </a:p>
        </p:txBody>
      </p:sp>
      <p:sp>
        <p:nvSpPr>
          <p:cNvPr id="3" name="Text Placeholder 2"/>
          <p:cNvSpPr>
            <a:spLocks noGrp="1"/>
          </p:cNvSpPr>
          <p:nvPr>
            <p:ph type="body" idx="1"/>
          </p:nvPr>
        </p:nvSpPr>
        <p:spPr/>
        <p:txBody>
          <a:bodyPr>
            <a:normAutofit fontScale="92500" lnSpcReduction="10000"/>
          </a:bodyPr>
          <a:lstStyle/>
          <a:p>
            <a:pPr marL="571500" lvl="1" indent="0">
              <a:buNone/>
            </a:pPr>
            <a:endParaRPr lang="en-US" sz="3200" dirty="0"/>
          </a:p>
          <a:p>
            <a:pPr lvl="1">
              <a:buFont typeface="Arial" panose="020B0604020202020204" pitchFamily="34" charset="0"/>
              <a:buChar char="•"/>
            </a:pPr>
            <a:r>
              <a:rPr lang="en-US" sz="2000" dirty="0"/>
              <a:t>Completion of a specified set of activities (e.g., delivery of a deliverable, completion of a process step) </a:t>
            </a:r>
            <a:endParaRPr lang="en-US" dirty="0"/>
          </a:p>
          <a:p>
            <a:pPr lvl="1" fontAlgn="base"/>
            <a:r>
              <a:rPr lang="en-US" sz="2000" dirty="0"/>
              <a:t>A milestone is a checkpoint in the project</a:t>
            </a:r>
          </a:p>
          <a:p>
            <a:pPr lvl="2" fontAlgn="base"/>
            <a:r>
              <a:rPr lang="en-US" sz="2000" dirty="0"/>
              <a:t>A milestone has</a:t>
            </a:r>
          </a:p>
          <a:p>
            <a:pPr lvl="3" fontAlgn="base"/>
            <a:r>
              <a:rPr lang="en-US" sz="2000" dirty="0"/>
              <a:t>A description of the point</a:t>
            </a:r>
          </a:p>
          <a:p>
            <a:pPr lvl="3" fontAlgn="base"/>
            <a:r>
              <a:rPr lang="en-US" sz="2000" dirty="0"/>
              <a:t>A date</a:t>
            </a:r>
          </a:p>
          <a:p>
            <a:pPr lvl="3" fontAlgn="base"/>
            <a:r>
              <a:rPr lang="en-US" sz="2000" dirty="0"/>
              <a:t>A person or persons who are responsible</a:t>
            </a:r>
          </a:p>
          <a:p>
            <a:pPr lvl="1" fontAlgn="base"/>
            <a:r>
              <a:rPr lang="en-US" sz="2000" dirty="0"/>
              <a:t>A milestone may or may not have a deliverable associated with it.</a:t>
            </a:r>
          </a:p>
          <a:p>
            <a:pPr lvl="2" fontAlgn="base"/>
            <a:r>
              <a:rPr lang="en-US" sz="2000" dirty="0"/>
              <a:t>A deliverable has</a:t>
            </a:r>
          </a:p>
          <a:p>
            <a:pPr lvl="3" fontAlgn="base"/>
            <a:r>
              <a:rPr lang="en-US" sz="2000" dirty="0"/>
              <a:t>A description of a deliverable (scope)</a:t>
            </a:r>
          </a:p>
          <a:p>
            <a:pPr lvl="3" fontAlgn="base"/>
            <a:r>
              <a:rPr lang="en-US" sz="2000" dirty="0"/>
              <a:t>A date (time)</a:t>
            </a:r>
          </a:p>
          <a:p>
            <a:pPr lvl="3" fontAlgn="base"/>
            <a:r>
              <a:rPr lang="en-US" sz="2000" dirty="0"/>
              <a:t>A person or persons who are responsible (cost)</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1056659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 : Work Package</a:t>
            </a:r>
          </a:p>
        </p:txBody>
      </p:sp>
      <p:sp>
        <p:nvSpPr>
          <p:cNvPr id="3" name="Text Placeholder 2"/>
          <p:cNvSpPr>
            <a:spLocks noGrp="1"/>
          </p:cNvSpPr>
          <p:nvPr>
            <p:ph type="body" idx="1"/>
          </p:nvPr>
        </p:nvSpPr>
        <p:spPr/>
        <p:txBody>
          <a:bodyPr/>
          <a:lstStyle/>
          <a:p>
            <a:pPr marL="0" indent="0">
              <a:buNone/>
            </a:pPr>
            <a:r>
              <a:rPr lang="en-US" dirty="0">
                <a:latin typeface="Arial" panose="020B0604020202020204" pitchFamily="34" charset="0"/>
                <a:cs typeface="Arial" panose="020B0604020202020204" pitchFamily="34" charset="0"/>
              </a:rPr>
              <a:t>A </a:t>
            </a:r>
            <a:r>
              <a:rPr lang="en-US" b="1" dirty="0">
                <a:latin typeface="Arial" panose="020B0604020202020204" pitchFamily="34" charset="0"/>
                <a:cs typeface="Arial" panose="020B0604020202020204" pitchFamily="34" charset="0"/>
              </a:rPr>
              <a:t>work package </a:t>
            </a:r>
            <a:r>
              <a:rPr lang="en-US" dirty="0">
                <a:latin typeface="Arial" panose="020B0604020202020204" pitchFamily="34" charset="0"/>
                <a:cs typeface="Arial" panose="020B0604020202020204" pitchFamily="34" charset="0"/>
              </a:rPr>
              <a:t>is a large, logically distinct section of work: </a:t>
            </a:r>
          </a:p>
          <a:p>
            <a:pPr marL="0" indent="0">
              <a:buNone/>
            </a:pPr>
            <a:r>
              <a:rPr lang="en-US" dirty="0">
                <a:latin typeface="Arial" panose="020B0604020202020204" pitchFamily="34" charset="0"/>
                <a:cs typeface="Arial" panose="020B0604020202020204" pitchFamily="34" charset="0"/>
              </a:rPr>
              <a:t>– typically at least 12 months duration; </a:t>
            </a:r>
          </a:p>
          <a:p>
            <a:pPr marL="0" indent="0">
              <a:buNone/>
            </a:pPr>
            <a:r>
              <a:rPr lang="en-US" dirty="0">
                <a:latin typeface="Arial" panose="020B0604020202020204" pitchFamily="34" charset="0"/>
                <a:cs typeface="Arial" panose="020B0604020202020204" pitchFamily="34" charset="0"/>
              </a:rPr>
              <a:t>– may include multiple concurrent activities;</a:t>
            </a:r>
          </a:p>
          <a:p>
            <a:pPr marL="0" indent="0">
              <a:buNone/>
            </a:pPr>
            <a:r>
              <a:rPr lang="en-US" dirty="0">
                <a:latin typeface="Arial" panose="020B0604020202020204" pitchFamily="34" charset="0"/>
                <a:cs typeface="Arial" panose="020B0604020202020204" pitchFamily="34" charset="0"/>
              </a:rPr>
              <a:t> – independent of other activities</a:t>
            </a:r>
          </a:p>
          <a:p>
            <a:pPr marL="0" indent="0">
              <a:buNone/>
            </a:pPr>
            <a:r>
              <a:rPr lang="en-US" dirty="0">
                <a:latin typeface="Arial" panose="020B0604020202020204" pitchFamily="34" charset="0"/>
                <a:cs typeface="Arial" panose="020B0604020202020204" pitchFamily="34" charset="0"/>
              </a:rPr>
              <a:t> – but may depend on, or feed into other activities; – typically allocated to a single team. </a:t>
            </a:r>
          </a:p>
          <a:p>
            <a:pPr marL="0" indent="0">
              <a:buNone/>
            </a:pPr>
            <a:r>
              <a:rPr lang="en-US" dirty="0">
                <a:latin typeface="Arial" panose="020B0604020202020204" pitchFamily="34" charset="0"/>
                <a:cs typeface="Arial" panose="020B0604020202020204" pitchFamily="34" charset="0"/>
              </a:rPr>
              <a:t> </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1306441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 : Work Product </a:t>
            </a:r>
          </a:p>
        </p:txBody>
      </p:sp>
      <p:sp>
        <p:nvSpPr>
          <p:cNvPr id="3" name="Text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A </a:t>
            </a:r>
            <a:r>
              <a:rPr lang="en-US" b="1" dirty="0">
                <a:latin typeface="Arial" panose="020B0604020202020204" pitchFamily="34" charset="0"/>
                <a:cs typeface="Arial" panose="020B0604020202020204" pitchFamily="34" charset="0"/>
              </a:rPr>
              <a:t>work product</a:t>
            </a:r>
            <a:r>
              <a:rPr lang="en-US" dirty="0">
                <a:latin typeface="Arial" panose="020B0604020202020204" pitchFamily="34" charset="0"/>
                <a:cs typeface="Arial" panose="020B0604020202020204" pitchFamily="34" charset="0"/>
              </a:rPr>
              <a:t> is a report, diagram, or collection of documents used by the business analyst during the requirements development process. </a:t>
            </a:r>
          </a:p>
          <a:p>
            <a:r>
              <a:rPr lang="en-US" dirty="0">
                <a:latin typeface="Arial" panose="020B0604020202020204" pitchFamily="34" charset="0"/>
                <a:cs typeface="Arial" panose="020B0604020202020204" pitchFamily="34" charset="0"/>
              </a:rPr>
              <a:t>A </a:t>
            </a:r>
            <a:r>
              <a:rPr lang="en-US" b="1" dirty="0">
                <a:latin typeface="Arial" panose="020B0604020202020204" pitchFamily="34" charset="0"/>
                <a:cs typeface="Arial" panose="020B0604020202020204" pitchFamily="34" charset="0"/>
              </a:rPr>
              <a:t>work product </a:t>
            </a:r>
            <a:r>
              <a:rPr lang="en-US" dirty="0">
                <a:latin typeface="Arial" panose="020B0604020202020204" pitchFamily="34" charset="0"/>
                <a:cs typeface="Arial" panose="020B0604020202020204" pitchFamily="34" charset="0"/>
              </a:rPr>
              <a:t>may or may not become a deliverable.</a:t>
            </a:r>
          </a:p>
          <a:p>
            <a:r>
              <a:rPr lang="en-US" dirty="0">
                <a:latin typeface="Arial" panose="020B0604020202020204" pitchFamily="34" charset="0"/>
                <a:cs typeface="Arial" panose="020B0604020202020204" pitchFamily="34" charset="0"/>
              </a:rPr>
              <a:t>It can be used to share information with stakeholders, elicit requirements, provide status</a:t>
            </a:r>
          </a:p>
          <a:p>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work product</a:t>
            </a:r>
            <a:r>
              <a:rPr lang="en-US" dirty="0">
                <a:latin typeface="Arial" panose="020B0604020202020204" pitchFamily="34" charset="0"/>
                <a:cs typeface="Arial" panose="020B0604020202020204" pitchFamily="34" charset="0"/>
              </a:rPr>
              <a:t> includes the beginning stages of a project, proposals, agendas, reports, analysis and information on the project. A deliverable, on the other hand, is the end result of the project.</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2462440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 : Task</a:t>
            </a:r>
          </a:p>
        </p:txBody>
      </p:sp>
      <p:sp>
        <p:nvSpPr>
          <p:cNvPr id="3" name="Text Placeholder 2"/>
          <p:cNvSpPr>
            <a:spLocks noGrp="1"/>
          </p:cNvSpPr>
          <p:nvPr>
            <p:ph type="body" idx="1"/>
          </p:nvPr>
        </p:nvSpPr>
        <p:spPr/>
        <p:txBody>
          <a:bodyPr/>
          <a:lstStyle/>
          <a:p>
            <a:pPr marL="0" indent="0">
              <a:buNone/>
            </a:pPr>
            <a:r>
              <a:rPr lang="en-US" dirty="0">
                <a:latin typeface="Arial" panose="020B0604020202020204" pitchFamily="34" charset="0"/>
                <a:cs typeface="Arial" panose="020B0604020202020204" pitchFamily="34" charset="0"/>
              </a:rPr>
              <a:t>A </a:t>
            </a:r>
            <a:r>
              <a:rPr lang="en-US" b="1" dirty="0">
                <a:latin typeface="Arial" panose="020B0604020202020204" pitchFamily="34" charset="0"/>
                <a:cs typeface="Arial" panose="020B0604020202020204" pitchFamily="34" charset="0"/>
              </a:rPr>
              <a:t>task</a:t>
            </a:r>
            <a:r>
              <a:rPr lang="en-US" dirty="0">
                <a:latin typeface="Arial" panose="020B0604020202020204" pitchFamily="34" charset="0"/>
                <a:cs typeface="Arial" panose="020B0604020202020204" pitchFamily="34" charset="0"/>
              </a:rPr>
              <a:t> is typically a much smaller piece of work: </a:t>
            </a:r>
          </a:p>
          <a:p>
            <a:pPr marL="0" indent="0">
              <a:buNone/>
            </a:pPr>
            <a:r>
              <a:rPr lang="en-US" dirty="0">
                <a:latin typeface="Arial" panose="020B0604020202020204" pitchFamily="34" charset="0"/>
                <a:cs typeface="Arial" panose="020B0604020202020204" pitchFamily="34" charset="0"/>
              </a:rPr>
              <a:t>      – A part of a </a:t>
            </a:r>
            <a:r>
              <a:rPr lang="en-US" dirty="0" err="1">
                <a:latin typeface="Arial" panose="020B0604020202020204" pitchFamily="34" charset="0"/>
                <a:cs typeface="Arial" panose="020B0604020202020204" pitchFamily="34" charset="0"/>
              </a:rPr>
              <a:t>workpackage</a:t>
            </a:r>
            <a:r>
              <a:rPr lang="en-US"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     – typically 3–6 person months effort;</a:t>
            </a:r>
          </a:p>
          <a:p>
            <a:pPr marL="0" indent="0">
              <a:buNone/>
            </a:pPr>
            <a:r>
              <a:rPr lang="en-US" dirty="0">
                <a:latin typeface="Arial" panose="020B0604020202020204" pitchFamily="34" charset="0"/>
                <a:cs typeface="Arial" panose="020B0604020202020204" pitchFamily="34" charset="0"/>
              </a:rPr>
              <a:t>     – may be dependent on other concurrent activities;</a:t>
            </a:r>
          </a:p>
          <a:p>
            <a:pPr marL="0" indent="0">
              <a:buNone/>
            </a:pPr>
            <a:r>
              <a:rPr lang="en-US" dirty="0">
                <a:latin typeface="Arial" panose="020B0604020202020204" pitchFamily="34" charset="0"/>
                <a:cs typeface="Arial" panose="020B0604020202020204" pitchFamily="34" charset="0"/>
              </a:rPr>
              <a:t>     – typically allocated to a single person.</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2922600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 : Activity</a:t>
            </a:r>
          </a:p>
        </p:txBody>
      </p:sp>
      <p:sp>
        <p:nvSpPr>
          <p:cNvPr id="3" name="Text Placeholder 2"/>
          <p:cNvSpPr>
            <a:spLocks noGrp="1"/>
          </p:cNvSpPr>
          <p:nvPr>
            <p:ph type="body" idx="1"/>
          </p:nvPr>
        </p:nvSpPr>
        <p:spPr/>
        <p:txBody>
          <a:bodyPr/>
          <a:lstStyle/>
          <a:p>
            <a:pPr marL="0" indent="0">
              <a:buNone/>
            </a:pPr>
            <a:r>
              <a:rPr lang="en-US" dirty="0"/>
              <a:t>– Must have a clear start and a clear stop </a:t>
            </a:r>
          </a:p>
          <a:p>
            <a:pPr marL="0" indent="0">
              <a:buNone/>
            </a:pPr>
            <a:r>
              <a:rPr lang="en-US" dirty="0"/>
              <a:t>– Must have a duration that can be forecasted </a:t>
            </a:r>
          </a:p>
          <a:p>
            <a:pPr marL="0" indent="0">
              <a:buNone/>
            </a:pPr>
            <a:r>
              <a:rPr lang="en-US" dirty="0"/>
              <a:t>– May require the completion of other activities before it begins </a:t>
            </a:r>
          </a:p>
          <a:p>
            <a:pPr marL="0" indent="0">
              <a:buNone/>
            </a:pPr>
            <a:r>
              <a:rPr lang="en-US" dirty="0"/>
              <a:t>– Should have some deliverables for ease of monitoring</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4101603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a:t>
            </a:r>
          </a:p>
        </p:txBody>
      </p:sp>
      <p:sp>
        <p:nvSpPr>
          <p:cNvPr id="3" name="Text Placeholder 2"/>
          <p:cNvSpPr>
            <a:spLocks noGrp="1"/>
          </p:cNvSpPr>
          <p:nvPr>
            <p:ph type="body" idx="1"/>
          </p:nvPr>
        </p:nvSpPr>
        <p:spPr/>
        <p:txBody>
          <a:bodyPr>
            <a:noAutofit/>
          </a:bodyPr>
          <a:lstStyle/>
          <a:p>
            <a:pPr marL="114300" indent="0">
              <a:buNone/>
            </a:pPr>
            <a:r>
              <a:rPr lang="en-US" b="1" dirty="0"/>
              <a:t>Event</a:t>
            </a:r>
            <a:r>
              <a:rPr lang="en-US" dirty="0"/>
              <a:t> </a:t>
            </a:r>
          </a:p>
          <a:p>
            <a:r>
              <a:rPr lang="en-US" dirty="0"/>
              <a:t>The end of a group of activities, e.g., agreement by all parties on the budget and plan </a:t>
            </a:r>
          </a:p>
          <a:p>
            <a:pPr marL="114300" indent="0">
              <a:buNone/>
            </a:pPr>
            <a:r>
              <a:rPr lang="en-US" b="1" dirty="0"/>
              <a:t>Dependency</a:t>
            </a:r>
            <a:r>
              <a:rPr lang="en-US" dirty="0"/>
              <a:t> </a:t>
            </a:r>
          </a:p>
          <a:p>
            <a:r>
              <a:rPr lang="en-US" dirty="0"/>
              <a:t>An activity that cannot begin until some event is reached </a:t>
            </a:r>
          </a:p>
          <a:p>
            <a:pPr marL="114300" indent="0">
              <a:buNone/>
            </a:pPr>
            <a:r>
              <a:rPr lang="en-US" b="1" dirty="0"/>
              <a:t>Resource</a:t>
            </a:r>
            <a:r>
              <a:rPr lang="en-US" dirty="0"/>
              <a:t> </a:t>
            </a:r>
          </a:p>
          <a:p>
            <a:r>
              <a:rPr lang="en-US" dirty="0"/>
              <a:t>Staff, time, equipment, or other limited resources required by an activity.</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556399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Standard Approach to Project Management </a:t>
            </a:r>
          </a:p>
        </p:txBody>
      </p:sp>
      <p:sp>
        <p:nvSpPr>
          <p:cNvPr id="3" name="Text Placeholder 2"/>
          <p:cNvSpPr>
            <a:spLocks noGrp="1"/>
          </p:cNvSpPr>
          <p:nvPr>
            <p:ph type="body" idx="1"/>
          </p:nvPr>
        </p:nvSpPr>
        <p:spPr/>
        <p:txBody>
          <a:bodyPr>
            <a:noAutofit/>
          </a:bodyPr>
          <a:lstStyle/>
          <a:p>
            <a:pPr>
              <a:buFont typeface="Wingdings" panose="05000000000000000000" pitchFamily="2" charset="2"/>
              <a:buChar char="§"/>
            </a:pPr>
            <a:r>
              <a:rPr lang="en-US" sz="2400" dirty="0"/>
              <a:t>The </a:t>
            </a:r>
            <a:r>
              <a:rPr lang="en-US" sz="2400" dirty="0">
                <a:solidFill>
                  <a:srgbClr val="0070C0"/>
                </a:solidFill>
              </a:rPr>
              <a:t>scope</a:t>
            </a:r>
            <a:r>
              <a:rPr lang="en-US" sz="2400" dirty="0"/>
              <a:t> of the project is defined early in the process. </a:t>
            </a:r>
          </a:p>
          <a:p>
            <a:pPr>
              <a:buFont typeface="Wingdings" panose="05000000000000000000" pitchFamily="2" charset="2"/>
              <a:buChar char="§"/>
            </a:pPr>
            <a:r>
              <a:rPr lang="en-US" sz="2400" dirty="0"/>
              <a:t>The development is divided into </a:t>
            </a:r>
            <a:r>
              <a:rPr lang="en-US" sz="2400" dirty="0">
                <a:solidFill>
                  <a:srgbClr val="0070C0"/>
                </a:solidFill>
              </a:rPr>
              <a:t>tasks</a:t>
            </a:r>
            <a:r>
              <a:rPr lang="en-US" sz="2400" dirty="0"/>
              <a:t> and </a:t>
            </a:r>
            <a:r>
              <a:rPr lang="en-US" sz="2400" dirty="0">
                <a:solidFill>
                  <a:srgbClr val="0070C0"/>
                </a:solidFill>
              </a:rPr>
              <a:t>milestones</a:t>
            </a:r>
            <a:r>
              <a:rPr lang="en-US" sz="2400" dirty="0"/>
              <a:t>. </a:t>
            </a:r>
          </a:p>
          <a:p>
            <a:pPr>
              <a:buFont typeface="Wingdings" panose="05000000000000000000" pitchFamily="2" charset="2"/>
              <a:buChar char="§"/>
            </a:pPr>
            <a:r>
              <a:rPr lang="en-US" sz="2400" dirty="0">
                <a:solidFill>
                  <a:srgbClr val="0070C0"/>
                </a:solidFill>
              </a:rPr>
              <a:t>Estimates</a:t>
            </a:r>
            <a:r>
              <a:rPr lang="en-US" sz="2400" dirty="0"/>
              <a:t> are made of the time and resources needed for each task. </a:t>
            </a:r>
          </a:p>
          <a:p>
            <a:pPr>
              <a:buFont typeface="Wingdings" panose="05000000000000000000" pitchFamily="2" charset="2"/>
              <a:buChar char="§"/>
            </a:pPr>
            <a:r>
              <a:rPr lang="en-US" sz="2400" dirty="0"/>
              <a:t> The estimates are combined to create a </a:t>
            </a:r>
            <a:r>
              <a:rPr lang="en-US" sz="2400" dirty="0">
                <a:solidFill>
                  <a:srgbClr val="0070C0"/>
                </a:solidFill>
              </a:rPr>
              <a:t>schedule</a:t>
            </a:r>
            <a:r>
              <a:rPr lang="en-US" sz="2400" dirty="0"/>
              <a:t> and a </a:t>
            </a:r>
            <a:r>
              <a:rPr lang="en-US" sz="2400" dirty="0">
                <a:solidFill>
                  <a:srgbClr val="0070C0"/>
                </a:solidFill>
              </a:rPr>
              <a:t>plan</a:t>
            </a:r>
            <a:r>
              <a:rPr lang="en-US" sz="2400" dirty="0"/>
              <a:t>. </a:t>
            </a:r>
          </a:p>
          <a:p>
            <a:pPr>
              <a:buFont typeface="Wingdings" panose="05000000000000000000" pitchFamily="2" charset="2"/>
              <a:buChar char="§"/>
            </a:pPr>
            <a:r>
              <a:rPr lang="en-US" sz="2400" dirty="0">
                <a:solidFill>
                  <a:srgbClr val="0070C0"/>
                </a:solidFill>
              </a:rPr>
              <a:t>Progress</a:t>
            </a:r>
            <a:r>
              <a:rPr lang="en-US" sz="2400" dirty="0"/>
              <a:t> is continually </a:t>
            </a:r>
            <a:r>
              <a:rPr lang="en-US" sz="2400" dirty="0">
                <a:solidFill>
                  <a:srgbClr val="0070C0"/>
                </a:solidFill>
              </a:rPr>
              <a:t>reviewed</a:t>
            </a:r>
            <a:r>
              <a:rPr lang="en-US" sz="2400" dirty="0"/>
              <a:t> against the plan, perhaps weekly.</a:t>
            </a:r>
          </a:p>
          <a:p>
            <a:pPr>
              <a:buFont typeface="Wingdings" panose="05000000000000000000" pitchFamily="2" charset="2"/>
              <a:buChar char="§"/>
            </a:pPr>
            <a:r>
              <a:rPr lang="en-US" sz="2400" dirty="0"/>
              <a:t> The plan is </a:t>
            </a:r>
            <a:r>
              <a:rPr lang="en-US" sz="2400" dirty="0">
                <a:solidFill>
                  <a:srgbClr val="0070C0"/>
                </a:solidFill>
              </a:rPr>
              <a:t>modified</a:t>
            </a:r>
            <a:r>
              <a:rPr lang="en-US" sz="2400" dirty="0"/>
              <a:t> by changes to scope, time, resources, etc.</a:t>
            </a:r>
          </a:p>
          <a:p>
            <a:pPr marL="114300" indent="0">
              <a:buNone/>
            </a:pPr>
            <a:endParaRPr lang="en-US" sz="2400" dirty="0"/>
          </a:p>
          <a:p>
            <a:pPr marL="114300" indent="0">
              <a:buNone/>
            </a:pPr>
            <a:r>
              <a:rPr lang="en-US" sz="2400" dirty="0"/>
              <a:t>Typically the plan is managed by a separate project management team, not by the software developers.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106142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79"/>
          <p:cNvSpPr txBox="1">
            <a:spLocks noGrp="1"/>
          </p:cNvSpPr>
          <p:nvPr>
            <p:ph type="title"/>
          </p:nvPr>
        </p:nvSpPr>
        <p:spPr>
          <a:xfrm>
            <a:off x="3175782" y="0"/>
            <a:ext cx="5333207" cy="6683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2800"/>
              <a:buFont typeface="Calibri"/>
              <a:buNone/>
            </a:pPr>
            <a:r>
              <a:rPr lang="en-US" sz="2800" dirty="0">
                <a:solidFill>
                  <a:srgbClr val="FF0000"/>
                </a:solidFill>
              </a:rPr>
              <a:t>Product</a:t>
            </a:r>
            <a:r>
              <a:rPr lang="en-US" sz="2800" dirty="0"/>
              <a:t> and the </a:t>
            </a:r>
            <a:r>
              <a:rPr lang="en-US" sz="2800" dirty="0">
                <a:solidFill>
                  <a:srgbClr val="FF0000"/>
                </a:solidFill>
              </a:rPr>
              <a:t>Project</a:t>
            </a:r>
            <a:r>
              <a:rPr lang="en-US" sz="2800" dirty="0"/>
              <a:t> Life Cycles</a:t>
            </a:r>
            <a:endParaRPr dirty="0"/>
          </a:p>
        </p:txBody>
      </p:sp>
      <p:sp>
        <p:nvSpPr>
          <p:cNvPr id="395" name="Google Shape;395;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17</a:t>
            </a:fld>
            <a:endParaRPr sz="1200" b="0" i="0" u="none" strike="noStrike" cap="none">
              <a:solidFill>
                <a:schemeClr val="dk1"/>
              </a:solidFill>
              <a:latin typeface="Arial"/>
              <a:ea typeface="Arial"/>
              <a:cs typeface="Arial"/>
              <a:sym typeface="Arial"/>
            </a:endParaRPr>
          </a:p>
        </p:txBody>
      </p:sp>
      <p:pic>
        <p:nvPicPr>
          <p:cNvPr id="396" name="Google Shape;396;p79"/>
          <p:cNvPicPr preferRelativeResize="0"/>
          <p:nvPr/>
        </p:nvPicPr>
        <p:blipFill rotWithShape="1">
          <a:blip r:embed="rId3">
            <a:alphaModFix/>
          </a:blip>
          <a:srcRect r="2248" b="3210"/>
          <a:stretch/>
        </p:blipFill>
        <p:spPr>
          <a:xfrm>
            <a:off x="622594" y="1083733"/>
            <a:ext cx="11490384" cy="527261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80"/>
          <p:cNvSpPr txBox="1">
            <a:spLocks noGrp="1"/>
          </p:cNvSpPr>
          <p:nvPr>
            <p:ph type="title"/>
          </p:nvPr>
        </p:nvSpPr>
        <p:spPr>
          <a:xfrm>
            <a:off x="1235612" y="675249"/>
            <a:ext cx="8229600" cy="76778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600"/>
              <a:buFont typeface="Calibri"/>
              <a:buNone/>
            </a:pPr>
            <a:r>
              <a:rPr lang="en-US" sz="3600"/>
              <a:t>Phases in a Project Life Cycle</a:t>
            </a:r>
            <a:endParaRPr/>
          </a:p>
        </p:txBody>
      </p:sp>
      <p:pic>
        <p:nvPicPr>
          <p:cNvPr id="403" name="Google Shape;403;p80"/>
          <p:cNvPicPr preferRelativeResize="0">
            <a:picLocks noGrp="1"/>
          </p:cNvPicPr>
          <p:nvPr>
            <p:ph type="body" idx="1"/>
          </p:nvPr>
        </p:nvPicPr>
        <p:blipFill rotWithShape="1">
          <a:blip r:embed="rId3">
            <a:alphaModFix/>
          </a:blip>
          <a:srcRect/>
          <a:stretch/>
        </p:blipFill>
        <p:spPr>
          <a:xfrm>
            <a:off x="1697543" y="2144274"/>
            <a:ext cx="8796913" cy="3651615"/>
          </a:xfrm>
          <a:prstGeom prst="rect">
            <a:avLst/>
          </a:prstGeom>
          <a:noFill/>
          <a:ln>
            <a:noFill/>
          </a:ln>
        </p:spPr>
      </p:pic>
      <p:sp>
        <p:nvSpPr>
          <p:cNvPr id="405" name="Google Shape;405;p8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18</a:t>
            </a:fld>
            <a:endParaRPr sz="1050" b="0" i="0" u="none" strike="noStrike" cap="non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84"/>
          <p:cNvSpPr txBox="1">
            <a:spLocks noGrp="1"/>
          </p:cNvSpPr>
          <p:nvPr>
            <p:ph type="title"/>
          </p:nvPr>
        </p:nvSpPr>
        <p:spPr>
          <a:xfrm>
            <a:off x="2032000" y="190500"/>
            <a:ext cx="9855200" cy="152717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Project Charter Example: Web Site</a:t>
            </a:r>
            <a:endParaRPr dirty="0"/>
          </a:p>
        </p:txBody>
      </p:sp>
      <p:graphicFrame>
        <p:nvGraphicFramePr>
          <p:cNvPr id="473" name="Google Shape;473;p84"/>
          <p:cNvGraphicFramePr/>
          <p:nvPr/>
        </p:nvGraphicFramePr>
        <p:xfrm>
          <a:off x="4572000" y="1295400"/>
          <a:ext cx="3733800" cy="5149850"/>
        </p:xfrm>
        <a:graphic>
          <a:graphicData uri="http://schemas.openxmlformats.org/presentationml/2006/ole">
            <mc:AlternateContent xmlns:mc="http://schemas.openxmlformats.org/markup-compatibility/2006">
              <mc:Choice xmlns:v="urn:schemas-microsoft-com:vml" Requires="v">
                <p:oleObj r:id="rId3" imgW="3733800" imgH="5149850" progId="Word.Document.8">
                  <p:embed/>
                </p:oleObj>
              </mc:Choice>
              <mc:Fallback>
                <p:oleObj r:id="rId3" imgW="3733800" imgH="5149850" progId="Word.Document.8">
                  <p:embed/>
                  <p:pic>
                    <p:nvPicPr>
                      <p:cNvPr id="473" name="Google Shape;473;p84"/>
                      <p:cNvPicPr preferRelativeResize="0"/>
                      <p:nvPr/>
                    </p:nvPicPr>
                    <p:blipFill rotWithShape="1">
                      <a:blip r:embed="rId4">
                        <a:alphaModFix/>
                      </a:blip>
                      <a:srcRect/>
                      <a:stretch/>
                    </p:blipFill>
                    <p:spPr>
                      <a:xfrm>
                        <a:off x="4572000" y="1295400"/>
                        <a:ext cx="3733800" cy="5149850"/>
                      </a:xfrm>
                      <a:prstGeom prst="rect">
                        <a:avLst/>
                      </a:prstGeom>
                      <a:solidFill>
                        <a:srgbClr val="FFFFFF"/>
                      </a:solidFill>
                      <a:ln>
                        <a:noFill/>
                      </a:ln>
                    </p:spPr>
                  </p:pic>
                </p:oleObj>
              </mc:Fallback>
            </mc:AlternateContent>
          </a:graphicData>
        </a:graphic>
      </p:graphicFrame>
      <p:sp>
        <p:nvSpPr>
          <p:cNvPr id="476" name="Google Shape;476;p84"/>
          <p:cNvSpPr txBox="1">
            <a:spLocks noGrp="1"/>
          </p:cNvSpPr>
          <p:nvPr>
            <p:ph type="sldNum" idx="12"/>
          </p:nvPr>
        </p:nvSpPr>
        <p:spPr>
          <a:xfrm>
            <a:off x="10210800" y="6553200"/>
            <a:ext cx="4572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rgbClr val="336666"/>
                </a:solidFill>
                <a:latin typeface="Comic Sans MS"/>
                <a:ea typeface="Comic Sans MS"/>
                <a:cs typeface="Comic Sans MS"/>
                <a:sym typeface="Comic Sans MS"/>
              </a:rPr>
              <a:t>19</a:t>
            </a:r>
            <a:endParaRPr sz="1400" b="0" i="0" u="none" strike="noStrike" cap="none" dirty="0">
              <a:solidFill>
                <a:srgbClr val="336666"/>
              </a:solidFill>
              <a:latin typeface="Comic Sans MS"/>
              <a:ea typeface="Comic Sans MS"/>
              <a:cs typeface="Comic Sans MS"/>
              <a:sym typeface="Comic Sans MS"/>
            </a:endParaRPr>
          </a:p>
        </p:txBody>
      </p:sp>
      <p:sp>
        <p:nvSpPr>
          <p:cNvPr id="477" name="Google Shape;477;p84"/>
          <p:cNvSpPr/>
          <p:nvPr/>
        </p:nvSpPr>
        <p:spPr>
          <a:xfrm>
            <a:off x="3048000" y="2362201"/>
            <a:ext cx="814388" cy="866775"/>
          </a:xfrm>
          <a:custGeom>
            <a:avLst/>
            <a:gdLst/>
            <a:ahLst/>
            <a:cxnLst/>
            <a:rect l="l" t="t" r="r" b="b"/>
            <a:pathLst>
              <a:path w="21600" h="21600" extrusionOk="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b="0" i="0" u="none" strike="noStrike" cap="none">
              <a:solidFill>
                <a:srgbClr val="336666"/>
              </a:solidFill>
              <a:latin typeface="Comic Sans MS"/>
              <a:ea typeface="Comic Sans MS"/>
              <a:cs typeface="Comic Sans MS"/>
              <a:sym typeface="Comic Sans MS"/>
            </a:endParaRPr>
          </a:p>
        </p:txBody>
      </p:sp>
      <p:sp>
        <p:nvSpPr>
          <p:cNvPr id="478" name="Google Shape;478;p84"/>
          <p:cNvSpPr txBox="1"/>
          <p:nvPr/>
        </p:nvSpPr>
        <p:spPr>
          <a:xfrm>
            <a:off x="2438401" y="3581400"/>
            <a:ext cx="174942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FF0000"/>
                </a:solidFill>
                <a:latin typeface="Comic Sans MS"/>
                <a:ea typeface="Comic Sans MS"/>
                <a:cs typeface="Comic Sans MS"/>
                <a:sym typeface="Comic Sans MS"/>
              </a:rPr>
              <a:t>One page!</a:t>
            </a:r>
            <a:endParaRPr/>
          </a:p>
        </p:txBody>
      </p:sp>
      <p:sp>
        <p:nvSpPr>
          <p:cNvPr id="479" name="Google Shape;479;p84"/>
          <p:cNvSpPr/>
          <p:nvPr/>
        </p:nvSpPr>
        <p:spPr>
          <a:xfrm>
            <a:off x="4495800" y="1371600"/>
            <a:ext cx="4191000" cy="5181600"/>
          </a:xfrm>
          <a:prstGeom prst="rect">
            <a:avLst/>
          </a:prstGeom>
          <a:noFill/>
          <a:ln w="9525" cap="flat" cmpd="sng">
            <a:solidFill>
              <a:schemeClr val="dk2"/>
            </a:solidFill>
            <a:prstDash val="solid"/>
            <a:round/>
            <a:headEnd type="none" w="sm" len="sm"/>
            <a:tailEnd type="none" w="sm" len="sm"/>
          </a:ln>
          <a:effectLst>
            <a:outerShdw blurRad="50800" dist="38100" dir="2700000" algn="tl" rotWithShape="0">
              <a:srgbClr val="808080">
                <a:alpha val="42745"/>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b="0" i="1" u="none" strike="noStrike" cap="none">
              <a:solidFill>
                <a:srgbClr val="336666"/>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82"/>
          <p:cNvSpPr txBox="1">
            <a:spLocks noGrp="1"/>
          </p:cNvSpPr>
          <p:nvPr>
            <p:ph type="title"/>
          </p:nvPr>
        </p:nvSpPr>
        <p:spPr>
          <a:xfrm>
            <a:off x="3733800" y="122238"/>
            <a:ext cx="4876800" cy="411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1800"/>
              <a:buFont typeface="Calibri"/>
              <a:buNone/>
            </a:pPr>
            <a:r>
              <a:rPr lang="en-US" sz="1800">
                <a:solidFill>
                  <a:srgbClr val="FF0000"/>
                </a:solidFill>
              </a:rPr>
              <a:t>Project Management Life Cycle</a:t>
            </a:r>
            <a:endParaRPr/>
          </a:p>
        </p:txBody>
      </p:sp>
      <p:sp>
        <p:nvSpPr>
          <p:cNvPr id="441" name="Google Shape;441;p82"/>
          <p:cNvSpPr txBox="1">
            <a:spLocks noGrp="1"/>
          </p:cNvSpPr>
          <p:nvPr>
            <p:ph type="sldNum" idx="12"/>
          </p:nvPr>
        </p:nvSpPr>
        <p:spPr>
          <a:xfrm>
            <a:off x="9753600" y="6324600"/>
            <a:ext cx="457200" cy="3810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20</a:t>
            </a:fld>
            <a:endParaRPr sz="1200" b="0" i="0" u="none" strike="noStrike" cap="none">
              <a:solidFill>
                <a:schemeClr val="dk1"/>
              </a:solidFill>
              <a:latin typeface="Arial"/>
              <a:ea typeface="Arial"/>
              <a:cs typeface="Arial"/>
              <a:sym typeface="Arial"/>
            </a:endParaRPr>
          </a:p>
        </p:txBody>
      </p:sp>
      <p:sp>
        <p:nvSpPr>
          <p:cNvPr id="442" name="Google Shape;442;p82"/>
          <p:cNvSpPr txBox="1"/>
          <p:nvPr/>
        </p:nvSpPr>
        <p:spPr>
          <a:xfrm>
            <a:off x="1828801" y="457201"/>
            <a:ext cx="7788275" cy="307777"/>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None/>
            </a:pPr>
            <a:r>
              <a:rPr lang="en-US" sz="1800" b="1" i="0" u="none" strike="noStrike" cap="none">
                <a:solidFill>
                  <a:srgbClr val="FF0000"/>
                </a:solidFill>
                <a:latin typeface="Arial"/>
                <a:ea typeface="Arial"/>
                <a:cs typeface="Arial"/>
                <a:sym typeface="Arial"/>
              </a:rPr>
              <a:t>Processes/Activities</a:t>
            </a:r>
            <a:r>
              <a:rPr lang="en-US" sz="1800" b="0" i="0" u="none" strike="noStrike" cap="none">
                <a:solidFill>
                  <a:schemeClr val="dk1"/>
                </a:solidFill>
                <a:latin typeface="Arial"/>
                <a:ea typeface="Arial"/>
                <a:cs typeface="Arial"/>
                <a:sym typeface="Arial"/>
              </a:rPr>
              <a:t> of the </a:t>
            </a:r>
            <a:r>
              <a:rPr lang="en-US" sz="1800" b="1" i="0" u="none" strike="noStrike" cap="none">
                <a:solidFill>
                  <a:srgbClr val="6666FF"/>
                </a:solidFill>
                <a:latin typeface="Arial"/>
                <a:ea typeface="Arial"/>
                <a:cs typeface="Arial"/>
                <a:sym typeface="Arial"/>
              </a:rPr>
              <a:t>5 phases (Process Groups 2004) </a:t>
            </a:r>
            <a:r>
              <a:rPr lang="en-US" sz="1800" b="0" i="0" u="none" strike="noStrike" cap="none">
                <a:solidFill>
                  <a:schemeClr val="dk1"/>
                </a:solidFill>
                <a:latin typeface="Arial"/>
                <a:ea typeface="Arial"/>
                <a:cs typeface="Arial"/>
                <a:sym typeface="Arial"/>
              </a:rPr>
              <a:t> are as:</a:t>
            </a:r>
            <a:endParaRPr/>
          </a:p>
        </p:txBody>
      </p:sp>
      <p:sp>
        <p:nvSpPr>
          <p:cNvPr id="443" name="Google Shape;443;p82"/>
          <p:cNvSpPr txBox="1"/>
          <p:nvPr/>
        </p:nvSpPr>
        <p:spPr>
          <a:xfrm>
            <a:off x="1981201" y="917576"/>
            <a:ext cx="3886199" cy="2031325"/>
          </a:xfrm>
          <a:prstGeom prst="rect">
            <a:avLst/>
          </a:prstGeom>
          <a:noFill/>
          <a:ln w="9525" cap="flat" cmpd="sng">
            <a:solidFill>
              <a:schemeClr val="lt2"/>
            </a:solidFill>
            <a:prstDash val="solid"/>
            <a:miter lim="800000"/>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None/>
            </a:pPr>
            <a:r>
              <a:rPr lang="en-US" sz="1800" b="1" i="0" u="none" strike="noStrike" cap="none" dirty="0">
                <a:solidFill>
                  <a:srgbClr val="6666FF"/>
                </a:solidFill>
                <a:latin typeface="Arial"/>
                <a:ea typeface="Arial"/>
                <a:cs typeface="Arial"/>
                <a:sym typeface="Arial"/>
              </a:rPr>
              <a:t>1. Scope the Project</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State the Problem/ Opportunity</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Establish the project goal</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Define project Objectives</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Identify the success criteria</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List assumptions, risks, obstacles</a:t>
            </a:r>
            <a:endParaRPr dirty="0"/>
          </a:p>
        </p:txBody>
      </p:sp>
      <p:grpSp>
        <p:nvGrpSpPr>
          <p:cNvPr id="444" name="Google Shape;444;p82"/>
          <p:cNvGrpSpPr/>
          <p:nvPr/>
        </p:nvGrpSpPr>
        <p:grpSpPr>
          <a:xfrm>
            <a:off x="758873" y="2830749"/>
            <a:ext cx="5421435" cy="1838178"/>
            <a:chOff x="222" y="1488"/>
            <a:chExt cx="2754" cy="1686"/>
          </a:xfrm>
        </p:grpSpPr>
        <p:sp>
          <p:nvSpPr>
            <p:cNvPr id="445" name="Google Shape;445;p82"/>
            <p:cNvSpPr txBox="1"/>
            <p:nvPr/>
          </p:nvSpPr>
          <p:spPr>
            <a:xfrm>
              <a:off x="222" y="1720"/>
              <a:ext cx="2049" cy="1454"/>
            </a:xfrm>
            <a:prstGeom prst="rect">
              <a:avLst/>
            </a:prstGeom>
            <a:noFill/>
            <a:ln w="9525" cap="flat" cmpd="sng">
              <a:solidFill>
                <a:schemeClr val="lt2"/>
              </a:solidFill>
              <a:prstDash val="solid"/>
              <a:miter lim="800000"/>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None/>
              </a:pPr>
              <a:r>
                <a:rPr lang="en-US" sz="1800" b="1" i="0" u="none" strike="noStrike" cap="none" dirty="0">
                  <a:solidFill>
                    <a:srgbClr val="6666FF"/>
                  </a:solidFill>
                  <a:latin typeface="Arial"/>
                  <a:ea typeface="Arial"/>
                  <a:cs typeface="Arial"/>
                  <a:sym typeface="Arial"/>
                </a:rPr>
                <a:t>3. Launch the Plan</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Recruit and organize project team</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Establish team operating rules</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Level resources</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Schedule work packages</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Document work packages</a:t>
              </a:r>
              <a:endParaRPr dirty="0"/>
            </a:p>
          </p:txBody>
        </p:sp>
        <p:cxnSp>
          <p:nvCxnSpPr>
            <p:cNvPr id="446" name="Google Shape;446;p82"/>
            <p:cNvCxnSpPr/>
            <p:nvPr/>
          </p:nvCxnSpPr>
          <p:spPr>
            <a:xfrm flipH="1">
              <a:off x="2640" y="1488"/>
              <a:ext cx="336" cy="384"/>
            </a:xfrm>
            <a:prstGeom prst="straightConnector1">
              <a:avLst/>
            </a:prstGeom>
            <a:noFill/>
            <a:ln w="53975" cap="flat" cmpd="sng">
              <a:solidFill>
                <a:srgbClr val="FF0000"/>
              </a:solidFill>
              <a:prstDash val="solid"/>
              <a:round/>
              <a:headEnd type="none" w="med" len="med"/>
              <a:tailEnd type="triangle" w="med" len="med"/>
            </a:ln>
          </p:spPr>
        </p:cxnSp>
      </p:grpSp>
      <p:grpSp>
        <p:nvGrpSpPr>
          <p:cNvPr id="447" name="Google Shape;447;p82"/>
          <p:cNvGrpSpPr/>
          <p:nvPr/>
        </p:nvGrpSpPr>
        <p:grpSpPr>
          <a:xfrm>
            <a:off x="1806303" y="4931922"/>
            <a:ext cx="4584769" cy="1750979"/>
            <a:chOff x="567" y="2736"/>
            <a:chExt cx="2637" cy="1269"/>
          </a:xfrm>
        </p:grpSpPr>
        <p:sp>
          <p:nvSpPr>
            <p:cNvPr id="448" name="Google Shape;448;p82"/>
            <p:cNvSpPr txBox="1"/>
            <p:nvPr/>
          </p:nvSpPr>
          <p:spPr>
            <a:xfrm>
              <a:off x="567" y="2749"/>
              <a:ext cx="2637" cy="1256"/>
            </a:xfrm>
            <a:prstGeom prst="rect">
              <a:avLst/>
            </a:prstGeom>
            <a:noFill/>
            <a:ln w="9525" cap="flat" cmpd="sng">
              <a:solidFill>
                <a:schemeClr val="lt2"/>
              </a:solidFill>
              <a:prstDash val="solid"/>
              <a:miter lim="800000"/>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None/>
              </a:pPr>
              <a:r>
                <a:rPr lang="en-US" sz="1800" b="1" i="0" u="none" strike="noStrike" cap="none" dirty="0">
                  <a:solidFill>
                    <a:srgbClr val="6666FF"/>
                  </a:solidFill>
                  <a:latin typeface="Arial"/>
                  <a:ea typeface="Arial"/>
                  <a:cs typeface="Arial"/>
                  <a:sym typeface="Arial"/>
                </a:rPr>
                <a:t>5. Close Out</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Obtain client acceptance</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Install project deliverables</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Complete project documentation</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Complete post-implementation audit</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Issue final project report</a:t>
              </a:r>
              <a:endParaRPr dirty="0"/>
            </a:p>
          </p:txBody>
        </p:sp>
        <p:cxnSp>
          <p:nvCxnSpPr>
            <p:cNvPr id="449" name="Google Shape;449;p82"/>
            <p:cNvCxnSpPr/>
            <p:nvPr/>
          </p:nvCxnSpPr>
          <p:spPr>
            <a:xfrm flipH="1">
              <a:off x="2640" y="2736"/>
              <a:ext cx="480" cy="432"/>
            </a:xfrm>
            <a:prstGeom prst="straightConnector1">
              <a:avLst/>
            </a:prstGeom>
            <a:noFill/>
            <a:ln w="53975" cap="flat" cmpd="sng">
              <a:solidFill>
                <a:srgbClr val="FF0000"/>
              </a:solidFill>
              <a:prstDash val="solid"/>
              <a:round/>
              <a:headEnd type="none" w="med" len="med"/>
              <a:tailEnd type="triangle" w="med" len="med"/>
            </a:ln>
          </p:spPr>
        </p:cxnSp>
      </p:grpSp>
      <p:grpSp>
        <p:nvGrpSpPr>
          <p:cNvPr id="450" name="Google Shape;450;p82"/>
          <p:cNvGrpSpPr/>
          <p:nvPr/>
        </p:nvGrpSpPr>
        <p:grpSpPr>
          <a:xfrm>
            <a:off x="5867400" y="3200400"/>
            <a:ext cx="5062538" cy="2233613"/>
            <a:chOff x="2736" y="2016"/>
            <a:chExt cx="3189" cy="1407"/>
          </a:xfrm>
        </p:grpSpPr>
        <p:sp>
          <p:nvSpPr>
            <p:cNvPr id="451" name="Google Shape;451;p82"/>
            <p:cNvSpPr txBox="1"/>
            <p:nvPr/>
          </p:nvSpPr>
          <p:spPr>
            <a:xfrm>
              <a:off x="3305" y="2551"/>
              <a:ext cx="2620" cy="872"/>
            </a:xfrm>
            <a:prstGeom prst="rect">
              <a:avLst/>
            </a:prstGeom>
            <a:noFill/>
            <a:ln w="9525" cap="flat" cmpd="sng">
              <a:solidFill>
                <a:schemeClr val="lt2"/>
              </a:solidFill>
              <a:prstDash val="solid"/>
              <a:miter lim="800000"/>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None/>
              </a:pPr>
              <a:r>
                <a:rPr lang="en-US" sz="1800" b="1" i="0" u="none" strike="noStrike" cap="none" dirty="0">
                  <a:solidFill>
                    <a:srgbClr val="6666FF"/>
                  </a:solidFill>
                  <a:latin typeface="Arial"/>
                  <a:ea typeface="Arial"/>
                  <a:cs typeface="Arial"/>
                  <a:sym typeface="Arial"/>
                </a:rPr>
                <a:t>4. Monitor/ Control Progress</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Establish progress reporting system</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Install change control tools/process</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Define problem-escalation process</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Monitor project progress vs plan</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Revise Plan</a:t>
              </a:r>
              <a:endParaRPr dirty="0"/>
            </a:p>
          </p:txBody>
        </p:sp>
        <p:cxnSp>
          <p:nvCxnSpPr>
            <p:cNvPr id="452" name="Google Shape;452;p82"/>
            <p:cNvCxnSpPr/>
            <p:nvPr/>
          </p:nvCxnSpPr>
          <p:spPr>
            <a:xfrm>
              <a:off x="2736" y="2208"/>
              <a:ext cx="672" cy="288"/>
            </a:xfrm>
            <a:prstGeom prst="straightConnector1">
              <a:avLst/>
            </a:prstGeom>
            <a:noFill/>
            <a:ln w="53975" cap="flat" cmpd="sng">
              <a:solidFill>
                <a:srgbClr val="FF0000"/>
              </a:solidFill>
              <a:prstDash val="solid"/>
              <a:round/>
              <a:headEnd type="none" w="med" len="med"/>
              <a:tailEnd type="triangle" w="med" len="med"/>
            </a:ln>
          </p:spPr>
        </p:cxnSp>
        <p:cxnSp>
          <p:nvCxnSpPr>
            <p:cNvPr id="453" name="Google Shape;453;p82"/>
            <p:cNvCxnSpPr/>
            <p:nvPr/>
          </p:nvCxnSpPr>
          <p:spPr>
            <a:xfrm rot="10800000">
              <a:off x="4560" y="2016"/>
              <a:ext cx="0" cy="480"/>
            </a:xfrm>
            <a:prstGeom prst="straightConnector1">
              <a:avLst/>
            </a:prstGeom>
            <a:noFill/>
            <a:ln w="53975" cap="flat" cmpd="sng">
              <a:solidFill>
                <a:srgbClr val="FF0000"/>
              </a:solidFill>
              <a:prstDash val="solid"/>
              <a:round/>
              <a:headEnd type="none" w="med" len="med"/>
              <a:tailEnd type="triangle" w="med" len="med"/>
            </a:ln>
          </p:spPr>
        </p:cxnSp>
      </p:grpSp>
      <p:grpSp>
        <p:nvGrpSpPr>
          <p:cNvPr id="454" name="Google Shape;454;p82"/>
          <p:cNvGrpSpPr/>
          <p:nvPr/>
        </p:nvGrpSpPr>
        <p:grpSpPr>
          <a:xfrm>
            <a:off x="5943600" y="990600"/>
            <a:ext cx="4419600" cy="2438400"/>
            <a:chOff x="2784" y="624"/>
            <a:chExt cx="2784" cy="1160"/>
          </a:xfrm>
        </p:grpSpPr>
        <p:sp>
          <p:nvSpPr>
            <p:cNvPr id="455" name="Google Shape;455;p82"/>
            <p:cNvSpPr txBox="1"/>
            <p:nvPr/>
          </p:nvSpPr>
          <p:spPr>
            <a:xfrm>
              <a:off x="2976" y="912"/>
              <a:ext cx="2592" cy="872"/>
            </a:xfrm>
            <a:prstGeom prst="rect">
              <a:avLst/>
            </a:prstGeom>
            <a:noFill/>
            <a:ln w="9525" cap="flat" cmpd="sng">
              <a:solidFill>
                <a:schemeClr val="lt2"/>
              </a:solidFill>
              <a:prstDash val="solid"/>
              <a:miter lim="800000"/>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None/>
              </a:pPr>
              <a:r>
                <a:rPr lang="en-US" sz="1800" b="1" i="0" u="none" strike="noStrike" cap="none" dirty="0">
                  <a:solidFill>
                    <a:srgbClr val="6666FF"/>
                  </a:solidFill>
                  <a:latin typeface="Arial"/>
                  <a:ea typeface="Arial"/>
                  <a:cs typeface="Arial"/>
                  <a:sym typeface="Arial"/>
                </a:rPr>
                <a:t>2. Develop detail</a:t>
              </a:r>
              <a:r>
                <a:rPr lang="en-US" sz="1800" b="0" i="0" u="none" strike="noStrike" cap="none" dirty="0">
                  <a:solidFill>
                    <a:schemeClr val="dk1"/>
                  </a:solidFill>
                  <a:latin typeface="Arial"/>
                  <a:ea typeface="Arial"/>
                  <a:cs typeface="Arial"/>
                  <a:sym typeface="Arial"/>
                </a:rPr>
                <a:t> </a:t>
              </a:r>
              <a:r>
                <a:rPr lang="en-US" sz="1800" b="1" i="0" u="none" strike="noStrike" cap="none" dirty="0">
                  <a:solidFill>
                    <a:srgbClr val="6666FF"/>
                  </a:solidFill>
                  <a:latin typeface="Arial"/>
                  <a:ea typeface="Arial"/>
                  <a:cs typeface="Arial"/>
                  <a:sym typeface="Arial"/>
                </a:rPr>
                <a:t>Plan</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Identify project activities</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Estimate activity duration</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Determine resource requirements</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Construct / analyze project network</a:t>
              </a:r>
              <a:endParaRPr dirty="0"/>
            </a:p>
            <a:p>
              <a:pPr marL="342900" marR="0" lvl="0" indent="-34290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Prepare project proposal</a:t>
              </a:r>
              <a:endParaRPr dirty="0"/>
            </a:p>
          </p:txBody>
        </p:sp>
        <p:cxnSp>
          <p:nvCxnSpPr>
            <p:cNvPr id="456" name="Google Shape;456;p82"/>
            <p:cNvCxnSpPr/>
            <p:nvPr/>
          </p:nvCxnSpPr>
          <p:spPr>
            <a:xfrm>
              <a:off x="2784" y="624"/>
              <a:ext cx="672" cy="288"/>
            </a:xfrm>
            <a:prstGeom prst="straightConnector1">
              <a:avLst/>
            </a:prstGeom>
            <a:noFill/>
            <a:ln w="53975" cap="flat" cmpd="sng">
              <a:solidFill>
                <a:srgbClr val="FF0000"/>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3"/>
                                        </p:tgtEl>
                                        <p:attrNameLst>
                                          <p:attrName>style.visibility</p:attrName>
                                        </p:attrNameLst>
                                      </p:cBhvr>
                                      <p:to>
                                        <p:strVal val="visible"/>
                                      </p:to>
                                    </p:set>
                                    <p:animEffect transition="in" filter="fade">
                                      <p:cBhvr>
                                        <p:cTn id="7" dur="500"/>
                                        <p:tgtEl>
                                          <p:spTgt spid="4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4"/>
                                        </p:tgtEl>
                                        <p:attrNameLst>
                                          <p:attrName>style.visibility</p:attrName>
                                        </p:attrNameLst>
                                      </p:cBhvr>
                                      <p:to>
                                        <p:strVal val="visible"/>
                                      </p:to>
                                    </p:set>
                                    <p:animEffect transition="in" filter="fade">
                                      <p:cBhvr>
                                        <p:cTn id="12" dur="500"/>
                                        <p:tgtEl>
                                          <p:spTgt spid="45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44"/>
                                        </p:tgtEl>
                                        <p:attrNameLst>
                                          <p:attrName>style.visibility</p:attrName>
                                        </p:attrNameLst>
                                      </p:cBhvr>
                                      <p:to>
                                        <p:strVal val="visible"/>
                                      </p:to>
                                    </p:set>
                                    <p:animEffect transition="in" filter="fade">
                                      <p:cBhvr>
                                        <p:cTn id="17" dur="500"/>
                                        <p:tgtEl>
                                          <p:spTgt spid="44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50"/>
                                        </p:tgtEl>
                                        <p:attrNameLst>
                                          <p:attrName>style.visibility</p:attrName>
                                        </p:attrNameLst>
                                      </p:cBhvr>
                                      <p:to>
                                        <p:strVal val="visible"/>
                                      </p:to>
                                    </p:set>
                                    <p:animEffect transition="in" filter="fade">
                                      <p:cBhvr>
                                        <p:cTn id="22" dur="500"/>
                                        <p:tgtEl>
                                          <p:spTgt spid="4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47"/>
                                        </p:tgtEl>
                                        <p:attrNameLst>
                                          <p:attrName>style.visibility</p:attrName>
                                        </p:attrNameLst>
                                      </p:cBhvr>
                                      <p:to>
                                        <p:strVal val="visible"/>
                                      </p:to>
                                    </p:set>
                                    <p:animEffect transition="in" filter="fade">
                                      <p:cBhvr>
                                        <p:cTn id="27" dur="500"/>
                                        <p:tgtEl>
                                          <p:spTgt spid="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101"/>
          <p:cNvSpPr txBox="1">
            <a:spLocks noGrp="1"/>
          </p:cNvSpPr>
          <p:nvPr>
            <p:ph type="title"/>
          </p:nvPr>
        </p:nvSpPr>
        <p:spPr>
          <a:xfrm>
            <a:off x="2438400" y="579438"/>
            <a:ext cx="7543800" cy="792162"/>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0000FF"/>
              </a:buClr>
              <a:buSzPts val="2400"/>
              <a:buFont typeface="Calibri"/>
              <a:buNone/>
            </a:pPr>
            <a:r>
              <a:rPr lang="en-US" sz="2400" dirty="0">
                <a:solidFill>
                  <a:srgbClr val="0000FF"/>
                </a:solidFill>
              </a:rPr>
              <a:t>Knowledge Areas for Project Management</a:t>
            </a:r>
            <a:endParaRPr dirty="0"/>
          </a:p>
        </p:txBody>
      </p:sp>
      <p:sp>
        <p:nvSpPr>
          <p:cNvPr id="651" name="Google Shape;651;p10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21</a:t>
            </a:fld>
            <a:endParaRPr sz="1050" b="0" i="0" u="none" strike="noStrike" cap="none">
              <a:solidFill>
                <a:schemeClr val="dk1"/>
              </a:solidFill>
              <a:latin typeface="Arial"/>
              <a:ea typeface="Arial"/>
              <a:cs typeface="Arial"/>
              <a:sym typeface="Arial"/>
            </a:endParaRPr>
          </a:p>
        </p:txBody>
      </p:sp>
      <p:sp>
        <p:nvSpPr>
          <p:cNvPr id="652" name="Google Shape;652;p101"/>
          <p:cNvSpPr/>
          <p:nvPr/>
        </p:nvSpPr>
        <p:spPr>
          <a:xfrm>
            <a:off x="2590800" y="1733550"/>
            <a:ext cx="7010400" cy="436245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800"/>
              <a:buFont typeface="Noto Sans Symbols"/>
              <a:buAutoNum type="arabicPeriod"/>
            </a:pPr>
            <a:r>
              <a:rPr lang="en-US" sz="2800" b="1" i="0" u="none" strike="noStrike" cap="none">
                <a:solidFill>
                  <a:schemeClr val="dk1"/>
                </a:solidFill>
                <a:latin typeface="Arial"/>
                <a:ea typeface="Arial"/>
                <a:cs typeface="Arial"/>
                <a:sym typeface="Arial"/>
              </a:rPr>
              <a:t>Project </a:t>
            </a:r>
            <a:r>
              <a:rPr lang="en-US" sz="2800" b="1" i="0" u="none" strike="noStrike" cap="none">
                <a:solidFill>
                  <a:srgbClr val="FF0000"/>
                </a:solidFill>
                <a:latin typeface="Arial"/>
                <a:ea typeface="Arial"/>
                <a:cs typeface="Arial"/>
                <a:sym typeface="Arial"/>
              </a:rPr>
              <a:t>Integration</a:t>
            </a:r>
            <a:r>
              <a:rPr lang="en-US" sz="2800" b="1" i="0" u="none" strike="noStrike" cap="none">
                <a:solidFill>
                  <a:schemeClr val="dk1"/>
                </a:solidFill>
                <a:latin typeface="Arial"/>
                <a:ea typeface="Arial"/>
                <a:cs typeface="Arial"/>
                <a:sym typeface="Arial"/>
              </a:rPr>
              <a:t> Management </a:t>
            </a:r>
            <a:endParaRPr/>
          </a:p>
          <a:p>
            <a:pPr marL="342900" marR="0" lvl="0" indent="-342900" algn="l" rtl="0">
              <a:spcBef>
                <a:spcPts val="0"/>
              </a:spcBef>
              <a:spcAft>
                <a:spcPts val="0"/>
              </a:spcAft>
              <a:buClr>
                <a:schemeClr val="dk1"/>
              </a:buClr>
              <a:buSzPts val="2800"/>
              <a:buFont typeface="Noto Sans Symbols"/>
              <a:buAutoNum type="arabicPeriod"/>
            </a:pPr>
            <a:r>
              <a:rPr lang="en-US" sz="2800" b="1" i="0" u="none" strike="noStrike" cap="none">
                <a:solidFill>
                  <a:schemeClr val="dk1"/>
                </a:solidFill>
                <a:latin typeface="Arial"/>
                <a:ea typeface="Arial"/>
                <a:cs typeface="Arial"/>
                <a:sym typeface="Arial"/>
              </a:rPr>
              <a:t>Project </a:t>
            </a:r>
            <a:r>
              <a:rPr lang="en-US" sz="2800" b="1" i="0" u="none" strike="noStrike" cap="none">
                <a:solidFill>
                  <a:srgbClr val="FF0000"/>
                </a:solidFill>
                <a:latin typeface="Arial"/>
                <a:ea typeface="Arial"/>
                <a:cs typeface="Arial"/>
                <a:sym typeface="Arial"/>
              </a:rPr>
              <a:t>Scope </a:t>
            </a:r>
            <a:r>
              <a:rPr lang="en-US" sz="2800" b="1" i="0" u="none" strike="noStrike" cap="none">
                <a:solidFill>
                  <a:schemeClr val="dk1"/>
                </a:solidFill>
                <a:latin typeface="Arial"/>
                <a:ea typeface="Arial"/>
                <a:cs typeface="Arial"/>
                <a:sym typeface="Arial"/>
              </a:rPr>
              <a:t>management</a:t>
            </a:r>
            <a:endParaRPr/>
          </a:p>
          <a:p>
            <a:pPr marL="342900" marR="0" lvl="0" indent="-342900" algn="l" rtl="0">
              <a:spcBef>
                <a:spcPts val="0"/>
              </a:spcBef>
              <a:spcAft>
                <a:spcPts val="0"/>
              </a:spcAft>
              <a:buClr>
                <a:schemeClr val="dk1"/>
              </a:buClr>
              <a:buSzPts val="2800"/>
              <a:buFont typeface="Noto Sans Symbols"/>
              <a:buAutoNum type="arabicPeriod"/>
            </a:pPr>
            <a:r>
              <a:rPr lang="en-US" sz="2800" b="1" i="0" u="none" strike="noStrike" cap="none">
                <a:solidFill>
                  <a:schemeClr val="dk1"/>
                </a:solidFill>
                <a:latin typeface="Arial"/>
                <a:ea typeface="Arial"/>
                <a:cs typeface="Arial"/>
                <a:sym typeface="Arial"/>
              </a:rPr>
              <a:t>Project </a:t>
            </a:r>
            <a:r>
              <a:rPr lang="en-US" sz="2800" b="1" i="0" u="none" strike="noStrike" cap="none">
                <a:solidFill>
                  <a:srgbClr val="FF0000"/>
                </a:solidFill>
                <a:latin typeface="Arial"/>
                <a:ea typeface="Arial"/>
                <a:cs typeface="Arial"/>
                <a:sym typeface="Arial"/>
              </a:rPr>
              <a:t>Time </a:t>
            </a:r>
            <a:r>
              <a:rPr lang="en-US" sz="2800" b="1" i="0" u="none" strike="noStrike" cap="none">
                <a:solidFill>
                  <a:schemeClr val="dk1"/>
                </a:solidFill>
                <a:latin typeface="Arial"/>
                <a:ea typeface="Arial"/>
                <a:cs typeface="Arial"/>
                <a:sym typeface="Arial"/>
              </a:rPr>
              <a:t>Management</a:t>
            </a:r>
            <a:endParaRPr/>
          </a:p>
          <a:p>
            <a:pPr marL="342900" marR="0" lvl="0" indent="-342900" algn="l" rtl="0">
              <a:spcBef>
                <a:spcPts val="0"/>
              </a:spcBef>
              <a:spcAft>
                <a:spcPts val="0"/>
              </a:spcAft>
              <a:buClr>
                <a:schemeClr val="dk1"/>
              </a:buClr>
              <a:buSzPts val="2800"/>
              <a:buFont typeface="Noto Sans Symbols"/>
              <a:buAutoNum type="arabicPeriod"/>
            </a:pPr>
            <a:r>
              <a:rPr lang="en-US" sz="2800" b="1" i="0" u="none" strike="noStrike" cap="none">
                <a:solidFill>
                  <a:schemeClr val="dk1"/>
                </a:solidFill>
                <a:latin typeface="Arial"/>
                <a:ea typeface="Arial"/>
                <a:cs typeface="Arial"/>
                <a:sym typeface="Arial"/>
              </a:rPr>
              <a:t>Project </a:t>
            </a:r>
            <a:r>
              <a:rPr lang="en-US" sz="2800" b="1" i="0" u="none" strike="noStrike" cap="none">
                <a:solidFill>
                  <a:srgbClr val="FF0000"/>
                </a:solidFill>
                <a:latin typeface="Arial"/>
                <a:ea typeface="Arial"/>
                <a:cs typeface="Arial"/>
                <a:sym typeface="Arial"/>
              </a:rPr>
              <a:t>Cost</a:t>
            </a:r>
            <a:r>
              <a:rPr lang="en-US" sz="2800" b="1" i="0" u="none" strike="noStrike" cap="none">
                <a:solidFill>
                  <a:schemeClr val="dk1"/>
                </a:solidFill>
                <a:latin typeface="Arial"/>
                <a:ea typeface="Arial"/>
                <a:cs typeface="Arial"/>
                <a:sym typeface="Arial"/>
              </a:rPr>
              <a:t> Management</a:t>
            </a:r>
            <a:endParaRPr/>
          </a:p>
          <a:p>
            <a:pPr marL="342900" marR="0" lvl="0" indent="-342900" algn="l" rtl="0">
              <a:spcBef>
                <a:spcPts val="0"/>
              </a:spcBef>
              <a:spcAft>
                <a:spcPts val="0"/>
              </a:spcAft>
              <a:buClr>
                <a:schemeClr val="dk1"/>
              </a:buClr>
              <a:buSzPts val="2800"/>
              <a:buFont typeface="Noto Sans Symbols"/>
              <a:buAutoNum type="arabicPeriod"/>
            </a:pPr>
            <a:r>
              <a:rPr lang="en-US" sz="2800" b="1" i="0" u="none" strike="noStrike" cap="none">
                <a:solidFill>
                  <a:schemeClr val="dk1"/>
                </a:solidFill>
                <a:latin typeface="Arial"/>
                <a:ea typeface="Arial"/>
                <a:cs typeface="Arial"/>
                <a:sym typeface="Arial"/>
              </a:rPr>
              <a:t>Project</a:t>
            </a:r>
            <a:r>
              <a:rPr lang="en-US" sz="2800" b="1" i="0" u="none" strike="noStrike" cap="none">
                <a:solidFill>
                  <a:schemeClr val="accent2"/>
                </a:solidFill>
                <a:latin typeface="Arial"/>
                <a:ea typeface="Arial"/>
                <a:cs typeface="Arial"/>
                <a:sym typeface="Arial"/>
              </a:rPr>
              <a:t> </a:t>
            </a:r>
            <a:r>
              <a:rPr lang="en-US" sz="2800" b="1" i="0" u="none" strike="noStrike" cap="none">
                <a:solidFill>
                  <a:srgbClr val="FF0000"/>
                </a:solidFill>
                <a:latin typeface="Arial"/>
                <a:ea typeface="Arial"/>
                <a:cs typeface="Arial"/>
                <a:sym typeface="Arial"/>
              </a:rPr>
              <a:t>Quality</a:t>
            </a:r>
            <a:r>
              <a:rPr lang="en-US" sz="2800" b="1" i="0" u="none" strike="noStrike" cap="none">
                <a:solidFill>
                  <a:schemeClr val="dk1"/>
                </a:solidFill>
                <a:latin typeface="Arial"/>
                <a:ea typeface="Arial"/>
                <a:cs typeface="Arial"/>
                <a:sym typeface="Arial"/>
              </a:rPr>
              <a:t> Management</a:t>
            </a:r>
            <a:endParaRPr/>
          </a:p>
          <a:p>
            <a:pPr marL="342900" marR="0" lvl="0" indent="-342900" algn="l" rtl="0">
              <a:spcBef>
                <a:spcPts val="0"/>
              </a:spcBef>
              <a:spcAft>
                <a:spcPts val="0"/>
              </a:spcAft>
              <a:buClr>
                <a:schemeClr val="dk1"/>
              </a:buClr>
              <a:buSzPts val="2800"/>
              <a:buFont typeface="Noto Sans Symbols"/>
              <a:buAutoNum type="arabicPeriod"/>
            </a:pPr>
            <a:r>
              <a:rPr lang="en-US" sz="2800" b="1" i="0" u="none" strike="noStrike" cap="none">
                <a:solidFill>
                  <a:schemeClr val="dk1"/>
                </a:solidFill>
                <a:latin typeface="Arial"/>
                <a:ea typeface="Arial"/>
                <a:cs typeface="Arial"/>
                <a:sym typeface="Arial"/>
              </a:rPr>
              <a:t>Project </a:t>
            </a:r>
            <a:r>
              <a:rPr lang="en-US" sz="2800" b="1" i="0" u="none" strike="noStrike" cap="none">
                <a:solidFill>
                  <a:srgbClr val="FF0000"/>
                </a:solidFill>
                <a:latin typeface="Arial"/>
                <a:ea typeface="Arial"/>
                <a:cs typeface="Arial"/>
                <a:sym typeface="Arial"/>
              </a:rPr>
              <a:t>Human Resource</a:t>
            </a:r>
            <a:r>
              <a:rPr lang="en-US" sz="2800" b="1" i="0" u="none" strike="noStrike" cap="none">
                <a:solidFill>
                  <a:schemeClr val="dk1"/>
                </a:solidFill>
                <a:latin typeface="Arial"/>
                <a:ea typeface="Arial"/>
                <a:cs typeface="Arial"/>
                <a:sym typeface="Arial"/>
              </a:rPr>
              <a:t> Management</a:t>
            </a:r>
            <a:endParaRPr/>
          </a:p>
          <a:p>
            <a:pPr marL="342900" marR="0" lvl="0" indent="-342900" algn="l" rtl="0">
              <a:spcBef>
                <a:spcPts val="0"/>
              </a:spcBef>
              <a:spcAft>
                <a:spcPts val="0"/>
              </a:spcAft>
              <a:buClr>
                <a:schemeClr val="dk1"/>
              </a:buClr>
              <a:buSzPts val="2800"/>
              <a:buFont typeface="Noto Sans Symbols"/>
              <a:buAutoNum type="arabicPeriod"/>
            </a:pPr>
            <a:r>
              <a:rPr lang="en-US" sz="2800" b="1" i="0" u="none" strike="noStrike" cap="none">
                <a:solidFill>
                  <a:schemeClr val="dk1"/>
                </a:solidFill>
                <a:latin typeface="Arial"/>
                <a:ea typeface="Arial"/>
                <a:cs typeface="Arial"/>
                <a:sym typeface="Arial"/>
              </a:rPr>
              <a:t>Project </a:t>
            </a:r>
            <a:r>
              <a:rPr lang="en-US" sz="2800" b="1" i="0" u="none" strike="noStrike" cap="none">
                <a:solidFill>
                  <a:srgbClr val="FF0000"/>
                </a:solidFill>
                <a:latin typeface="Arial"/>
                <a:ea typeface="Arial"/>
                <a:cs typeface="Arial"/>
                <a:sym typeface="Arial"/>
              </a:rPr>
              <a:t>Communications</a:t>
            </a:r>
            <a:r>
              <a:rPr lang="en-US" sz="2800" b="1" i="0" u="none" strike="noStrike" cap="none">
                <a:solidFill>
                  <a:schemeClr val="dk1"/>
                </a:solidFill>
                <a:latin typeface="Arial"/>
                <a:ea typeface="Arial"/>
                <a:cs typeface="Arial"/>
                <a:sym typeface="Arial"/>
              </a:rPr>
              <a:t> Management</a:t>
            </a:r>
            <a:endParaRPr/>
          </a:p>
          <a:p>
            <a:pPr marL="342900" marR="0" lvl="0" indent="-342900" algn="l" rtl="0">
              <a:spcBef>
                <a:spcPts val="0"/>
              </a:spcBef>
              <a:spcAft>
                <a:spcPts val="0"/>
              </a:spcAft>
              <a:buClr>
                <a:schemeClr val="dk1"/>
              </a:buClr>
              <a:buSzPts val="2800"/>
              <a:buFont typeface="Noto Sans Symbols"/>
              <a:buAutoNum type="arabicPeriod"/>
            </a:pPr>
            <a:r>
              <a:rPr lang="en-US" sz="2800" b="1" i="0" u="none" strike="noStrike" cap="none">
                <a:solidFill>
                  <a:schemeClr val="dk1"/>
                </a:solidFill>
                <a:latin typeface="Arial"/>
                <a:ea typeface="Arial"/>
                <a:cs typeface="Arial"/>
                <a:sym typeface="Arial"/>
              </a:rPr>
              <a:t>Project </a:t>
            </a:r>
            <a:r>
              <a:rPr lang="en-US" sz="2800" b="1" i="0" u="none" strike="noStrike" cap="none">
                <a:solidFill>
                  <a:srgbClr val="FF0000"/>
                </a:solidFill>
                <a:latin typeface="Arial"/>
                <a:ea typeface="Arial"/>
                <a:cs typeface="Arial"/>
                <a:sym typeface="Arial"/>
              </a:rPr>
              <a:t>Risk</a:t>
            </a:r>
            <a:r>
              <a:rPr lang="en-US" sz="2800" b="1" i="0" u="none" strike="noStrike" cap="none">
                <a:solidFill>
                  <a:schemeClr val="dk1"/>
                </a:solidFill>
                <a:latin typeface="Arial"/>
                <a:ea typeface="Arial"/>
                <a:cs typeface="Arial"/>
                <a:sym typeface="Arial"/>
              </a:rPr>
              <a:t> Management</a:t>
            </a:r>
            <a:endParaRPr/>
          </a:p>
          <a:p>
            <a:pPr marL="342900" marR="0" lvl="0" indent="-342900" algn="l" rtl="0">
              <a:spcBef>
                <a:spcPts val="0"/>
              </a:spcBef>
              <a:spcAft>
                <a:spcPts val="0"/>
              </a:spcAft>
              <a:buClr>
                <a:schemeClr val="dk1"/>
              </a:buClr>
              <a:buSzPts val="2800"/>
              <a:buFont typeface="Noto Sans Symbols"/>
              <a:buAutoNum type="arabicPeriod"/>
            </a:pPr>
            <a:r>
              <a:rPr lang="en-US" sz="2800" b="1" i="0" u="none" strike="noStrike" cap="none">
                <a:solidFill>
                  <a:schemeClr val="dk1"/>
                </a:solidFill>
                <a:latin typeface="Arial"/>
                <a:ea typeface="Arial"/>
                <a:cs typeface="Arial"/>
                <a:sym typeface="Arial"/>
              </a:rPr>
              <a:t>Project </a:t>
            </a:r>
            <a:r>
              <a:rPr lang="en-US" sz="2800" b="1" i="0" u="none" strike="noStrike" cap="none">
                <a:solidFill>
                  <a:srgbClr val="FF0000"/>
                </a:solidFill>
                <a:latin typeface="Arial"/>
                <a:ea typeface="Arial"/>
                <a:cs typeface="Arial"/>
                <a:sym typeface="Arial"/>
              </a:rPr>
              <a:t>Procurement</a:t>
            </a:r>
            <a:r>
              <a:rPr lang="en-US" sz="2800" b="1" i="0" u="none" strike="noStrike" cap="none">
                <a:solidFill>
                  <a:schemeClr val="dk1"/>
                </a:solidFill>
                <a:latin typeface="Arial"/>
                <a:ea typeface="Arial"/>
                <a:cs typeface="Arial"/>
                <a:sym typeface="Arial"/>
              </a:rPr>
              <a:t> Management</a:t>
            </a:r>
            <a:endParaRPr/>
          </a:p>
        </p:txBody>
      </p:sp>
      <p:sp>
        <p:nvSpPr>
          <p:cNvPr id="653" name="Google Shape;653;p101"/>
          <p:cNvSpPr/>
          <p:nvPr/>
        </p:nvSpPr>
        <p:spPr>
          <a:xfrm>
            <a:off x="8489484" y="6031468"/>
            <a:ext cx="145584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a:t>
            </a:r>
            <a:r>
              <a:rPr lang="en-US" sz="1600" b="0" i="0" u="none" strike="noStrike" cap="none">
                <a:solidFill>
                  <a:schemeClr val="dk1"/>
                </a:solidFill>
                <a:latin typeface="Calibri"/>
                <a:ea typeface="Calibri"/>
                <a:cs typeface="Calibri"/>
                <a:sym typeface="Calibri"/>
              </a:rPr>
              <a:t>PMBOK PMI]</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6" name="Google Shape;756;p10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22</a:t>
            </a:fld>
            <a:endParaRPr sz="1050" b="0" i="0" u="none" strike="noStrike" cap="none">
              <a:solidFill>
                <a:schemeClr val="dk1"/>
              </a:solidFill>
              <a:latin typeface="Arial"/>
              <a:ea typeface="Arial"/>
              <a:cs typeface="Arial"/>
              <a:sym typeface="Arial"/>
            </a:endParaRPr>
          </a:p>
        </p:txBody>
      </p:sp>
      <p:sp>
        <p:nvSpPr>
          <p:cNvPr id="757" name="Google Shape;757;p104"/>
          <p:cNvSpPr/>
          <p:nvPr/>
        </p:nvSpPr>
        <p:spPr>
          <a:xfrm>
            <a:off x="2646364" y="2727326"/>
            <a:ext cx="7106433"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i="0" u="none" strike="noStrike" cap="none" dirty="0">
                <a:solidFill>
                  <a:srgbClr val="FF3300"/>
                </a:solidFill>
                <a:latin typeface="Arial"/>
                <a:ea typeface="Arial"/>
                <a:cs typeface="Arial"/>
                <a:sym typeface="Arial"/>
              </a:rPr>
              <a:t>1. Project Planning</a:t>
            </a:r>
            <a:endParaRPr dirty="0"/>
          </a:p>
        </p:txBody>
      </p:sp>
    </p:spTree>
    <p:extLst>
      <p:ext uri="{BB962C8B-B14F-4D97-AF65-F5344CB8AC3E}">
        <p14:creationId xmlns:p14="http://schemas.microsoft.com/office/powerpoint/2010/main" val="262143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Planning Tools</a:t>
            </a:r>
          </a:p>
        </p:txBody>
      </p:sp>
      <p:sp>
        <p:nvSpPr>
          <p:cNvPr id="3" name="Text Placeholder 2"/>
          <p:cNvSpPr>
            <a:spLocks noGrp="1"/>
          </p:cNvSpPr>
          <p:nvPr>
            <p:ph type="body" idx="1"/>
          </p:nvPr>
        </p:nvSpPr>
        <p:spPr/>
        <p:txBody>
          <a:bodyPr>
            <a:normAutofit/>
          </a:bodyPr>
          <a:lstStyle/>
          <a:p>
            <a:r>
              <a:rPr lang="en-US" sz="2800" b="1" dirty="0"/>
              <a:t>Critical Path Method, Gantt charts, Activity bar charts</a:t>
            </a:r>
          </a:p>
          <a:p>
            <a:r>
              <a:rPr lang="en-US" sz="2800" dirty="0"/>
              <a:t>• Build a work-plan from activity data. </a:t>
            </a:r>
          </a:p>
          <a:p>
            <a:r>
              <a:rPr lang="en-US" sz="2800" dirty="0"/>
              <a:t>• Display work-plan in graphical or tabular form. </a:t>
            </a:r>
          </a:p>
          <a:p>
            <a:r>
              <a:rPr lang="en-US" sz="2800" b="1" dirty="0"/>
              <a:t>Project planning software (e.g., Microsoft Project) </a:t>
            </a:r>
          </a:p>
          <a:p>
            <a:r>
              <a:rPr lang="en-US" sz="2800" dirty="0"/>
              <a:t>• Maintain a database of activities and related data</a:t>
            </a:r>
          </a:p>
          <a:p>
            <a:r>
              <a:rPr lang="en-US" sz="2800" dirty="0"/>
              <a:t> • Calculate and display schedules </a:t>
            </a:r>
          </a:p>
          <a:p>
            <a:r>
              <a:rPr lang="en-US" sz="2800" dirty="0"/>
              <a:t>• Manage progress reports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extLst>
      <p:ext uri="{BB962C8B-B14F-4D97-AF65-F5344CB8AC3E}">
        <p14:creationId xmlns:p14="http://schemas.microsoft.com/office/powerpoint/2010/main" val="2344213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5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1. Software Project Planning</a:t>
            </a:r>
            <a:endParaRPr/>
          </a:p>
        </p:txBody>
      </p:sp>
      <p:sp>
        <p:nvSpPr>
          <p:cNvPr id="729" name="Google Shape;729;p51"/>
          <p:cNvSpPr txBox="1">
            <a:spLocks noGrp="1"/>
          </p:cNvSpPr>
          <p:nvPr>
            <p:ph type="body" idx="1"/>
          </p:nvPr>
        </p:nvSpPr>
        <p:spPr>
          <a:xfrm>
            <a:off x="389106" y="1888463"/>
            <a:ext cx="11488366" cy="4389120"/>
          </a:xfrm>
          <a:prstGeom prst="rect">
            <a:avLst/>
          </a:prstGeom>
          <a:noFill/>
          <a:ln>
            <a:noFill/>
          </a:ln>
        </p:spPr>
        <p:txBody>
          <a:bodyPr spcFirstLastPara="1" wrap="square" lIns="0" tIns="45700" rIns="0" bIns="45700" anchor="t" anchorCtr="0">
            <a:normAutofit/>
          </a:bodyPr>
          <a:lstStyle/>
          <a:p>
            <a:pPr marL="91440" lvl="0" indent="-187960" algn="l" rtl="0">
              <a:lnSpc>
                <a:spcPct val="80000"/>
              </a:lnSpc>
              <a:spcBef>
                <a:spcPts val="0"/>
              </a:spcBef>
              <a:spcAft>
                <a:spcPts val="0"/>
              </a:spcAft>
              <a:buSzPct val="100000"/>
              <a:buChar char=" "/>
            </a:pPr>
            <a:endParaRPr lang="en-US" sz="2400" dirty="0"/>
          </a:p>
          <a:p>
            <a:pPr marL="91440" lvl="0" indent="-187960" algn="l" rtl="0">
              <a:lnSpc>
                <a:spcPct val="80000"/>
              </a:lnSpc>
              <a:spcBef>
                <a:spcPts val="0"/>
              </a:spcBef>
              <a:spcAft>
                <a:spcPts val="0"/>
              </a:spcAft>
              <a:buSzPct val="100000"/>
              <a:buChar char=" "/>
            </a:pPr>
            <a:r>
              <a:rPr lang="en-US" sz="2400" dirty="0"/>
              <a:t>The purpose of the Project Plan is to </a:t>
            </a:r>
          </a:p>
          <a:p>
            <a:pPr marL="800100" lvl="1">
              <a:lnSpc>
                <a:spcPct val="80000"/>
              </a:lnSpc>
              <a:spcBef>
                <a:spcPts val="0"/>
              </a:spcBef>
              <a:buSzPct val="100000"/>
              <a:buFont typeface="Arial" panose="020B0604020202020204" pitchFamily="34" charset="0"/>
              <a:buChar char="•"/>
            </a:pPr>
            <a:r>
              <a:rPr lang="en-US" sz="2200" dirty="0">
                <a:solidFill>
                  <a:srgbClr val="0000FF"/>
                </a:solidFill>
              </a:rPr>
              <a:t>define and establish</a:t>
            </a:r>
            <a:r>
              <a:rPr lang="en-US" sz="2200" dirty="0"/>
              <a:t> the </a:t>
            </a:r>
            <a:r>
              <a:rPr lang="en-US" sz="2200" dirty="0">
                <a:solidFill>
                  <a:srgbClr val="0000FF"/>
                </a:solidFill>
              </a:rPr>
              <a:t>management strategy</a:t>
            </a:r>
            <a:r>
              <a:rPr lang="en-US" sz="2200" dirty="0"/>
              <a:t> for </a:t>
            </a:r>
            <a:r>
              <a:rPr lang="en-US" sz="2200" dirty="0">
                <a:solidFill>
                  <a:srgbClr val="0000FF"/>
                </a:solidFill>
              </a:rPr>
              <a:t>achieving the goals</a:t>
            </a:r>
            <a:r>
              <a:rPr lang="en-US" sz="2200" dirty="0"/>
              <a:t> of the project.</a:t>
            </a:r>
            <a:endParaRPr sz="2200" dirty="0"/>
          </a:p>
          <a:p>
            <a:pPr marL="91440" lvl="0" indent="-187960" algn="l" rtl="0">
              <a:lnSpc>
                <a:spcPct val="80000"/>
              </a:lnSpc>
              <a:spcBef>
                <a:spcPts val="1400"/>
              </a:spcBef>
              <a:spcAft>
                <a:spcPts val="0"/>
              </a:spcAft>
              <a:buSzPct val="100000"/>
              <a:buChar char=" "/>
            </a:pPr>
            <a:r>
              <a:rPr lang="en-US" sz="2400" dirty="0"/>
              <a:t>The project development plan is used to:</a:t>
            </a:r>
            <a:endParaRPr sz="2400" dirty="0"/>
          </a:p>
          <a:p>
            <a:pPr marL="841248" lvl="2" indent="-182879">
              <a:lnSpc>
                <a:spcPct val="80000"/>
              </a:lnSpc>
              <a:buSzPct val="100000"/>
            </a:pPr>
            <a:r>
              <a:rPr lang="en-US" sz="2400" dirty="0"/>
              <a:t>Guide project execution.</a:t>
            </a:r>
            <a:endParaRPr sz="2400" dirty="0"/>
          </a:p>
          <a:p>
            <a:pPr marL="841248" lvl="2" indent="-182879">
              <a:lnSpc>
                <a:spcPct val="80000"/>
              </a:lnSpc>
              <a:spcBef>
                <a:spcPts val="600"/>
              </a:spcBef>
              <a:buSzPct val="100000"/>
            </a:pPr>
            <a:r>
              <a:rPr lang="en-US" sz="2400" dirty="0"/>
              <a:t>Document project planning assumptions.</a:t>
            </a:r>
            <a:endParaRPr sz="2400" dirty="0"/>
          </a:p>
          <a:p>
            <a:pPr marL="841248" lvl="2" indent="-182879">
              <a:lnSpc>
                <a:spcPct val="80000"/>
              </a:lnSpc>
              <a:spcBef>
                <a:spcPts val="600"/>
              </a:spcBef>
              <a:buSzPct val="100000"/>
            </a:pPr>
            <a:r>
              <a:rPr lang="en-US" sz="2400" dirty="0"/>
              <a:t>Document project planning decisions regarding alternatives chosen.</a:t>
            </a:r>
            <a:endParaRPr sz="2400" dirty="0"/>
          </a:p>
          <a:p>
            <a:pPr marL="841248" lvl="2" indent="-182879">
              <a:lnSpc>
                <a:spcPct val="80000"/>
              </a:lnSpc>
              <a:spcBef>
                <a:spcPts val="600"/>
              </a:spcBef>
              <a:buSzPct val="100000"/>
            </a:pPr>
            <a:r>
              <a:rPr lang="en-US" sz="2400" dirty="0"/>
              <a:t>Facilitate communication among stakeholders.</a:t>
            </a:r>
            <a:endParaRPr sz="2400" dirty="0"/>
          </a:p>
          <a:p>
            <a:pPr marL="841248" lvl="2" indent="-182879">
              <a:lnSpc>
                <a:spcPct val="80000"/>
              </a:lnSpc>
              <a:spcBef>
                <a:spcPts val="600"/>
              </a:spcBef>
              <a:buSzPct val="100000"/>
            </a:pPr>
            <a:r>
              <a:rPr lang="en-US" sz="2400" dirty="0"/>
              <a:t>Define key management reviews (as to content, extent, and timing).</a:t>
            </a:r>
            <a:endParaRPr sz="2400" dirty="0"/>
          </a:p>
          <a:p>
            <a:pPr marL="841248" lvl="2" indent="-182879">
              <a:lnSpc>
                <a:spcPct val="80000"/>
              </a:lnSpc>
              <a:spcBef>
                <a:spcPts val="600"/>
              </a:spcBef>
              <a:buSzPct val="100000"/>
            </a:pPr>
            <a:r>
              <a:rPr lang="en-US" sz="2400" dirty="0"/>
              <a:t>Provide a baseline for progress measurement and project control.</a:t>
            </a:r>
            <a:endParaRPr sz="2400" dirty="0"/>
          </a:p>
        </p:txBody>
      </p:sp>
      <p:sp>
        <p:nvSpPr>
          <p:cNvPr id="731" name="Google Shape;731;p5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24</a:t>
            </a:fld>
            <a:endParaRPr sz="1050" b="0" i="0" u="none" strike="noStrike" cap="non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pic>
        <p:nvPicPr>
          <p:cNvPr id="6" name="Picture 5"/>
          <p:cNvPicPr>
            <a:picLocks noChangeAspect="1"/>
          </p:cNvPicPr>
          <p:nvPr/>
        </p:nvPicPr>
        <p:blipFill>
          <a:blip r:embed="rId2"/>
          <a:stretch>
            <a:fillRect/>
          </a:stretch>
        </p:blipFill>
        <p:spPr>
          <a:xfrm>
            <a:off x="340468" y="612842"/>
            <a:ext cx="11663464" cy="6245157"/>
          </a:xfrm>
          <a:prstGeom prst="rect">
            <a:avLst/>
          </a:prstGeom>
        </p:spPr>
      </p:pic>
    </p:spTree>
    <p:extLst>
      <p:ext uri="{BB962C8B-B14F-4D97-AF65-F5344CB8AC3E}">
        <p14:creationId xmlns:p14="http://schemas.microsoft.com/office/powerpoint/2010/main" val="21371608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5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Planning Process Flow</a:t>
            </a:r>
            <a:endParaRPr/>
          </a:p>
        </p:txBody>
      </p:sp>
      <p:pic>
        <p:nvPicPr>
          <p:cNvPr id="738" name="Google Shape;738;p53"/>
          <p:cNvPicPr preferRelativeResize="0">
            <a:picLocks noGrp="1"/>
          </p:cNvPicPr>
          <p:nvPr>
            <p:ph type="body" idx="1"/>
          </p:nvPr>
        </p:nvPicPr>
        <p:blipFill rotWithShape="1">
          <a:blip r:embed="rId3">
            <a:alphaModFix/>
          </a:blip>
          <a:srcRect/>
          <a:stretch/>
        </p:blipFill>
        <p:spPr>
          <a:xfrm>
            <a:off x="2840448" y="1976673"/>
            <a:ext cx="6571429" cy="3761905"/>
          </a:xfrm>
          <a:prstGeom prst="rect">
            <a:avLst/>
          </a:prstGeom>
          <a:noFill/>
          <a:ln>
            <a:noFill/>
          </a:ln>
        </p:spPr>
      </p:pic>
      <p:sp>
        <p:nvSpPr>
          <p:cNvPr id="740" name="Google Shape;740;p5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26</a:t>
            </a:fld>
            <a:endParaRPr sz="1050" b="0" i="0" u="none" strike="noStrike" cap="non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Plans</a:t>
            </a:r>
          </a:p>
        </p:txBody>
      </p:sp>
      <p:sp>
        <p:nvSpPr>
          <p:cNvPr id="3" name="Content Placeholder 2"/>
          <p:cNvSpPr>
            <a:spLocks noGrp="1"/>
          </p:cNvSpPr>
          <p:nvPr>
            <p:ph idx="1"/>
          </p:nvPr>
        </p:nvSpPr>
        <p:spPr/>
        <p:txBody>
          <a:bodyPr/>
          <a:lstStyle/>
          <a:p>
            <a:r>
              <a:rPr lang="en-US" sz="2800" b="1" dirty="0"/>
              <a:t>Software development plan</a:t>
            </a:r>
            <a:r>
              <a:rPr lang="en-US" sz="2800" dirty="0"/>
              <a:t> :The central plan, which describes how the system will be developed. </a:t>
            </a:r>
          </a:p>
          <a:p>
            <a:endParaRPr lang="en-US" sz="2800" b="1" dirty="0"/>
          </a:p>
          <a:p>
            <a:r>
              <a:rPr lang="en-US" sz="2800" b="1" dirty="0"/>
              <a:t>Quality assurance plan </a:t>
            </a:r>
            <a:r>
              <a:rPr lang="en-US" sz="2800" dirty="0"/>
              <a:t>: Specifies the quality procedures &amp; standards to be used.</a:t>
            </a:r>
          </a:p>
          <a:p>
            <a:endParaRPr lang="en-US" sz="2800" b="1" dirty="0"/>
          </a:p>
          <a:p>
            <a:r>
              <a:rPr lang="en-US" sz="2800" b="1" dirty="0"/>
              <a:t>Validation plan</a:t>
            </a:r>
            <a:r>
              <a:rPr lang="en-US" sz="2800" dirty="0"/>
              <a:t>. Defines how a client will validate the system that has been developed.</a:t>
            </a:r>
          </a:p>
        </p:txBody>
      </p:sp>
      <p:sp>
        <p:nvSpPr>
          <p:cNvPr id="5" name="Slide Number Placeholder 4"/>
          <p:cNvSpPr>
            <a:spLocks noGrp="1"/>
          </p:cNvSpPr>
          <p:nvPr>
            <p:ph type="sldNum" sz="quarter" idx="11"/>
          </p:nvPr>
        </p:nvSpPr>
        <p:spPr>
          <a:xfrm>
            <a:off x="10963072" y="6411147"/>
            <a:ext cx="914400" cy="365125"/>
          </a:xfrm>
        </p:spPr>
        <p:txBody>
          <a:bodyPr/>
          <a:lstStyle/>
          <a:p>
            <a:r>
              <a:rPr lang="en-US" altLang="en-US" dirty="0"/>
              <a:t>27</a:t>
            </a:r>
          </a:p>
        </p:txBody>
      </p:sp>
    </p:spTree>
    <p:extLst>
      <p:ext uri="{BB962C8B-B14F-4D97-AF65-F5344CB8AC3E}">
        <p14:creationId xmlns:p14="http://schemas.microsoft.com/office/powerpoint/2010/main" val="32336360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Plans</a:t>
            </a:r>
          </a:p>
        </p:txBody>
      </p:sp>
      <p:sp>
        <p:nvSpPr>
          <p:cNvPr id="3" name="Content Placeholder 2"/>
          <p:cNvSpPr>
            <a:spLocks noGrp="1"/>
          </p:cNvSpPr>
          <p:nvPr>
            <p:ph idx="1"/>
          </p:nvPr>
        </p:nvSpPr>
        <p:spPr/>
        <p:txBody>
          <a:bodyPr/>
          <a:lstStyle/>
          <a:p>
            <a:r>
              <a:rPr lang="en-US" sz="2800" b="1" dirty="0"/>
              <a:t>Configuration management plan </a:t>
            </a:r>
            <a:r>
              <a:rPr lang="en-US" sz="2800" dirty="0"/>
              <a:t>: Defines how the system will be configured and installed. </a:t>
            </a:r>
          </a:p>
          <a:p>
            <a:endParaRPr lang="en-US" sz="2800" b="1" dirty="0"/>
          </a:p>
          <a:p>
            <a:r>
              <a:rPr lang="en-US" sz="2800" b="1" dirty="0"/>
              <a:t>Maintenance plan </a:t>
            </a:r>
            <a:r>
              <a:rPr lang="en-US" sz="2800" dirty="0"/>
              <a:t>:  Defines how the system will be maintained.</a:t>
            </a:r>
          </a:p>
          <a:p>
            <a:endParaRPr lang="en-US" sz="2800" dirty="0"/>
          </a:p>
          <a:p>
            <a:r>
              <a:rPr lang="en-US" sz="2800" b="1" dirty="0"/>
              <a:t>Staff development plan</a:t>
            </a:r>
            <a:r>
              <a:rPr lang="en-US" sz="2800" dirty="0"/>
              <a:t>:  Describes how the skills of the participants will be developed.</a:t>
            </a:r>
          </a:p>
        </p:txBody>
      </p:sp>
      <p:sp>
        <p:nvSpPr>
          <p:cNvPr id="5" name="Slide Number Placeholder 4"/>
          <p:cNvSpPr>
            <a:spLocks noGrp="1"/>
          </p:cNvSpPr>
          <p:nvPr>
            <p:ph type="sldNum" sz="quarter" idx="11"/>
          </p:nvPr>
        </p:nvSpPr>
        <p:spPr>
          <a:xfrm>
            <a:off x="11235446" y="6492875"/>
            <a:ext cx="824138" cy="365125"/>
          </a:xfrm>
        </p:spPr>
        <p:txBody>
          <a:bodyPr/>
          <a:lstStyle/>
          <a:p>
            <a:r>
              <a:rPr lang="en-US" altLang="en-US" dirty="0"/>
              <a:t>28</a:t>
            </a:r>
          </a:p>
        </p:txBody>
      </p:sp>
    </p:spTree>
    <p:extLst>
      <p:ext uri="{BB962C8B-B14F-4D97-AF65-F5344CB8AC3E}">
        <p14:creationId xmlns:p14="http://schemas.microsoft.com/office/powerpoint/2010/main" val="1383235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Slide Number Placeholder 4"/>
          <p:cNvSpPr>
            <a:spLocks noGrp="1"/>
          </p:cNvSpPr>
          <p:nvPr>
            <p:ph type="sldNum" sz="quarter" idx="11"/>
          </p:nvPr>
        </p:nvSpPr>
        <p:spPr>
          <a:xfrm>
            <a:off x="11595370" y="6401419"/>
            <a:ext cx="444759" cy="365125"/>
          </a:xfr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000" dirty="0">
                <a:solidFill>
                  <a:schemeClr val="bg1"/>
                </a:solidFill>
              </a:rPr>
              <a:t>29</a:t>
            </a:r>
          </a:p>
        </p:txBody>
      </p:sp>
      <p:sp>
        <p:nvSpPr>
          <p:cNvPr id="17413" name="Rectangle 2"/>
          <p:cNvSpPr>
            <a:spLocks noGrp="1" noChangeArrowheads="1"/>
          </p:cNvSpPr>
          <p:nvPr>
            <p:ph type="title"/>
          </p:nvPr>
        </p:nvSpPr>
        <p:spPr/>
        <p:txBody>
          <a:bodyPr/>
          <a:lstStyle/>
          <a:p>
            <a:pPr eaLnBrk="1" hangingPunct="1"/>
            <a:r>
              <a:rPr lang="en-US" altLang="en-US" dirty="0"/>
              <a:t>The Project Plan- Format</a:t>
            </a:r>
          </a:p>
        </p:txBody>
      </p:sp>
      <p:sp>
        <p:nvSpPr>
          <p:cNvPr id="17414" name="Rectangle 3"/>
          <p:cNvSpPr>
            <a:spLocks noGrp="1" noChangeArrowheads="1"/>
          </p:cNvSpPr>
          <p:nvPr>
            <p:ph type="body" idx="1"/>
          </p:nvPr>
        </p:nvSpPr>
        <p:spPr>
          <a:xfrm>
            <a:off x="2286000" y="1600200"/>
            <a:ext cx="8305800" cy="4800600"/>
          </a:xfrm>
        </p:spPr>
        <p:txBody>
          <a:bodyPr/>
          <a:lstStyle/>
          <a:p>
            <a:pPr eaLnBrk="1" hangingPunct="1">
              <a:lnSpc>
                <a:spcPct val="80000"/>
              </a:lnSpc>
              <a:buFont typeface="Times" panose="02020603050405020304" pitchFamily="18" charset="0"/>
              <a:buNone/>
            </a:pPr>
            <a:r>
              <a:rPr lang="en-US" altLang="en-US" sz="1600" b="1" dirty="0"/>
              <a:t>Contents</a:t>
            </a:r>
          </a:p>
          <a:p>
            <a:pPr eaLnBrk="1" hangingPunct="1">
              <a:lnSpc>
                <a:spcPct val="80000"/>
              </a:lnSpc>
              <a:buFont typeface="Times" panose="02020603050405020304" pitchFamily="18" charset="0"/>
              <a:buNone/>
            </a:pPr>
            <a:r>
              <a:rPr lang="en-US" altLang="en-US" sz="1600" b="1" dirty="0"/>
              <a:t>	Many format; common sections are: (</a:t>
            </a:r>
            <a:r>
              <a:rPr lang="en-US" altLang="en-US" sz="1600" b="1" dirty="0" err="1"/>
              <a:t>kathy</a:t>
            </a:r>
            <a:r>
              <a:rPr lang="en-US" altLang="en-US" sz="1600" b="1" dirty="0"/>
              <a:t> -62)</a:t>
            </a:r>
          </a:p>
          <a:p>
            <a:pPr eaLnBrk="1" hangingPunct="1">
              <a:lnSpc>
                <a:spcPct val="80000"/>
              </a:lnSpc>
            </a:pPr>
            <a:r>
              <a:rPr lang="en-US" altLang="en-US" sz="1600" b="1" dirty="0"/>
              <a:t>Introduction or Overview</a:t>
            </a:r>
          </a:p>
          <a:p>
            <a:pPr lvl="1" eaLnBrk="1" hangingPunct="1">
              <a:lnSpc>
                <a:spcPct val="80000"/>
              </a:lnSpc>
            </a:pPr>
            <a:r>
              <a:rPr lang="en-US" altLang="en-US" sz="1400" b="1" dirty="0"/>
              <a:t>Project Name, Description and Need it addresses, Sponsor's name, Name of PM, Deliverables (Brief), Reference Material, List of definitions.</a:t>
            </a:r>
          </a:p>
          <a:p>
            <a:pPr eaLnBrk="1" hangingPunct="1">
              <a:lnSpc>
                <a:spcPct val="80000"/>
              </a:lnSpc>
            </a:pPr>
            <a:r>
              <a:rPr lang="en-US" altLang="en-US" sz="1600" b="1" dirty="0"/>
              <a:t>Project Organization</a:t>
            </a:r>
          </a:p>
          <a:p>
            <a:pPr lvl="1" eaLnBrk="1" hangingPunct="1">
              <a:lnSpc>
                <a:spcPct val="80000"/>
              </a:lnSpc>
            </a:pPr>
            <a:r>
              <a:rPr lang="en-US" altLang="en-US" sz="1400" b="1" dirty="0"/>
              <a:t>Org. chart, Responsibilities, Other Org. or process related info.</a:t>
            </a:r>
          </a:p>
          <a:p>
            <a:pPr eaLnBrk="1" hangingPunct="1">
              <a:lnSpc>
                <a:spcPct val="80000"/>
              </a:lnSpc>
            </a:pPr>
            <a:r>
              <a:rPr lang="en-US" altLang="en-US" sz="1600" b="1" dirty="0"/>
              <a:t>Management and Technical Approach</a:t>
            </a:r>
          </a:p>
          <a:p>
            <a:pPr lvl="1" eaLnBrk="1" hangingPunct="1">
              <a:lnSpc>
                <a:spcPct val="80000"/>
              </a:lnSpc>
            </a:pPr>
            <a:r>
              <a:rPr lang="en-US" altLang="en-US" sz="1400" b="1" dirty="0"/>
              <a:t>Manage Objectives, project control, Risk Manage, Staffing, Technical Processes.</a:t>
            </a:r>
          </a:p>
          <a:p>
            <a:pPr eaLnBrk="1" hangingPunct="1">
              <a:lnSpc>
                <a:spcPct val="80000"/>
              </a:lnSpc>
            </a:pPr>
            <a:r>
              <a:rPr lang="en-US" altLang="en-US" sz="1600" b="1" dirty="0"/>
              <a:t>Project Scope</a:t>
            </a:r>
          </a:p>
          <a:p>
            <a:pPr lvl="1" eaLnBrk="1" hangingPunct="1">
              <a:lnSpc>
                <a:spcPct val="80000"/>
              </a:lnSpc>
            </a:pPr>
            <a:r>
              <a:rPr lang="en-US" altLang="en-US" sz="1400" b="1" dirty="0"/>
              <a:t>Major Work Packages/WBS, Key Deliverables, Other Work related Info.,</a:t>
            </a:r>
          </a:p>
          <a:p>
            <a:pPr eaLnBrk="1" hangingPunct="1">
              <a:lnSpc>
                <a:spcPct val="80000"/>
              </a:lnSpc>
            </a:pPr>
            <a:r>
              <a:rPr lang="en-US" altLang="en-US" sz="1600" b="1" dirty="0"/>
              <a:t>Project Schedule</a:t>
            </a:r>
          </a:p>
          <a:p>
            <a:pPr lvl="1" eaLnBrk="1" hangingPunct="1">
              <a:lnSpc>
                <a:spcPct val="80000"/>
              </a:lnSpc>
            </a:pPr>
            <a:r>
              <a:rPr lang="en-US" altLang="en-US" sz="1400" b="1" dirty="0"/>
              <a:t>Summary/Detail Schedules</a:t>
            </a:r>
          </a:p>
          <a:p>
            <a:pPr eaLnBrk="1" hangingPunct="1">
              <a:lnSpc>
                <a:spcPct val="80000"/>
              </a:lnSpc>
            </a:pPr>
            <a:r>
              <a:rPr lang="en-US" altLang="en-US" sz="1600" b="1" dirty="0"/>
              <a:t>Budget</a:t>
            </a:r>
          </a:p>
          <a:p>
            <a:pPr lvl="1" eaLnBrk="1" hangingPunct="1">
              <a:lnSpc>
                <a:spcPct val="80000"/>
              </a:lnSpc>
            </a:pPr>
            <a:r>
              <a:rPr lang="en-US" altLang="en-US" sz="1400" b="1" dirty="0"/>
              <a:t>Summary/Detail budget,</a:t>
            </a:r>
            <a:endParaRPr lang="en-US" altLang="en-US" sz="1400" dirty="0"/>
          </a:p>
          <a:p>
            <a:pPr eaLnBrk="1" hangingPunct="1">
              <a:lnSpc>
                <a:spcPct val="80000"/>
              </a:lnSpc>
              <a:buFont typeface="Times" panose="02020603050405020304" pitchFamily="18" charset="0"/>
              <a:buNone/>
            </a:pPr>
            <a:endParaRPr lang="en-US" altLang="en-US" sz="1600" dirty="0"/>
          </a:p>
        </p:txBody>
      </p:sp>
    </p:spTree>
    <p:extLst>
      <p:ext uri="{BB962C8B-B14F-4D97-AF65-F5344CB8AC3E}">
        <p14:creationId xmlns:p14="http://schemas.microsoft.com/office/powerpoint/2010/main" val="1881293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6" name="Google Shape;756;p10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30</a:t>
            </a:fld>
            <a:endParaRPr sz="1050" b="0" i="0" u="none" strike="noStrike" cap="none">
              <a:solidFill>
                <a:schemeClr val="dk1"/>
              </a:solidFill>
              <a:latin typeface="Arial"/>
              <a:ea typeface="Arial"/>
              <a:cs typeface="Arial"/>
              <a:sym typeface="Arial"/>
            </a:endParaRPr>
          </a:p>
        </p:txBody>
      </p:sp>
      <p:sp>
        <p:nvSpPr>
          <p:cNvPr id="757" name="Google Shape;757;p104"/>
          <p:cNvSpPr/>
          <p:nvPr/>
        </p:nvSpPr>
        <p:spPr>
          <a:xfrm>
            <a:off x="2646364" y="2727326"/>
            <a:ext cx="7106433"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i="0" u="none" strike="noStrike" cap="none" dirty="0">
                <a:solidFill>
                  <a:srgbClr val="FF3300"/>
                </a:solidFill>
                <a:latin typeface="Arial"/>
                <a:ea typeface="Arial"/>
                <a:cs typeface="Arial"/>
                <a:sym typeface="Arial"/>
              </a:rPr>
              <a:t>2. Scope Definition</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10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b="0" dirty="0"/>
              <a:t>The first step - define the Scope</a:t>
            </a:r>
            <a:endParaRPr dirty="0"/>
          </a:p>
        </p:txBody>
      </p:sp>
      <p:sp>
        <p:nvSpPr>
          <p:cNvPr id="765" name="Google Shape;765;p10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31</a:t>
            </a:fld>
            <a:endParaRPr sz="1050" b="0" i="0" u="none" strike="noStrike" cap="none">
              <a:solidFill>
                <a:schemeClr val="dk1"/>
              </a:solidFill>
              <a:latin typeface="Arial"/>
              <a:ea typeface="Arial"/>
              <a:cs typeface="Arial"/>
              <a:sym typeface="Arial"/>
            </a:endParaRPr>
          </a:p>
        </p:txBody>
      </p:sp>
      <p:sp>
        <p:nvSpPr>
          <p:cNvPr id="766" name="Google Shape;766;p105"/>
          <p:cNvSpPr/>
          <p:nvPr/>
        </p:nvSpPr>
        <p:spPr>
          <a:xfrm>
            <a:off x="2514600" y="762001"/>
            <a:ext cx="6248400" cy="487363"/>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200" b="0" i="0" u="none" strike="noStrike" cap="none">
              <a:solidFill>
                <a:schemeClr val="dk1"/>
              </a:solidFill>
              <a:latin typeface="Helvetica Neue Light"/>
              <a:ea typeface="Helvetica Neue Light"/>
              <a:cs typeface="Helvetica Neue Light"/>
              <a:sym typeface="Helvetica Neue Light"/>
            </a:endParaRPr>
          </a:p>
        </p:txBody>
      </p:sp>
      <p:grpSp>
        <p:nvGrpSpPr>
          <p:cNvPr id="769" name="Google Shape;769;p105"/>
          <p:cNvGrpSpPr/>
          <p:nvPr/>
        </p:nvGrpSpPr>
        <p:grpSpPr>
          <a:xfrm>
            <a:off x="9256568" y="2750195"/>
            <a:ext cx="2133600" cy="1955801"/>
            <a:chOff x="3696" y="1056"/>
            <a:chExt cx="1344" cy="1232"/>
          </a:xfrm>
        </p:grpSpPr>
        <p:cxnSp>
          <p:nvCxnSpPr>
            <p:cNvPr id="770" name="Google Shape;770;p105"/>
            <p:cNvCxnSpPr/>
            <p:nvPr/>
          </p:nvCxnSpPr>
          <p:spPr>
            <a:xfrm>
              <a:off x="4464" y="1056"/>
              <a:ext cx="576" cy="768"/>
            </a:xfrm>
            <a:prstGeom prst="straightConnector1">
              <a:avLst/>
            </a:prstGeom>
            <a:noFill/>
            <a:ln w="9525" cap="flat" cmpd="sng">
              <a:solidFill>
                <a:schemeClr val="dk1"/>
              </a:solidFill>
              <a:prstDash val="solid"/>
              <a:round/>
              <a:headEnd type="triangle" w="med" len="med"/>
              <a:tailEnd type="triangle" w="med" len="med"/>
            </a:ln>
          </p:spPr>
        </p:cxnSp>
        <p:cxnSp>
          <p:nvCxnSpPr>
            <p:cNvPr id="771" name="Google Shape;771;p105"/>
            <p:cNvCxnSpPr/>
            <p:nvPr/>
          </p:nvCxnSpPr>
          <p:spPr>
            <a:xfrm>
              <a:off x="3840" y="1872"/>
              <a:ext cx="1056" cy="0"/>
            </a:xfrm>
            <a:prstGeom prst="straightConnector1">
              <a:avLst/>
            </a:prstGeom>
            <a:noFill/>
            <a:ln w="9525" cap="flat" cmpd="sng">
              <a:solidFill>
                <a:schemeClr val="dk1"/>
              </a:solidFill>
              <a:prstDash val="solid"/>
              <a:round/>
              <a:headEnd type="triangle" w="med" len="med"/>
              <a:tailEnd type="triangle" w="med" len="med"/>
            </a:ln>
          </p:spPr>
        </p:cxnSp>
        <p:cxnSp>
          <p:nvCxnSpPr>
            <p:cNvPr id="772" name="Google Shape;772;p105"/>
            <p:cNvCxnSpPr/>
            <p:nvPr/>
          </p:nvCxnSpPr>
          <p:spPr>
            <a:xfrm flipH="1">
              <a:off x="3744" y="1056"/>
              <a:ext cx="528" cy="720"/>
            </a:xfrm>
            <a:prstGeom prst="straightConnector1">
              <a:avLst/>
            </a:prstGeom>
            <a:noFill/>
            <a:ln w="9525" cap="flat" cmpd="sng">
              <a:solidFill>
                <a:schemeClr val="dk1"/>
              </a:solidFill>
              <a:prstDash val="solid"/>
              <a:round/>
              <a:headEnd type="triangle" w="med" len="med"/>
              <a:tailEnd type="triangle" w="med" len="med"/>
            </a:ln>
          </p:spPr>
        </p:cxnSp>
        <p:sp>
          <p:nvSpPr>
            <p:cNvPr id="773" name="Google Shape;773;p105"/>
            <p:cNvSpPr/>
            <p:nvPr/>
          </p:nvSpPr>
          <p:spPr>
            <a:xfrm>
              <a:off x="3792" y="1056"/>
              <a:ext cx="1152" cy="768"/>
            </a:xfrm>
            <a:prstGeom prst="triangle">
              <a:avLst>
                <a:gd name="adj" fmla="val 50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none" dirty="0">
                  <a:solidFill>
                    <a:schemeClr val="dk1"/>
                  </a:solidFill>
                  <a:latin typeface="Arial"/>
                  <a:ea typeface="Arial"/>
                  <a:cs typeface="Arial"/>
                  <a:sym typeface="Arial"/>
                </a:rPr>
                <a:t>Scope </a:t>
              </a:r>
              <a:endParaRPr sz="1200" dirty="0"/>
            </a:p>
            <a:p>
              <a:pPr marL="0" marR="0" lvl="0" indent="0" algn="ctr" rtl="0">
                <a:spcBef>
                  <a:spcPts val="0"/>
                </a:spcBef>
                <a:spcAft>
                  <a:spcPts val="0"/>
                </a:spcAft>
                <a:buNone/>
              </a:pPr>
              <a:r>
                <a:rPr lang="en-US" sz="1600" b="0" i="0" u="none" strike="noStrike" cap="none" dirty="0">
                  <a:solidFill>
                    <a:schemeClr val="dk1"/>
                  </a:solidFill>
                  <a:latin typeface="Arial"/>
                  <a:ea typeface="Arial"/>
                  <a:cs typeface="Arial"/>
                  <a:sym typeface="Arial"/>
                </a:rPr>
                <a:t>&amp; Quality</a:t>
              </a:r>
            </a:p>
            <a:p>
              <a:pPr marL="0" marR="0" lvl="0" indent="0" algn="ctr" rtl="0">
                <a:spcBef>
                  <a:spcPts val="0"/>
                </a:spcBef>
                <a:spcAft>
                  <a:spcPts val="0"/>
                </a:spcAft>
                <a:buNone/>
              </a:pPr>
              <a:endParaRPr sz="1200" dirty="0"/>
            </a:p>
          </p:txBody>
        </p:sp>
        <p:sp>
          <p:nvSpPr>
            <p:cNvPr id="774" name="Google Shape;774;p105"/>
            <p:cNvSpPr txBox="1"/>
            <p:nvPr/>
          </p:nvSpPr>
          <p:spPr>
            <a:xfrm rot="3015469">
              <a:off x="4596" y="1236"/>
              <a:ext cx="437" cy="2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rgbClr val="FF0000"/>
                  </a:solidFill>
                  <a:latin typeface="Arial"/>
                  <a:ea typeface="Arial"/>
                  <a:cs typeface="Arial"/>
                  <a:sym typeface="Arial"/>
                </a:rPr>
                <a:t>Cost</a:t>
              </a:r>
              <a:endParaRPr dirty="0"/>
            </a:p>
          </p:txBody>
        </p:sp>
        <p:sp>
          <p:nvSpPr>
            <p:cNvPr id="775" name="Google Shape;775;p105"/>
            <p:cNvSpPr txBox="1"/>
            <p:nvPr/>
          </p:nvSpPr>
          <p:spPr>
            <a:xfrm rot="18156461">
              <a:off x="3671" y="1187"/>
              <a:ext cx="487" cy="2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rgbClr val="FF0000"/>
                  </a:solidFill>
                  <a:latin typeface="Arial"/>
                  <a:ea typeface="Arial"/>
                  <a:cs typeface="Arial"/>
                  <a:sym typeface="Arial"/>
                </a:rPr>
                <a:t>Time</a:t>
              </a:r>
              <a:endParaRPr dirty="0"/>
            </a:p>
          </p:txBody>
        </p:sp>
        <p:sp>
          <p:nvSpPr>
            <p:cNvPr id="776" name="Google Shape;776;p105"/>
            <p:cNvSpPr txBox="1"/>
            <p:nvPr/>
          </p:nvSpPr>
          <p:spPr>
            <a:xfrm>
              <a:off x="3696" y="1881"/>
              <a:ext cx="1164" cy="4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dirty="0">
                  <a:solidFill>
                    <a:srgbClr val="FF0000"/>
                  </a:solidFill>
                  <a:latin typeface="Arial"/>
                  <a:ea typeface="Arial"/>
                  <a:cs typeface="Arial"/>
                  <a:sym typeface="Arial"/>
                </a:rPr>
                <a:t>Resource</a:t>
              </a:r>
              <a:r>
                <a:rPr lang="en-US" sz="1800" b="0" i="0" u="none" strike="noStrike" cap="none" dirty="0">
                  <a:solidFill>
                    <a:schemeClr val="dk1"/>
                  </a:solidFill>
                  <a:latin typeface="Arial"/>
                  <a:ea typeface="Arial"/>
                  <a:cs typeface="Arial"/>
                  <a:sym typeface="Arial"/>
                </a:rPr>
                <a:t> Availability</a:t>
              </a:r>
              <a:endParaRPr dirty="0"/>
            </a:p>
          </p:txBody>
        </p:sp>
      </p:grpSp>
      <p:sp>
        <p:nvSpPr>
          <p:cNvPr id="778" name="Google Shape;778;p105"/>
          <p:cNvSpPr/>
          <p:nvPr/>
        </p:nvSpPr>
        <p:spPr>
          <a:xfrm>
            <a:off x="912404" y="2224396"/>
            <a:ext cx="8534400" cy="3170058"/>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None/>
            </a:pPr>
            <a:r>
              <a:rPr lang="en-US" sz="2400" b="1" i="1" u="none" strike="noStrike" cap="none" dirty="0">
                <a:solidFill>
                  <a:srgbClr val="FF0000"/>
                </a:solidFill>
                <a:latin typeface="Arial"/>
                <a:ea typeface="Arial"/>
                <a:cs typeface="Arial"/>
                <a:sym typeface="Arial"/>
              </a:rPr>
              <a:t>“Scope”  </a:t>
            </a:r>
            <a:r>
              <a:rPr lang="en-US" sz="1800" b="1" i="0" u="none" strike="noStrike" cap="none" dirty="0">
                <a:solidFill>
                  <a:schemeClr val="dk1"/>
                </a:solidFill>
                <a:latin typeface="Arial"/>
                <a:ea typeface="Arial"/>
                <a:cs typeface="Arial"/>
                <a:sym typeface="Arial"/>
              </a:rPr>
              <a:t>The term may refer to:</a:t>
            </a:r>
            <a:endParaRPr dirty="0"/>
          </a:p>
          <a:p>
            <a:pPr marL="800100" marR="0" lvl="1" indent="-342900" algn="l" rtl="0">
              <a:spcBef>
                <a:spcPts val="0"/>
              </a:spcBef>
              <a:spcAft>
                <a:spcPts val="0"/>
              </a:spcAft>
              <a:buClr>
                <a:srgbClr val="FF0000"/>
              </a:buClr>
              <a:buSzPts val="1800"/>
              <a:buFont typeface="Arial"/>
              <a:buAutoNum type="alphaLcParenR"/>
            </a:pPr>
            <a:r>
              <a:rPr lang="en-US" sz="1800" b="1" i="0" u="none" strike="noStrike" cap="none" dirty="0">
                <a:solidFill>
                  <a:srgbClr val="FF0000"/>
                </a:solidFill>
                <a:latin typeface="Arial"/>
                <a:ea typeface="Arial"/>
                <a:cs typeface="Arial"/>
                <a:sym typeface="Arial"/>
              </a:rPr>
              <a:t>Product scope</a:t>
            </a:r>
            <a:r>
              <a:rPr lang="en-US" sz="1800" b="1" i="0" u="none" strike="noStrike" cap="none" dirty="0">
                <a:solidFill>
                  <a:schemeClr val="lt2"/>
                </a:solidFill>
                <a:latin typeface="Arial"/>
                <a:ea typeface="Arial"/>
                <a:cs typeface="Arial"/>
                <a:sym typeface="Arial"/>
              </a:rPr>
              <a:t> </a:t>
            </a:r>
            <a:r>
              <a:rPr lang="en-US" sz="1800" b="1" i="0" u="none" strike="noStrike" cap="none" dirty="0">
                <a:solidFill>
                  <a:schemeClr val="dk1"/>
                </a:solidFill>
                <a:latin typeface="Arial"/>
                <a:ea typeface="Arial"/>
                <a:cs typeface="Arial"/>
                <a:sym typeface="Arial"/>
              </a:rPr>
              <a:t>- the features and functions that are to be included in a product or service.</a:t>
            </a:r>
            <a:endParaRPr dirty="0"/>
          </a:p>
          <a:p>
            <a:pPr marL="800100" marR="0" lvl="1" indent="-342900" algn="l" rtl="0">
              <a:spcBef>
                <a:spcPts val="0"/>
              </a:spcBef>
              <a:spcAft>
                <a:spcPts val="0"/>
              </a:spcAft>
              <a:buClr>
                <a:srgbClr val="FF0000"/>
              </a:buClr>
              <a:buSzPts val="1800"/>
              <a:buFont typeface="Arial"/>
              <a:buAutoNum type="alphaLcParenR"/>
            </a:pPr>
            <a:r>
              <a:rPr lang="en-US" sz="1800" b="1" i="0" u="none" strike="noStrike" cap="none" dirty="0">
                <a:solidFill>
                  <a:srgbClr val="FF0000"/>
                </a:solidFill>
                <a:latin typeface="Arial"/>
                <a:ea typeface="Arial"/>
                <a:cs typeface="Arial"/>
                <a:sym typeface="Arial"/>
              </a:rPr>
              <a:t>Project scope</a:t>
            </a:r>
            <a:r>
              <a:rPr lang="en-US" sz="1800" b="1" i="0" u="none" strike="noStrike" cap="none" dirty="0">
                <a:solidFill>
                  <a:schemeClr val="dk1"/>
                </a:solidFill>
                <a:latin typeface="Arial"/>
                <a:ea typeface="Arial"/>
                <a:cs typeface="Arial"/>
                <a:sym typeface="Arial"/>
              </a:rPr>
              <a:t> - the work that must be done in order to deliver a product (with the specified features and functions).</a:t>
            </a:r>
          </a:p>
          <a:p>
            <a:pPr marL="800100" marR="0" lvl="1" indent="-342900" algn="l" rtl="0">
              <a:spcBef>
                <a:spcPts val="0"/>
              </a:spcBef>
              <a:spcAft>
                <a:spcPts val="0"/>
              </a:spcAft>
              <a:buClr>
                <a:srgbClr val="FF0000"/>
              </a:buClr>
              <a:buSzPts val="1800"/>
              <a:buFont typeface="Arial"/>
              <a:buAutoNum type="alphaLcParenR"/>
            </a:pPr>
            <a:endParaRPr lang="en-US" sz="1800" b="1" dirty="0">
              <a:solidFill>
                <a:schemeClr val="dk1"/>
              </a:solidFill>
            </a:endParaRPr>
          </a:p>
          <a:p>
            <a:pPr marL="457200" marR="0" lvl="1" algn="l" rtl="0">
              <a:spcBef>
                <a:spcPts val="0"/>
              </a:spcBef>
              <a:spcAft>
                <a:spcPts val="0"/>
              </a:spcAft>
              <a:buClr>
                <a:srgbClr val="FF0000"/>
              </a:buClr>
              <a:buSzPts val="1800"/>
            </a:pPr>
            <a:endParaRPr dirty="0"/>
          </a:p>
          <a:p>
            <a:pPr marL="342900" marR="0" lvl="0" indent="-342900" algn="l" rtl="0">
              <a:spcBef>
                <a:spcPts val="0"/>
              </a:spcBef>
              <a:spcAft>
                <a:spcPts val="0"/>
              </a:spcAft>
              <a:buClr>
                <a:srgbClr val="FF0000"/>
              </a:buClr>
              <a:buSzPts val="1800"/>
              <a:buFont typeface="Arial"/>
              <a:buAutoNum type="arabicPeriod"/>
            </a:pPr>
            <a:r>
              <a:rPr lang="en-US" sz="1800" b="1" i="1" u="none" strike="noStrike" cap="none" dirty="0">
                <a:solidFill>
                  <a:srgbClr val="FF0000"/>
                </a:solidFill>
                <a:latin typeface="Arial"/>
                <a:ea typeface="Arial"/>
                <a:cs typeface="Arial"/>
                <a:sym typeface="Arial"/>
              </a:rPr>
              <a:t>Product Scope</a:t>
            </a:r>
            <a:r>
              <a:rPr lang="en-US" sz="1800" b="1" i="1" u="none" strike="noStrike" cap="none" dirty="0">
                <a:solidFill>
                  <a:schemeClr val="dk1"/>
                </a:solidFill>
                <a:latin typeface="Arial"/>
                <a:ea typeface="Arial"/>
                <a:cs typeface="Arial"/>
                <a:sym typeface="Arial"/>
              </a:rPr>
              <a:t> </a:t>
            </a:r>
            <a:r>
              <a:rPr lang="en-US" sz="1800" b="1" i="0" u="none" strike="noStrike" cap="none" dirty="0">
                <a:solidFill>
                  <a:schemeClr val="dk1"/>
                </a:solidFill>
                <a:latin typeface="Arial"/>
                <a:ea typeface="Arial"/>
                <a:cs typeface="Arial"/>
                <a:sym typeface="Arial"/>
              </a:rPr>
              <a:t>is defined in the </a:t>
            </a:r>
            <a:r>
              <a:rPr lang="en-US" sz="1800" b="1" i="0" u="none" strike="noStrike" cap="none" dirty="0">
                <a:solidFill>
                  <a:srgbClr val="0000FF"/>
                </a:solidFill>
                <a:latin typeface="Arial"/>
                <a:ea typeface="Arial"/>
                <a:cs typeface="Arial"/>
                <a:sym typeface="Arial"/>
              </a:rPr>
              <a:t>product requirements</a:t>
            </a:r>
            <a:r>
              <a:rPr lang="en-US" sz="1800" b="1" i="0" u="none" strike="noStrike" cap="none" dirty="0">
                <a:solidFill>
                  <a:schemeClr val="dk1"/>
                </a:solidFill>
                <a:latin typeface="Arial"/>
                <a:ea typeface="Arial"/>
                <a:cs typeface="Arial"/>
                <a:sym typeface="Arial"/>
              </a:rPr>
              <a:t> and is the subject of the </a:t>
            </a:r>
            <a:r>
              <a:rPr lang="en-US" sz="1800" b="1" i="0" u="none" strike="noStrike" cap="none" dirty="0">
                <a:solidFill>
                  <a:srgbClr val="0000FF"/>
                </a:solidFill>
                <a:latin typeface="Arial"/>
                <a:ea typeface="Arial"/>
                <a:cs typeface="Arial"/>
                <a:sym typeface="Arial"/>
              </a:rPr>
              <a:t>product life cycle</a:t>
            </a:r>
            <a:endParaRPr dirty="0"/>
          </a:p>
          <a:p>
            <a:pPr marL="342900" marR="0" lvl="0" indent="-342900" algn="l" rtl="0">
              <a:spcBef>
                <a:spcPts val="0"/>
              </a:spcBef>
              <a:spcAft>
                <a:spcPts val="0"/>
              </a:spcAft>
              <a:buClr>
                <a:srgbClr val="FF0000"/>
              </a:buClr>
              <a:buSzPts val="1800"/>
              <a:buFont typeface="Arial"/>
              <a:buAutoNum type="arabicPeriod"/>
            </a:pPr>
            <a:r>
              <a:rPr lang="en-US" sz="1800" b="1" i="1" u="none" strike="noStrike" cap="none" dirty="0">
                <a:solidFill>
                  <a:srgbClr val="FF0000"/>
                </a:solidFill>
                <a:latin typeface="Arial"/>
                <a:ea typeface="Arial"/>
                <a:cs typeface="Arial"/>
                <a:sym typeface="Arial"/>
              </a:rPr>
              <a:t>Project Scope</a:t>
            </a:r>
            <a:r>
              <a:rPr lang="en-US" sz="1800" b="1" i="1" u="none" strike="noStrike" cap="none" dirty="0">
                <a:solidFill>
                  <a:schemeClr val="dk1"/>
                </a:solidFill>
                <a:latin typeface="Arial"/>
                <a:ea typeface="Arial"/>
                <a:cs typeface="Arial"/>
                <a:sym typeface="Arial"/>
              </a:rPr>
              <a:t> </a:t>
            </a:r>
            <a:r>
              <a:rPr lang="en-US" sz="1800" b="1" i="0" u="none" strike="noStrike" cap="none" dirty="0">
                <a:solidFill>
                  <a:schemeClr val="dk1"/>
                </a:solidFill>
                <a:latin typeface="Arial"/>
                <a:ea typeface="Arial"/>
                <a:cs typeface="Arial"/>
                <a:sym typeface="Arial"/>
              </a:rPr>
              <a:t>is defined in the </a:t>
            </a:r>
            <a:r>
              <a:rPr lang="en-US" sz="1800" b="1" i="0" u="none" strike="noStrike" cap="none" dirty="0">
                <a:solidFill>
                  <a:srgbClr val="0000FF"/>
                </a:solidFill>
                <a:latin typeface="Arial"/>
                <a:ea typeface="Arial"/>
                <a:cs typeface="Arial"/>
                <a:sym typeface="Arial"/>
              </a:rPr>
              <a:t>project charter</a:t>
            </a:r>
            <a:r>
              <a:rPr lang="en-US" sz="1800" b="1" i="0" u="none" strike="noStrike" cap="none" dirty="0">
                <a:solidFill>
                  <a:schemeClr val="dk1"/>
                </a:solidFill>
                <a:latin typeface="Arial"/>
                <a:ea typeface="Arial"/>
                <a:cs typeface="Arial"/>
                <a:sym typeface="Arial"/>
              </a:rPr>
              <a:t> and is the subject of the </a:t>
            </a:r>
            <a:r>
              <a:rPr lang="en-US" sz="1800" b="1" i="0" u="none" strike="noStrike" cap="none" dirty="0">
                <a:solidFill>
                  <a:srgbClr val="0000FF"/>
                </a:solidFill>
                <a:latin typeface="Arial"/>
                <a:ea typeface="Arial"/>
                <a:cs typeface="Arial"/>
                <a:sym typeface="Arial"/>
              </a:rPr>
              <a:t>project plan							</a:t>
            </a:r>
            <a:r>
              <a:rPr lang="en-US" sz="1200" b="1" i="0" u="none" strike="noStrike" cap="none" dirty="0">
                <a:solidFill>
                  <a:schemeClr val="dk1"/>
                </a:solidFill>
                <a:latin typeface="Arial"/>
                <a:ea typeface="Arial"/>
                <a:cs typeface="Arial"/>
                <a:sym typeface="Arial"/>
              </a:rPr>
              <a:t>(</a:t>
            </a:r>
            <a:r>
              <a:rPr lang="en-US" sz="1200" b="0" i="0" u="none" strike="noStrike" cap="none" dirty="0">
                <a:solidFill>
                  <a:schemeClr val="dk1"/>
                </a:solidFill>
                <a:latin typeface="Arial"/>
                <a:ea typeface="Arial"/>
                <a:cs typeface="Arial"/>
                <a:sym typeface="Arial"/>
              </a:rPr>
              <a:t>Kathy-ch4)</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8">
                                            <p:txEl>
                                              <p:pRg st="0" end="0"/>
                                            </p:txEl>
                                          </p:spTgt>
                                        </p:tgtEl>
                                        <p:attrNameLst>
                                          <p:attrName>style.visibility</p:attrName>
                                        </p:attrNameLst>
                                      </p:cBhvr>
                                      <p:to>
                                        <p:strVal val="visible"/>
                                      </p:to>
                                    </p:set>
                                    <p:animEffect transition="in" filter="fade">
                                      <p:cBhvr>
                                        <p:cTn id="7" dur="500"/>
                                        <p:tgtEl>
                                          <p:spTgt spid="7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78">
                                            <p:txEl>
                                              <p:pRg st="1" end="1"/>
                                            </p:txEl>
                                          </p:spTgt>
                                        </p:tgtEl>
                                        <p:attrNameLst>
                                          <p:attrName>style.visibility</p:attrName>
                                        </p:attrNameLst>
                                      </p:cBhvr>
                                      <p:to>
                                        <p:strVal val="visible"/>
                                      </p:to>
                                    </p:set>
                                    <p:animEffect transition="in" filter="fade">
                                      <p:cBhvr>
                                        <p:cTn id="12" dur="500"/>
                                        <p:tgtEl>
                                          <p:spTgt spid="7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78">
                                            <p:txEl>
                                              <p:pRg st="2" end="2"/>
                                            </p:txEl>
                                          </p:spTgt>
                                        </p:tgtEl>
                                        <p:attrNameLst>
                                          <p:attrName>style.visibility</p:attrName>
                                        </p:attrNameLst>
                                      </p:cBhvr>
                                      <p:to>
                                        <p:strVal val="visible"/>
                                      </p:to>
                                    </p:set>
                                    <p:animEffect transition="in" filter="fade">
                                      <p:cBhvr>
                                        <p:cTn id="17" dur="500"/>
                                        <p:tgtEl>
                                          <p:spTgt spid="77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78">
                                            <p:txEl>
                                              <p:pRg st="5" end="5"/>
                                            </p:txEl>
                                          </p:spTgt>
                                        </p:tgtEl>
                                        <p:attrNameLst>
                                          <p:attrName>style.visibility</p:attrName>
                                        </p:attrNameLst>
                                      </p:cBhvr>
                                      <p:to>
                                        <p:strVal val="visible"/>
                                      </p:to>
                                    </p:set>
                                    <p:animEffect transition="in" filter="fade">
                                      <p:cBhvr>
                                        <p:cTn id="22" dur="500"/>
                                        <p:tgtEl>
                                          <p:spTgt spid="77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78">
                                            <p:txEl>
                                              <p:pRg st="6" end="6"/>
                                            </p:txEl>
                                          </p:spTgt>
                                        </p:tgtEl>
                                        <p:attrNameLst>
                                          <p:attrName>style.visibility</p:attrName>
                                        </p:attrNameLst>
                                      </p:cBhvr>
                                      <p:to>
                                        <p:strVal val="visible"/>
                                      </p:to>
                                    </p:set>
                                    <p:animEffect transition="in" filter="fade">
                                      <p:cBhvr>
                                        <p:cTn id="27" dur="500"/>
                                        <p:tgtEl>
                                          <p:spTgt spid="77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106"/>
          <p:cNvSpPr txBox="1">
            <a:spLocks noGrp="1"/>
          </p:cNvSpPr>
          <p:nvPr>
            <p:ph type="title"/>
          </p:nvPr>
        </p:nvSpPr>
        <p:spPr>
          <a:xfrm>
            <a:off x="3059349" y="677694"/>
            <a:ext cx="4724400" cy="838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500"/>
              <a:buFont typeface="Calibri"/>
              <a:buNone/>
            </a:pPr>
            <a:r>
              <a:rPr lang="en-US" sz="3500" dirty="0">
                <a:solidFill>
                  <a:schemeClr val="tx1"/>
                </a:solidFill>
              </a:rPr>
              <a:t>Decomposition</a:t>
            </a:r>
            <a:endParaRPr sz="4700" i="1" dirty="0">
              <a:solidFill>
                <a:schemeClr val="tx1"/>
              </a:solidFill>
            </a:endParaRPr>
          </a:p>
        </p:txBody>
      </p:sp>
      <p:sp>
        <p:nvSpPr>
          <p:cNvPr id="786" name="Google Shape;786;p106"/>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tx1"/>
                </a:solidFill>
                <a:latin typeface="Arial"/>
                <a:ea typeface="Arial"/>
                <a:cs typeface="Arial"/>
                <a:sym typeface="Arial"/>
              </a:rPr>
              <a:t>32</a:t>
            </a:fld>
            <a:endParaRPr sz="1200" b="0" i="0" u="none" strike="noStrike" cap="none">
              <a:solidFill>
                <a:schemeClr val="tx1"/>
              </a:solidFill>
              <a:latin typeface="Arial"/>
              <a:ea typeface="Arial"/>
              <a:cs typeface="Arial"/>
              <a:sym typeface="Arial"/>
            </a:endParaRPr>
          </a:p>
        </p:txBody>
      </p:sp>
      <p:sp>
        <p:nvSpPr>
          <p:cNvPr id="787" name="Google Shape;787;p106"/>
          <p:cNvSpPr/>
          <p:nvPr/>
        </p:nvSpPr>
        <p:spPr>
          <a:xfrm>
            <a:off x="1809683" y="3667576"/>
            <a:ext cx="8610600" cy="138499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FF0000"/>
              </a:buClr>
              <a:buSzPts val="2000"/>
              <a:buFont typeface="Noto Sans Symbols"/>
              <a:buAutoNum type="arabicParenR"/>
            </a:pPr>
            <a:r>
              <a:rPr lang="en-US" sz="2000" b="1" i="0" u="none" strike="noStrike" cap="none" dirty="0">
                <a:solidFill>
                  <a:schemeClr val="tx1"/>
                </a:solidFill>
                <a:latin typeface="Arial"/>
                <a:ea typeface="Arial"/>
                <a:cs typeface="Arial"/>
                <a:sym typeface="Arial"/>
              </a:rPr>
              <a:t>Identify the major elements (</a:t>
            </a:r>
            <a:r>
              <a:rPr lang="en-US" sz="2400" b="1" i="0" u="none" strike="noStrike" cap="none" dirty="0">
                <a:solidFill>
                  <a:schemeClr val="tx1"/>
                </a:solidFill>
                <a:latin typeface="Arial"/>
                <a:ea typeface="Arial"/>
                <a:cs typeface="Arial"/>
                <a:sym typeface="Arial"/>
              </a:rPr>
              <a:t>deliverable</a:t>
            </a:r>
            <a:r>
              <a:rPr lang="en-US" sz="2000" b="1" i="0" u="none" strike="noStrike" cap="none" dirty="0">
                <a:solidFill>
                  <a:schemeClr val="tx1"/>
                </a:solidFill>
                <a:sym typeface="Arial"/>
              </a:rPr>
              <a:t>) of the project.</a:t>
            </a:r>
            <a:endParaRPr dirty="0">
              <a:solidFill>
                <a:schemeClr val="tx1"/>
              </a:solidFill>
            </a:endParaRPr>
          </a:p>
          <a:p>
            <a:pPr marL="342900" marR="0" lvl="0" indent="-342900" algn="l" rtl="0">
              <a:spcBef>
                <a:spcPts val="0"/>
              </a:spcBef>
              <a:spcAft>
                <a:spcPts val="0"/>
              </a:spcAft>
              <a:buClr>
                <a:srgbClr val="FF0000"/>
              </a:buClr>
              <a:buSzPts val="2000"/>
              <a:buFont typeface="Noto Sans Symbols"/>
              <a:buAutoNum type="arabicParenR"/>
            </a:pPr>
            <a:r>
              <a:rPr lang="en-US" sz="2000" b="1" i="0" u="none" strike="noStrike" cap="none" dirty="0">
                <a:solidFill>
                  <a:schemeClr val="tx1"/>
                </a:solidFill>
                <a:latin typeface="Arial"/>
                <a:ea typeface="Arial"/>
                <a:cs typeface="Arial"/>
                <a:sym typeface="Arial"/>
              </a:rPr>
              <a:t>Identify constituent elements (Work Products) of the deliverable</a:t>
            </a:r>
            <a:r>
              <a:rPr lang="en-US" sz="2000" b="1" i="0" u="none" strike="noStrike" cap="none" dirty="0">
                <a:solidFill>
                  <a:schemeClr val="tx1"/>
                </a:solidFill>
                <a:sym typeface="Arial"/>
              </a:rPr>
              <a:t>. </a:t>
            </a:r>
            <a:endParaRPr dirty="0">
              <a:solidFill>
                <a:schemeClr val="tx1"/>
              </a:solidFill>
            </a:endParaRPr>
          </a:p>
          <a:p>
            <a:pPr marL="342900" marR="0" lvl="0" indent="-342900" algn="l" rtl="0">
              <a:spcBef>
                <a:spcPts val="0"/>
              </a:spcBef>
              <a:spcAft>
                <a:spcPts val="0"/>
              </a:spcAft>
              <a:buClr>
                <a:srgbClr val="FF0000"/>
              </a:buClr>
              <a:buSzPts val="2000"/>
              <a:buFont typeface="Noto Sans Symbols"/>
              <a:buAutoNum type="arabicParenR"/>
            </a:pPr>
            <a:r>
              <a:rPr lang="en-US" sz="2000" b="1" i="0" u="none" strike="noStrike" cap="none" dirty="0">
                <a:solidFill>
                  <a:schemeClr val="tx1"/>
                </a:solidFill>
                <a:latin typeface="Arial"/>
                <a:ea typeface="Arial"/>
                <a:cs typeface="Arial"/>
                <a:sym typeface="Arial"/>
              </a:rPr>
              <a:t>Decide if adequate cost and duration estimates can be developed at this level of detail for each element</a:t>
            </a:r>
            <a:r>
              <a:rPr lang="en-US" sz="2000" b="1" i="0" u="none" strike="noStrike" cap="none" dirty="0">
                <a:solidFill>
                  <a:schemeClr val="tx1"/>
                </a:solidFill>
                <a:sym typeface="Arial"/>
              </a:rPr>
              <a:t>.</a:t>
            </a:r>
            <a:endParaRPr dirty="0">
              <a:solidFill>
                <a:schemeClr val="tx1"/>
              </a:solidFill>
            </a:endParaRPr>
          </a:p>
        </p:txBody>
      </p:sp>
      <p:sp>
        <p:nvSpPr>
          <p:cNvPr id="789" name="Google Shape;789;p106"/>
          <p:cNvSpPr txBox="1"/>
          <p:nvPr/>
        </p:nvSpPr>
        <p:spPr>
          <a:xfrm>
            <a:off x="1199085" y="1632962"/>
            <a:ext cx="10211459" cy="20312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chemeClr val="tx1"/>
                </a:solidFill>
                <a:latin typeface="Arial"/>
                <a:ea typeface="Arial"/>
                <a:cs typeface="Arial"/>
                <a:sym typeface="Arial"/>
              </a:rPr>
              <a:t>Subdividing the major project deliverables into smaller, </a:t>
            </a:r>
            <a:r>
              <a:rPr lang="en-US" sz="1800" b="1" i="0" u="none" strike="noStrike" cap="none" dirty="0">
                <a:solidFill>
                  <a:schemeClr val="tx1"/>
                </a:solidFill>
                <a:sym typeface="Arial"/>
              </a:rPr>
              <a:t>more manageable</a:t>
            </a:r>
            <a:endParaRPr dirty="0">
              <a:solidFill>
                <a:schemeClr val="tx1"/>
              </a:solidFill>
            </a:endParaRPr>
          </a:p>
          <a:p>
            <a:pPr marL="0" marR="0" lvl="0" indent="0" algn="l" rtl="0">
              <a:spcBef>
                <a:spcPts val="0"/>
              </a:spcBef>
              <a:spcAft>
                <a:spcPts val="0"/>
              </a:spcAft>
              <a:buNone/>
            </a:pPr>
            <a:r>
              <a:rPr lang="en-US" sz="1800" b="1" i="0" u="none" strike="noStrike" cap="none" dirty="0">
                <a:solidFill>
                  <a:schemeClr val="tx1"/>
                </a:solidFill>
                <a:latin typeface="Arial"/>
                <a:ea typeface="Arial"/>
                <a:cs typeface="Arial"/>
                <a:sym typeface="Arial"/>
              </a:rPr>
              <a:t>Components (products) in sufficient detail </a:t>
            </a:r>
          </a:p>
          <a:p>
            <a:pPr marL="285750" lvl="5" indent="-285750">
              <a:buFont typeface="Arial" panose="020B0604020202020204" pitchFamily="34" charset="0"/>
              <a:buChar char="•"/>
            </a:pPr>
            <a:r>
              <a:rPr lang="en-US" sz="1800" b="1" i="0" u="none" strike="noStrike" cap="none" dirty="0">
                <a:solidFill>
                  <a:schemeClr val="tx1"/>
                </a:solidFill>
                <a:latin typeface="Arial"/>
                <a:ea typeface="Arial"/>
                <a:cs typeface="Arial"/>
                <a:sym typeface="Arial"/>
              </a:rPr>
              <a:t>to support future project activities (planning, executing, controlling, and closing) </a:t>
            </a:r>
          </a:p>
          <a:p>
            <a:pPr marL="285750" lvl="4" indent="-285750">
              <a:buFont typeface="Arial" panose="020B0604020202020204" pitchFamily="34" charset="0"/>
              <a:buChar char="•"/>
            </a:pPr>
            <a:endParaRPr lang="en-US" sz="1800" b="1" dirty="0">
              <a:solidFill>
                <a:schemeClr val="tx1"/>
              </a:solidFill>
            </a:endParaRPr>
          </a:p>
          <a:p>
            <a:pPr lvl="4"/>
            <a:endParaRPr lang="en-US" sz="1800" b="1" dirty="0">
              <a:solidFill>
                <a:schemeClr val="tx1"/>
              </a:solidFill>
            </a:endParaRPr>
          </a:p>
          <a:p>
            <a:pPr lvl="4"/>
            <a:endParaRPr lang="en-US" sz="1800" b="1" dirty="0">
              <a:solidFill>
                <a:schemeClr val="tx1"/>
              </a:solidFill>
            </a:endParaRPr>
          </a:p>
          <a:p>
            <a:pPr lvl="4"/>
            <a:r>
              <a:rPr lang="en-US" sz="1800" b="1" dirty="0">
                <a:solidFill>
                  <a:schemeClr val="tx1"/>
                </a:solidFill>
              </a:rPr>
              <a:t>R</a:t>
            </a:r>
            <a:r>
              <a:rPr lang="en-US" sz="1800" b="1" i="0" u="none" strike="noStrike" cap="none" dirty="0">
                <a:solidFill>
                  <a:schemeClr val="tx1"/>
                </a:solidFill>
                <a:latin typeface="Arial"/>
                <a:ea typeface="Arial"/>
                <a:cs typeface="Arial"/>
                <a:sym typeface="Arial"/>
              </a:rPr>
              <a:t>equires Steps:</a:t>
            </a:r>
            <a:endParaRPr sz="1800" b="0" i="0" u="none" strike="noStrike" cap="none" dirty="0">
              <a:solidFill>
                <a:schemeClr val="tx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7">
                                            <p:txEl>
                                              <p:pRg st="0" end="0"/>
                                            </p:txEl>
                                          </p:spTgt>
                                        </p:tgtEl>
                                        <p:attrNameLst>
                                          <p:attrName>style.visibility</p:attrName>
                                        </p:attrNameLst>
                                      </p:cBhvr>
                                      <p:to>
                                        <p:strVal val="visible"/>
                                      </p:to>
                                    </p:set>
                                    <p:animEffect transition="in" filter="fade">
                                      <p:cBhvr>
                                        <p:cTn id="7" dur="500"/>
                                        <p:tgtEl>
                                          <p:spTgt spid="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87">
                                            <p:txEl>
                                              <p:pRg st="1" end="1"/>
                                            </p:txEl>
                                          </p:spTgt>
                                        </p:tgtEl>
                                        <p:attrNameLst>
                                          <p:attrName>style.visibility</p:attrName>
                                        </p:attrNameLst>
                                      </p:cBhvr>
                                      <p:to>
                                        <p:strVal val="visible"/>
                                      </p:to>
                                    </p:set>
                                    <p:animEffect transition="in" filter="fade">
                                      <p:cBhvr>
                                        <p:cTn id="12" dur="500"/>
                                        <p:tgtEl>
                                          <p:spTgt spid="7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87">
                                            <p:txEl>
                                              <p:pRg st="2" end="2"/>
                                            </p:txEl>
                                          </p:spTgt>
                                        </p:tgtEl>
                                        <p:attrNameLst>
                                          <p:attrName>style.visibility</p:attrName>
                                        </p:attrNameLst>
                                      </p:cBhvr>
                                      <p:to>
                                        <p:strVal val="visible"/>
                                      </p:to>
                                    </p:set>
                                    <p:animEffect transition="in" filter="fade">
                                      <p:cBhvr>
                                        <p:cTn id="17" dur="500"/>
                                        <p:tgtEl>
                                          <p:spTgt spid="7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WBS-Work Breakdown Structure</a:t>
            </a:r>
          </a:p>
        </p:txBody>
      </p:sp>
      <p:sp>
        <p:nvSpPr>
          <p:cNvPr id="3" name="Content Placeholder 2"/>
          <p:cNvSpPr>
            <a:spLocks noGrp="1"/>
          </p:cNvSpPr>
          <p:nvPr>
            <p:ph idx="1"/>
          </p:nvPr>
        </p:nvSpPr>
        <p:spPr/>
        <p:txBody>
          <a:bodyPr/>
          <a:lstStyle/>
          <a:p>
            <a:r>
              <a:rPr lang="en-US" dirty="0"/>
              <a:t>Overall work has to be decomposed into manageable units </a:t>
            </a:r>
          </a:p>
          <a:p>
            <a:r>
              <a:rPr lang="en-US" dirty="0"/>
              <a:t>Complex tasks are broken down into subtasks and further refined called Work Breakdown Structures (WBS)</a:t>
            </a:r>
          </a:p>
        </p:txBody>
      </p:sp>
      <p:sp>
        <p:nvSpPr>
          <p:cNvPr id="5" name="Slide Number Placeholder 4"/>
          <p:cNvSpPr>
            <a:spLocks noGrp="1"/>
          </p:cNvSpPr>
          <p:nvPr>
            <p:ph type="sldNum" sz="quarter" idx="11"/>
          </p:nvPr>
        </p:nvSpPr>
        <p:spPr>
          <a:xfrm>
            <a:off x="9661187" y="6492875"/>
            <a:ext cx="4114800" cy="365125"/>
          </a:xfrm>
        </p:spPr>
        <p:txBody>
          <a:bodyPr/>
          <a:lstStyle/>
          <a:p>
            <a:fld id="{4ABB134E-44F6-4D38-A546-606C92AD85F1}" type="slidenum">
              <a:rPr lang="en-US" altLang="en-US" smtClean="0"/>
              <a:pPr/>
              <a:t>33</a:t>
            </a:fld>
            <a:endParaRPr lang="en-US" altLang="en-US" dirty="0"/>
          </a:p>
        </p:txBody>
      </p:sp>
    </p:spTree>
    <p:extLst>
      <p:ext uri="{BB962C8B-B14F-4D97-AF65-F5344CB8AC3E}">
        <p14:creationId xmlns:p14="http://schemas.microsoft.com/office/powerpoint/2010/main" val="3035265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WBS-Work Breakdown Structure</a:t>
            </a:r>
          </a:p>
        </p:txBody>
      </p:sp>
      <p:sp>
        <p:nvSpPr>
          <p:cNvPr id="3" name="Content Placeholder 2"/>
          <p:cNvSpPr>
            <a:spLocks noGrp="1"/>
          </p:cNvSpPr>
          <p:nvPr>
            <p:ph idx="1"/>
          </p:nvPr>
        </p:nvSpPr>
        <p:spPr/>
        <p:txBody>
          <a:bodyPr/>
          <a:lstStyle/>
          <a:p>
            <a:r>
              <a:rPr lang="en-US" dirty="0"/>
              <a:t>There are many ways of breaking down the activities in a project, but the most usual is into: </a:t>
            </a:r>
          </a:p>
          <a:p>
            <a:pPr marL="800100" lvl="2" indent="0">
              <a:buNone/>
            </a:pPr>
            <a:r>
              <a:rPr lang="en-US" dirty="0"/>
              <a:t>– work packages; </a:t>
            </a:r>
          </a:p>
          <a:p>
            <a:pPr marL="800100" lvl="2" indent="0">
              <a:buNone/>
            </a:pPr>
            <a:r>
              <a:rPr lang="en-US" dirty="0"/>
              <a:t>– tasks/Activities</a:t>
            </a:r>
          </a:p>
          <a:p>
            <a:pPr marL="800100" lvl="2" indent="0">
              <a:buNone/>
            </a:pPr>
            <a:r>
              <a:rPr lang="en-US" dirty="0"/>
              <a:t>– deliverables/Work Products</a:t>
            </a:r>
          </a:p>
          <a:p>
            <a:pPr marL="800100" lvl="2" indent="0">
              <a:buNone/>
            </a:pPr>
            <a:r>
              <a:rPr lang="en-US" dirty="0"/>
              <a:t> – milestones</a:t>
            </a:r>
          </a:p>
          <a:p>
            <a:endParaRPr lang="en-US" dirty="0"/>
          </a:p>
        </p:txBody>
      </p:sp>
      <p:sp>
        <p:nvSpPr>
          <p:cNvPr id="5" name="Slide Number Placeholder 4"/>
          <p:cNvSpPr>
            <a:spLocks noGrp="1"/>
          </p:cNvSpPr>
          <p:nvPr>
            <p:ph type="sldNum" sz="quarter" idx="11"/>
          </p:nvPr>
        </p:nvSpPr>
        <p:spPr/>
        <p:txBody>
          <a:bodyPr/>
          <a:lstStyle/>
          <a:p>
            <a:fld id="{4ABB134E-44F6-4D38-A546-606C92AD85F1}" type="slidenum">
              <a:rPr lang="en-US" altLang="en-US" smtClean="0"/>
              <a:pPr/>
              <a:t>34</a:t>
            </a:fld>
            <a:endParaRPr lang="en-US" altLang="en-US" dirty="0"/>
          </a:p>
        </p:txBody>
      </p:sp>
    </p:spTree>
    <p:extLst>
      <p:ext uri="{BB962C8B-B14F-4D97-AF65-F5344CB8AC3E}">
        <p14:creationId xmlns:p14="http://schemas.microsoft.com/office/powerpoint/2010/main" val="42634050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p10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WBS Framework</a:t>
            </a:r>
            <a:endParaRPr/>
          </a:p>
        </p:txBody>
      </p:sp>
      <p:sp>
        <p:nvSpPr>
          <p:cNvPr id="907" name="Google Shape;907;p109"/>
          <p:cNvSpPr txBox="1">
            <a:spLocks noGrp="1"/>
          </p:cNvSpPr>
          <p:nvPr>
            <p:ph type="body" idx="1"/>
          </p:nvPr>
        </p:nvSpPr>
        <p:spPr>
          <a:xfrm>
            <a:off x="1097280" y="1737360"/>
            <a:ext cx="9997440" cy="4511040"/>
          </a:xfrm>
          <a:prstGeom prst="rect">
            <a:avLst/>
          </a:prstGeom>
          <a:noFill/>
          <a:ln>
            <a:noFill/>
          </a:ln>
        </p:spPr>
        <p:txBody>
          <a:bodyPr spcFirstLastPara="1" wrap="square" lIns="0" tIns="45700" rIns="0" bIns="45700" anchor="t" anchorCtr="0">
            <a:normAutofit/>
          </a:bodyPr>
          <a:lstStyle/>
          <a:p>
            <a:pPr marL="91440" lvl="0" indent="-91440" algn="l" rtl="0">
              <a:lnSpc>
                <a:spcPct val="90000"/>
              </a:lnSpc>
              <a:spcBef>
                <a:spcPts val="0"/>
              </a:spcBef>
              <a:spcAft>
                <a:spcPts val="0"/>
              </a:spcAft>
              <a:buSzPts val="2800"/>
              <a:buFont typeface="Times"/>
              <a:buNone/>
            </a:pPr>
            <a:r>
              <a:rPr lang="en-US" sz="2800" dirty="0">
                <a:solidFill>
                  <a:srgbClr val="000000"/>
                </a:solidFill>
                <a:latin typeface="Times New Roman"/>
                <a:ea typeface="Times New Roman"/>
                <a:cs typeface="Times New Roman"/>
                <a:sym typeface="Times New Roman"/>
              </a:rPr>
              <a:t>A </a:t>
            </a:r>
            <a:r>
              <a:rPr lang="en-US" sz="2800" dirty="0">
                <a:solidFill>
                  <a:srgbClr val="FF3300"/>
                </a:solidFill>
                <a:latin typeface="Times New Roman"/>
                <a:ea typeface="Times New Roman"/>
                <a:cs typeface="Times New Roman"/>
                <a:sym typeface="Times New Roman"/>
              </a:rPr>
              <a:t>framework </a:t>
            </a:r>
            <a:r>
              <a:rPr lang="en-US" sz="2800" dirty="0">
                <a:solidFill>
                  <a:srgbClr val="000000"/>
                </a:solidFill>
                <a:latin typeface="Times New Roman"/>
                <a:ea typeface="Times New Roman"/>
                <a:cs typeface="Times New Roman"/>
                <a:sym typeface="Times New Roman"/>
              </a:rPr>
              <a:t>dictating the </a:t>
            </a:r>
            <a:r>
              <a:rPr lang="en-US" sz="2800" dirty="0">
                <a:solidFill>
                  <a:srgbClr val="0000FF"/>
                </a:solidFill>
                <a:latin typeface="Times New Roman"/>
                <a:ea typeface="Times New Roman"/>
                <a:cs typeface="Times New Roman"/>
                <a:sym typeface="Times New Roman"/>
              </a:rPr>
              <a:t>number of levels </a:t>
            </a:r>
            <a:r>
              <a:rPr lang="en-US" sz="2800" dirty="0">
                <a:solidFill>
                  <a:srgbClr val="000000"/>
                </a:solidFill>
                <a:latin typeface="Times New Roman"/>
                <a:ea typeface="Times New Roman"/>
                <a:cs typeface="Times New Roman"/>
                <a:sym typeface="Times New Roman"/>
              </a:rPr>
              <a:t>and the </a:t>
            </a:r>
            <a:r>
              <a:rPr lang="en-US" sz="2800" dirty="0">
                <a:solidFill>
                  <a:srgbClr val="0000FF"/>
                </a:solidFill>
                <a:latin typeface="Times New Roman"/>
                <a:ea typeface="Times New Roman"/>
                <a:cs typeface="Times New Roman"/>
                <a:sym typeface="Times New Roman"/>
              </a:rPr>
              <a:t>nature of each level </a:t>
            </a:r>
            <a:r>
              <a:rPr lang="en-US" sz="2800" dirty="0">
                <a:solidFill>
                  <a:srgbClr val="000000"/>
                </a:solidFill>
                <a:latin typeface="Times New Roman"/>
                <a:ea typeface="Times New Roman"/>
                <a:cs typeface="Times New Roman"/>
                <a:sym typeface="Times New Roman"/>
              </a:rPr>
              <a:t>may be imposed on a WBS (e.g. IBM recommended </a:t>
            </a:r>
            <a:r>
              <a:rPr lang="en-US" sz="2800" b="1" dirty="0">
                <a:solidFill>
                  <a:srgbClr val="FF3300"/>
                </a:solidFill>
                <a:latin typeface="Times New Roman"/>
                <a:ea typeface="Times New Roman"/>
                <a:cs typeface="Times New Roman"/>
                <a:sym typeface="Times New Roman"/>
              </a:rPr>
              <a:t>five levels):</a:t>
            </a:r>
            <a:endParaRPr dirty="0"/>
          </a:p>
          <a:p>
            <a:pPr marL="384048" lvl="1" indent="-182880" algn="l" rtl="0">
              <a:lnSpc>
                <a:spcPct val="90000"/>
              </a:lnSpc>
              <a:spcBef>
                <a:spcPts val="400"/>
              </a:spcBef>
              <a:spcAft>
                <a:spcPts val="0"/>
              </a:spcAft>
              <a:buSzPts val="2400"/>
              <a:buChar char="◦"/>
            </a:pPr>
            <a:r>
              <a:rPr lang="en-US" sz="2400" b="1" dirty="0">
                <a:solidFill>
                  <a:srgbClr val="0000FF"/>
                </a:solidFill>
                <a:latin typeface="Times New Roman"/>
                <a:ea typeface="Times New Roman"/>
                <a:cs typeface="Times New Roman"/>
                <a:sym typeface="Times New Roman"/>
              </a:rPr>
              <a:t>Level 1: </a:t>
            </a:r>
            <a:r>
              <a:rPr lang="en-US" sz="2400" dirty="0">
                <a:solidFill>
                  <a:srgbClr val="FF3300"/>
                </a:solidFill>
                <a:latin typeface="Times New Roman"/>
                <a:ea typeface="Times New Roman"/>
                <a:cs typeface="Times New Roman"/>
                <a:sym typeface="Times New Roman"/>
              </a:rPr>
              <a:t>Project.</a:t>
            </a:r>
            <a:endParaRPr dirty="0"/>
          </a:p>
          <a:p>
            <a:pPr marL="384048" lvl="1" indent="-182880" algn="l" rtl="0">
              <a:lnSpc>
                <a:spcPct val="90000"/>
              </a:lnSpc>
              <a:spcBef>
                <a:spcPts val="600"/>
              </a:spcBef>
              <a:spcAft>
                <a:spcPts val="0"/>
              </a:spcAft>
              <a:buSzPts val="2400"/>
              <a:buChar char="◦"/>
            </a:pPr>
            <a:r>
              <a:rPr lang="en-US" sz="2400" b="1" dirty="0">
                <a:solidFill>
                  <a:srgbClr val="0000FF"/>
                </a:solidFill>
                <a:latin typeface="Times New Roman"/>
                <a:ea typeface="Times New Roman"/>
                <a:cs typeface="Times New Roman"/>
                <a:sym typeface="Times New Roman"/>
              </a:rPr>
              <a:t>Level 2: </a:t>
            </a:r>
            <a:r>
              <a:rPr lang="en-US" sz="2400" dirty="0">
                <a:solidFill>
                  <a:srgbClr val="FF3300"/>
                </a:solidFill>
                <a:latin typeface="Times New Roman"/>
                <a:ea typeface="Times New Roman"/>
                <a:cs typeface="Times New Roman"/>
                <a:sym typeface="Times New Roman"/>
              </a:rPr>
              <a:t>Deliverables </a:t>
            </a:r>
            <a:r>
              <a:rPr lang="en-US" sz="2400" dirty="0">
                <a:solidFill>
                  <a:srgbClr val="000000"/>
                </a:solidFill>
                <a:latin typeface="Times New Roman"/>
                <a:ea typeface="Times New Roman"/>
                <a:cs typeface="Times New Roman"/>
                <a:sym typeface="Times New Roman"/>
              </a:rPr>
              <a:t>(such as software, manuals and training courses)</a:t>
            </a:r>
            <a:endParaRPr dirty="0"/>
          </a:p>
          <a:p>
            <a:pPr marL="384048" lvl="1" indent="-182880" algn="l" rtl="0">
              <a:lnSpc>
                <a:spcPct val="90000"/>
              </a:lnSpc>
              <a:spcBef>
                <a:spcPts val="600"/>
              </a:spcBef>
              <a:spcAft>
                <a:spcPts val="0"/>
              </a:spcAft>
              <a:buSzPts val="2400"/>
              <a:buChar char="◦"/>
            </a:pPr>
            <a:r>
              <a:rPr lang="en-US" sz="2400" b="1" dirty="0">
                <a:solidFill>
                  <a:srgbClr val="0000FF"/>
                </a:solidFill>
                <a:latin typeface="Times New Roman"/>
                <a:ea typeface="Times New Roman"/>
                <a:cs typeface="Times New Roman"/>
                <a:sym typeface="Times New Roman"/>
              </a:rPr>
              <a:t>Level 3: </a:t>
            </a:r>
            <a:r>
              <a:rPr lang="en-US" sz="2400" dirty="0">
                <a:solidFill>
                  <a:srgbClr val="FF3300"/>
                </a:solidFill>
                <a:latin typeface="Times New Roman"/>
                <a:ea typeface="Times New Roman"/>
                <a:cs typeface="Times New Roman"/>
                <a:sym typeface="Times New Roman"/>
              </a:rPr>
              <a:t>Components</a:t>
            </a:r>
            <a:r>
              <a:rPr lang="en-US" sz="2400" dirty="0">
                <a:solidFill>
                  <a:srgbClr val="000000"/>
                </a:solidFill>
                <a:latin typeface="Times New Roman"/>
                <a:ea typeface="Times New Roman"/>
                <a:cs typeface="Times New Roman"/>
                <a:sym typeface="Times New Roman"/>
              </a:rPr>
              <a:t>; Which are the </a:t>
            </a:r>
            <a:r>
              <a:rPr lang="en-US" sz="2400" dirty="0">
                <a:solidFill>
                  <a:srgbClr val="0000FF"/>
                </a:solidFill>
                <a:latin typeface="Times New Roman"/>
                <a:ea typeface="Times New Roman"/>
                <a:cs typeface="Times New Roman"/>
                <a:sym typeface="Times New Roman"/>
              </a:rPr>
              <a:t>key work items </a:t>
            </a:r>
            <a:r>
              <a:rPr lang="en-US" sz="2400" dirty="0">
                <a:solidFill>
                  <a:srgbClr val="000000"/>
                </a:solidFill>
                <a:latin typeface="Times New Roman"/>
                <a:ea typeface="Times New Roman"/>
                <a:cs typeface="Times New Roman"/>
                <a:sym typeface="Times New Roman"/>
              </a:rPr>
              <a:t>needed to </a:t>
            </a:r>
            <a:r>
              <a:rPr lang="en-US" sz="2400" dirty="0">
                <a:solidFill>
                  <a:srgbClr val="0000FF"/>
                </a:solidFill>
                <a:latin typeface="Times New Roman"/>
                <a:ea typeface="Times New Roman"/>
                <a:cs typeface="Times New Roman"/>
                <a:sym typeface="Times New Roman"/>
              </a:rPr>
              <a:t>produce deliverables </a:t>
            </a:r>
            <a:r>
              <a:rPr lang="en-US" sz="2400" dirty="0">
                <a:solidFill>
                  <a:srgbClr val="000000"/>
                </a:solidFill>
                <a:latin typeface="Times New Roman"/>
                <a:ea typeface="Times New Roman"/>
                <a:cs typeface="Times New Roman"/>
                <a:sym typeface="Times New Roman"/>
              </a:rPr>
              <a:t>(e.g. modules and tests required to produce the system software)</a:t>
            </a:r>
            <a:endParaRPr dirty="0"/>
          </a:p>
          <a:p>
            <a:pPr marL="384048" lvl="1" indent="-182880" algn="l" rtl="0">
              <a:lnSpc>
                <a:spcPct val="90000"/>
              </a:lnSpc>
              <a:spcBef>
                <a:spcPts val="600"/>
              </a:spcBef>
              <a:spcAft>
                <a:spcPts val="0"/>
              </a:spcAft>
              <a:buSzPts val="2400"/>
              <a:buChar char="◦"/>
            </a:pPr>
            <a:r>
              <a:rPr lang="en-US" sz="2400" b="1" dirty="0">
                <a:solidFill>
                  <a:srgbClr val="0000FF"/>
                </a:solidFill>
                <a:latin typeface="Times New Roman"/>
                <a:ea typeface="Times New Roman"/>
                <a:cs typeface="Times New Roman"/>
                <a:sym typeface="Times New Roman"/>
              </a:rPr>
              <a:t>Level 4: </a:t>
            </a:r>
            <a:r>
              <a:rPr lang="en-US" sz="2400" dirty="0">
                <a:solidFill>
                  <a:srgbClr val="FF3300"/>
                </a:solidFill>
                <a:latin typeface="Times New Roman"/>
                <a:ea typeface="Times New Roman"/>
                <a:cs typeface="Times New Roman"/>
                <a:sym typeface="Times New Roman"/>
              </a:rPr>
              <a:t>Activities </a:t>
            </a:r>
            <a:r>
              <a:rPr lang="en-US" sz="2400" dirty="0">
                <a:solidFill>
                  <a:srgbClr val="000000"/>
                </a:solidFill>
                <a:latin typeface="Times New Roman"/>
                <a:ea typeface="Times New Roman"/>
                <a:cs typeface="Times New Roman"/>
                <a:sym typeface="Times New Roman"/>
              </a:rPr>
              <a:t>(</a:t>
            </a:r>
            <a:r>
              <a:rPr lang="en-US" sz="2400" b="1" dirty="0">
                <a:solidFill>
                  <a:srgbClr val="000000"/>
                </a:solidFill>
                <a:latin typeface="Times New Roman"/>
                <a:ea typeface="Times New Roman"/>
                <a:cs typeface="Times New Roman"/>
                <a:sym typeface="Times New Roman"/>
              </a:rPr>
              <a:t>Work-packages </a:t>
            </a:r>
            <a:r>
              <a:rPr lang="en-US" sz="2400" dirty="0">
                <a:solidFill>
                  <a:srgbClr val="000000"/>
                </a:solidFill>
                <a:latin typeface="Times New Roman"/>
                <a:ea typeface="Times New Roman"/>
                <a:cs typeface="Times New Roman"/>
                <a:sym typeface="Times New Roman"/>
              </a:rPr>
              <a:t>which are </a:t>
            </a:r>
            <a:r>
              <a:rPr lang="en-US" sz="2400" dirty="0">
                <a:solidFill>
                  <a:srgbClr val="0000FF"/>
                </a:solidFill>
                <a:latin typeface="Times New Roman"/>
                <a:ea typeface="Times New Roman"/>
                <a:cs typeface="Times New Roman"/>
                <a:sym typeface="Times New Roman"/>
              </a:rPr>
              <a:t>major work items</a:t>
            </a:r>
            <a:r>
              <a:rPr lang="en-US" sz="2400" dirty="0">
                <a:solidFill>
                  <a:srgbClr val="000000"/>
                </a:solidFill>
                <a:latin typeface="Times New Roman"/>
                <a:ea typeface="Times New Roman"/>
                <a:cs typeface="Times New Roman"/>
                <a:sym typeface="Times New Roman"/>
              </a:rPr>
              <a:t>, or collections of </a:t>
            </a:r>
            <a:r>
              <a:rPr lang="en-US" sz="2400" dirty="0">
                <a:solidFill>
                  <a:srgbClr val="0000FF"/>
                </a:solidFill>
                <a:latin typeface="Times New Roman"/>
                <a:ea typeface="Times New Roman"/>
                <a:cs typeface="Times New Roman"/>
                <a:sym typeface="Times New Roman"/>
              </a:rPr>
              <a:t>related tasks</a:t>
            </a:r>
            <a:r>
              <a:rPr lang="en-US" sz="2400" dirty="0">
                <a:solidFill>
                  <a:srgbClr val="000000"/>
                </a:solidFill>
                <a:latin typeface="Times New Roman"/>
                <a:ea typeface="Times New Roman"/>
                <a:cs typeface="Times New Roman"/>
                <a:sym typeface="Times New Roman"/>
              </a:rPr>
              <a:t>, required to produce a component)</a:t>
            </a:r>
            <a:endParaRPr dirty="0"/>
          </a:p>
          <a:p>
            <a:pPr marL="384048" lvl="1" indent="-182880" algn="l" rtl="0">
              <a:lnSpc>
                <a:spcPct val="90000"/>
              </a:lnSpc>
              <a:spcBef>
                <a:spcPts val="600"/>
              </a:spcBef>
              <a:spcAft>
                <a:spcPts val="0"/>
              </a:spcAft>
              <a:buSzPts val="2400"/>
              <a:buChar char="◦"/>
            </a:pPr>
            <a:r>
              <a:rPr lang="en-US" sz="2400" b="1" dirty="0">
                <a:solidFill>
                  <a:srgbClr val="0000FF"/>
                </a:solidFill>
                <a:latin typeface="Times New Roman"/>
                <a:ea typeface="Times New Roman"/>
                <a:cs typeface="Times New Roman"/>
                <a:sym typeface="Times New Roman"/>
              </a:rPr>
              <a:t>Level 5: </a:t>
            </a:r>
            <a:r>
              <a:rPr lang="en-US" sz="2400" dirty="0">
                <a:solidFill>
                  <a:srgbClr val="FF3300"/>
                </a:solidFill>
                <a:latin typeface="Times New Roman"/>
                <a:ea typeface="Times New Roman"/>
                <a:cs typeface="Times New Roman"/>
                <a:sym typeface="Times New Roman"/>
              </a:rPr>
              <a:t>Tasks </a:t>
            </a:r>
            <a:r>
              <a:rPr lang="en-US" sz="2400" dirty="0">
                <a:solidFill>
                  <a:srgbClr val="000000"/>
                </a:solidFill>
                <a:latin typeface="Times New Roman"/>
                <a:ea typeface="Times New Roman"/>
                <a:cs typeface="Times New Roman"/>
                <a:sym typeface="Times New Roman"/>
              </a:rPr>
              <a:t>(tasks that will normally be the responsibility of a </a:t>
            </a:r>
            <a:r>
              <a:rPr lang="en-US" sz="2400" dirty="0">
                <a:solidFill>
                  <a:srgbClr val="FF3300"/>
                </a:solidFill>
                <a:latin typeface="Times New Roman"/>
                <a:ea typeface="Times New Roman"/>
                <a:cs typeface="Times New Roman"/>
                <a:sym typeface="Times New Roman"/>
              </a:rPr>
              <a:t>single person</a:t>
            </a:r>
            <a:r>
              <a:rPr lang="en-US" sz="2400" dirty="0">
                <a:solidFill>
                  <a:srgbClr val="000000"/>
                </a:solidFill>
                <a:latin typeface="Times New Roman"/>
                <a:ea typeface="Times New Roman"/>
                <a:cs typeface="Times New Roman"/>
                <a:sym typeface="Times New Roman"/>
              </a:rPr>
              <a:t>).</a:t>
            </a:r>
            <a:endParaRPr dirty="0"/>
          </a:p>
          <a:p>
            <a:pPr marL="91440" lvl="0" indent="0" algn="l" rtl="0">
              <a:lnSpc>
                <a:spcPct val="90000"/>
              </a:lnSpc>
              <a:spcBef>
                <a:spcPts val="1600"/>
              </a:spcBef>
              <a:spcAft>
                <a:spcPts val="0"/>
              </a:spcAft>
              <a:buSzPts val="2800"/>
              <a:buNone/>
            </a:pPr>
            <a:endParaRPr sz="2800" dirty="0"/>
          </a:p>
        </p:txBody>
      </p:sp>
      <p:sp>
        <p:nvSpPr>
          <p:cNvPr id="909" name="Google Shape;909;p10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35</a:t>
            </a:fld>
            <a:endParaRPr sz="1050" b="0" i="0" u="none" strike="noStrike" cap="none">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5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Hierarchy of WBS</a:t>
            </a:r>
            <a:endParaRPr/>
          </a:p>
        </p:txBody>
      </p:sp>
      <p:pic>
        <p:nvPicPr>
          <p:cNvPr id="871" name="Google Shape;871;p59"/>
          <p:cNvPicPr preferRelativeResize="0">
            <a:picLocks noGrp="1"/>
          </p:cNvPicPr>
          <p:nvPr>
            <p:ph type="body" idx="1"/>
          </p:nvPr>
        </p:nvPicPr>
        <p:blipFill rotWithShape="1">
          <a:blip r:embed="rId3">
            <a:alphaModFix/>
          </a:blip>
          <a:srcRect/>
          <a:stretch/>
        </p:blipFill>
        <p:spPr>
          <a:xfrm>
            <a:off x="3140448" y="1986197"/>
            <a:ext cx="5971429" cy="3742857"/>
          </a:xfrm>
          <a:prstGeom prst="rect">
            <a:avLst/>
          </a:prstGeom>
          <a:noFill/>
          <a:ln>
            <a:noFill/>
          </a:ln>
        </p:spPr>
      </p:pic>
      <p:sp>
        <p:nvSpPr>
          <p:cNvPr id="873" name="Google Shape;873;p5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36</a:t>
            </a:fld>
            <a:endParaRPr sz="1050" b="0" i="0" u="none" strike="noStrike" cap="none">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6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200"/>
              <a:buFont typeface="Calibri"/>
              <a:buNone/>
            </a:pPr>
            <a:r>
              <a:rPr lang="en-US" sz="3200" dirty="0"/>
              <a:t>WBS Template for Software Development Project</a:t>
            </a:r>
            <a:endParaRPr dirty="0"/>
          </a:p>
        </p:txBody>
      </p:sp>
      <p:pic>
        <p:nvPicPr>
          <p:cNvPr id="898" name="Google Shape;898;p63"/>
          <p:cNvPicPr preferRelativeResize="0">
            <a:picLocks noGrp="1"/>
          </p:cNvPicPr>
          <p:nvPr>
            <p:ph type="body" idx="1"/>
          </p:nvPr>
        </p:nvPicPr>
        <p:blipFill rotWithShape="1">
          <a:blip r:embed="rId3">
            <a:alphaModFix/>
          </a:blip>
          <a:srcRect/>
          <a:stretch/>
        </p:blipFill>
        <p:spPr>
          <a:xfrm>
            <a:off x="2924232" y="1846263"/>
            <a:ext cx="6403861" cy="4022725"/>
          </a:xfrm>
          <a:prstGeom prst="rect">
            <a:avLst/>
          </a:prstGeom>
          <a:noFill/>
          <a:ln>
            <a:noFill/>
          </a:ln>
        </p:spPr>
      </p:pic>
      <p:sp>
        <p:nvSpPr>
          <p:cNvPr id="900" name="Google Shape;900;p6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37</a:t>
            </a:fld>
            <a:endParaRPr sz="1050" b="0" i="0" u="none" strike="noStrike" cap="non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11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Example</a:t>
            </a:r>
            <a:endParaRPr/>
          </a:p>
        </p:txBody>
      </p:sp>
      <p:sp>
        <p:nvSpPr>
          <p:cNvPr id="915" name="Google Shape;915;p11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n-US"/>
              <a:t>38</a:t>
            </a:fld>
            <a:endParaRPr/>
          </a:p>
        </p:txBody>
      </p:sp>
      <p:pic>
        <p:nvPicPr>
          <p:cNvPr id="916" name="Google Shape;916;p110"/>
          <p:cNvPicPr preferRelativeResize="0">
            <a:picLocks noGrp="1"/>
          </p:cNvPicPr>
          <p:nvPr>
            <p:ph type="body" idx="1"/>
          </p:nvPr>
        </p:nvPicPr>
        <p:blipFill rotWithShape="1">
          <a:blip r:embed="rId3">
            <a:alphaModFix/>
          </a:blip>
          <a:srcRect/>
          <a:stretch/>
        </p:blipFill>
        <p:spPr>
          <a:xfrm>
            <a:off x="2456762" y="1737360"/>
            <a:ext cx="7339435" cy="439077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p111"/>
          <p:cNvSpPr txBox="1">
            <a:spLocks noGrp="1"/>
          </p:cNvSpPr>
          <p:nvPr>
            <p:ph type="title"/>
          </p:nvPr>
        </p:nvSpPr>
        <p:spPr>
          <a:xfrm>
            <a:off x="1126463" y="237965"/>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Examples </a:t>
            </a:r>
            <a:endParaRPr/>
          </a:p>
        </p:txBody>
      </p:sp>
      <p:sp>
        <p:nvSpPr>
          <p:cNvPr id="922" name="Google Shape;922;p11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n-US"/>
              <a:t>39</a:t>
            </a:fld>
            <a:endParaRPr/>
          </a:p>
        </p:txBody>
      </p:sp>
      <p:pic>
        <p:nvPicPr>
          <p:cNvPr id="923" name="Google Shape;923;p111"/>
          <p:cNvPicPr preferRelativeResize="0">
            <a:picLocks noGrp="1"/>
          </p:cNvPicPr>
          <p:nvPr>
            <p:ph type="body" idx="1"/>
          </p:nvPr>
        </p:nvPicPr>
        <p:blipFill rotWithShape="1">
          <a:blip r:embed="rId3">
            <a:alphaModFix/>
          </a:blip>
          <a:srcRect t="1" b="10052"/>
          <a:stretch/>
        </p:blipFill>
        <p:spPr>
          <a:xfrm>
            <a:off x="2775450" y="1737360"/>
            <a:ext cx="6702060" cy="452600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p113"/>
          <p:cNvSpPr txBox="1">
            <a:spLocks noGrp="1"/>
          </p:cNvSpPr>
          <p:nvPr>
            <p:ph type="title"/>
          </p:nvPr>
        </p:nvSpPr>
        <p:spPr>
          <a:xfrm>
            <a:off x="2057400" y="3048000"/>
            <a:ext cx="8229600" cy="1066800"/>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FF3300"/>
              </a:buClr>
              <a:buSzPts val="5400"/>
              <a:buFont typeface="Calibri"/>
              <a:buNone/>
            </a:pPr>
            <a:r>
              <a:rPr lang="en-US" sz="5400">
                <a:solidFill>
                  <a:srgbClr val="FF3300"/>
                </a:solidFill>
              </a:rPr>
              <a:t>3. Activity Planning</a:t>
            </a:r>
            <a:endParaRPr/>
          </a:p>
        </p:txBody>
      </p:sp>
      <p:sp>
        <p:nvSpPr>
          <p:cNvPr id="946" name="Google Shape;946;p11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40</a:t>
            </a:fld>
            <a:endParaRPr sz="1050" b="0" i="0" u="none" strike="noStrike" cap="none">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Planning And Scheduling</a:t>
            </a:r>
          </a:p>
        </p:txBody>
      </p:sp>
      <p:sp>
        <p:nvSpPr>
          <p:cNvPr id="3" name="Content Placeholder 2"/>
          <p:cNvSpPr>
            <a:spLocks noGrp="1"/>
          </p:cNvSpPr>
          <p:nvPr>
            <p:ph idx="1"/>
          </p:nvPr>
        </p:nvSpPr>
        <p:spPr/>
        <p:txBody>
          <a:bodyPr/>
          <a:lstStyle/>
          <a:p>
            <a:pPr eaLnBrk="1" hangingPunct="1">
              <a:buFontTx/>
              <a:buChar char="•"/>
            </a:pPr>
            <a:r>
              <a:rPr lang="en-US" dirty="0"/>
              <a:t>Need to develop a schedule in which planned start and end dates are assigned to all activities </a:t>
            </a:r>
          </a:p>
          <a:p>
            <a:pPr lvl="4" eaLnBrk="1" hangingPunct="1">
              <a:buFontTx/>
              <a:buChar char="•"/>
            </a:pPr>
            <a:r>
              <a:rPr lang="en-US" sz="2400" dirty="0"/>
              <a:t>Activity precedence &amp; Dependencies</a:t>
            </a:r>
          </a:p>
          <a:p>
            <a:pPr lvl="4" eaLnBrk="1" hangingPunct="1">
              <a:buFontTx/>
              <a:buChar char="•"/>
            </a:pPr>
            <a:r>
              <a:rPr lang="en-US" sz="2400" dirty="0"/>
              <a:t> Activity duration </a:t>
            </a:r>
          </a:p>
          <a:p>
            <a:pPr lvl="4" eaLnBrk="1" hangingPunct="1">
              <a:buFontTx/>
              <a:buChar char="•"/>
            </a:pPr>
            <a:r>
              <a:rPr lang="en-US" sz="2400" dirty="0"/>
              <a:t>Available resources</a:t>
            </a:r>
            <a:endParaRPr lang="en-US" altLang="en-US" sz="2400" dirty="0">
              <a:cs typeface="Times New Roman" panose="02020603050405020304" pitchFamily="18" charset="0"/>
            </a:endParaRPr>
          </a:p>
          <a:p>
            <a:pPr marL="0" indent="0">
              <a:buNone/>
            </a:pPr>
            <a:r>
              <a:rPr lang="en-US" sz="2400" dirty="0"/>
              <a:t>Steps </a:t>
            </a:r>
          </a:p>
          <a:p>
            <a:r>
              <a:rPr lang="en-US" sz="2400" dirty="0"/>
              <a:t>Define activities (Gantt chart )</a:t>
            </a:r>
          </a:p>
          <a:p>
            <a:r>
              <a:rPr lang="en-US" sz="2400" dirty="0"/>
              <a:t>Sequence activities  (CPM )</a:t>
            </a:r>
          </a:p>
          <a:p>
            <a:r>
              <a:rPr lang="en-US" sz="2400" dirty="0"/>
              <a:t>Estimate time (PERT)</a:t>
            </a:r>
          </a:p>
        </p:txBody>
      </p:sp>
      <p:sp>
        <p:nvSpPr>
          <p:cNvPr id="5" name="Slide Number Placeholder 4"/>
          <p:cNvSpPr>
            <a:spLocks noGrp="1"/>
          </p:cNvSpPr>
          <p:nvPr>
            <p:ph type="sldNum" sz="quarter" idx="11"/>
          </p:nvPr>
        </p:nvSpPr>
        <p:spPr/>
        <p:txBody>
          <a:bodyPr/>
          <a:lstStyle/>
          <a:p>
            <a:fld id="{4ABB134E-44F6-4D38-A546-606C92AD85F1}" type="slidenum">
              <a:rPr lang="en-US" altLang="en-US" smtClean="0"/>
              <a:pPr/>
              <a:t>41</a:t>
            </a:fld>
            <a:endParaRPr lang="en-US" altLang="en-US"/>
          </a:p>
        </p:txBody>
      </p:sp>
    </p:spTree>
    <p:extLst>
      <p:ext uri="{BB962C8B-B14F-4D97-AF65-F5344CB8AC3E}">
        <p14:creationId xmlns:p14="http://schemas.microsoft.com/office/powerpoint/2010/main" val="2558256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115"/>
          <p:cNvSpPr txBox="1">
            <a:spLocks noGrp="1"/>
          </p:cNvSpPr>
          <p:nvPr>
            <p:ph type="title"/>
          </p:nvPr>
        </p:nvSpPr>
        <p:spPr>
          <a:xfrm>
            <a:off x="1009980" y="1121925"/>
            <a:ext cx="4583424" cy="5334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ct val="100000"/>
              <a:buFont typeface="Calibri"/>
              <a:buNone/>
            </a:pPr>
            <a:r>
              <a:rPr lang="en-US" dirty="0"/>
              <a:t>Task Dependencies</a:t>
            </a:r>
            <a:endParaRPr dirty="0"/>
          </a:p>
        </p:txBody>
      </p:sp>
      <p:sp>
        <p:nvSpPr>
          <p:cNvPr id="965" name="Google Shape;965;p11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42</a:t>
            </a:fld>
            <a:endParaRPr sz="1050" b="0" i="0" u="none" strike="noStrike" cap="none">
              <a:solidFill>
                <a:schemeClr val="dk1"/>
              </a:solidFill>
              <a:latin typeface="Arial"/>
              <a:ea typeface="Arial"/>
              <a:cs typeface="Arial"/>
              <a:sym typeface="Arial"/>
            </a:endParaRPr>
          </a:p>
        </p:txBody>
      </p:sp>
      <p:sp>
        <p:nvSpPr>
          <p:cNvPr id="967" name="Google Shape;967;p115"/>
          <p:cNvSpPr txBox="1"/>
          <p:nvPr/>
        </p:nvSpPr>
        <p:spPr>
          <a:xfrm>
            <a:off x="1981200" y="2743200"/>
            <a:ext cx="52133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dirty="0">
                <a:solidFill>
                  <a:schemeClr val="dk1"/>
                </a:solidFill>
                <a:latin typeface="Arial"/>
                <a:ea typeface="Arial"/>
                <a:cs typeface="Arial"/>
                <a:sym typeface="Arial"/>
              </a:rPr>
              <a:t>Task Dependencies (relationships)</a:t>
            </a:r>
            <a:endParaRPr dirty="0"/>
          </a:p>
        </p:txBody>
      </p:sp>
      <p:grpSp>
        <p:nvGrpSpPr>
          <p:cNvPr id="968" name="Google Shape;968;p115"/>
          <p:cNvGrpSpPr/>
          <p:nvPr/>
        </p:nvGrpSpPr>
        <p:grpSpPr>
          <a:xfrm>
            <a:off x="1905001" y="2905125"/>
            <a:ext cx="8188325" cy="914400"/>
            <a:chOff x="240" y="1680"/>
            <a:chExt cx="5158" cy="576"/>
          </a:xfrm>
        </p:grpSpPr>
        <p:sp>
          <p:nvSpPr>
            <p:cNvPr id="969" name="Google Shape;969;p115"/>
            <p:cNvSpPr/>
            <p:nvPr/>
          </p:nvSpPr>
          <p:spPr>
            <a:xfrm>
              <a:off x="240" y="2006"/>
              <a:ext cx="4643"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chemeClr val="dk1"/>
                  </a:solidFill>
                  <a:latin typeface="Arial"/>
                  <a:ea typeface="Arial"/>
                  <a:cs typeface="Arial"/>
                  <a:sym typeface="Arial"/>
                </a:rPr>
                <a:t>Finish-to-start (</a:t>
              </a:r>
              <a:r>
                <a:rPr lang="en-US" sz="2000" b="1" i="0" u="none" strike="noStrike" cap="none" dirty="0">
                  <a:solidFill>
                    <a:srgbClr val="FF3300"/>
                  </a:solidFill>
                  <a:latin typeface="Arial"/>
                  <a:ea typeface="Arial"/>
                  <a:cs typeface="Arial"/>
                  <a:sym typeface="Arial"/>
                </a:rPr>
                <a:t>FS</a:t>
              </a:r>
              <a:r>
                <a:rPr lang="en-US" sz="2000" b="1" i="0" u="none" strike="noStrike" cap="none" dirty="0">
                  <a:solidFill>
                    <a:schemeClr val="dk1"/>
                  </a:solidFill>
                  <a:latin typeface="Arial"/>
                  <a:ea typeface="Arial"/>
                  <a:cs typeface="Arial"/>
                  <a:sym typeface="Arial"/>
                </a:rPr>
                <a:t>):</a:t>
              </a:r>
              <a:r>
                <a:rPr lang="en-US" sz="2000" b="0" i="0" u="none" strike="noStrike" cap="none" dirty="0">
                  <a:solidFill>
                    <a:schemeClr val="dk1"/>
                  </a:solidFill>
                  <a:latin typeface="Arial"/>
                  <a:ea typeface="Arial"/>
                  <a:cs typeface="Arial"/>
                  <a:sym typeface="Arial"/>
                </a:rPr>
                <a:t> Task (B) cannot start until task (A) finishes</a:t>
              </a:r>
              <a:endParaRPr dirty="0"/>
            </a:p>
          </p:txBody>
        </p:sp>
        <p:grpSp>
          <p:nvGrpSpPr>
            <p:cNvPr id="970" name="Google Shape;970;p115"/>
            <p:cNvGrpSpPr/>
            <p:nvPr/>
          </p:nvGrpSpPr>
          <p:grpSpPr>
            <a:xfrm>
              <a:off x="4774" y="1680"/>
              <a:ext cx="624" cy="386"/>
              <a:chOff x="3888" y="2304"/>
              <a:chExt cx="624" cy="386"/>
            </a:xfrm>
          </p:grpSpPr>
          <p:sp>
            <p:nvSpPr>
              <p:cNvPr id="971" name="Google Shape;971;p115"/>
              <p:cNvSpPr txBox="1"/>
              <p:nvPr/>
            </p:nvSpPr>
            <p:spPr>
              <a:xfrm>
                <a:off x="3888" y="2304"/>
                <a:ext cx="192" cy="194"/>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FF3300"/>
                    </a:solidFill>
                    <a:latin typeface="Arial"/>
                    <a:ea typeface="Arial"/>
                    <a:cs typeface="Arial"/>
                    <a:sym typeface="Arial"/>
                  </a:rPr>
                  <a:t>A</a:t>
                </a:r>
                <a:endParaRPr/>
              </a:p>
            </p:txBody>
          </p:sp>
          <p:sp>
            <p:nvSpPr>
              <p:cNvPr id="972" name="Google Shape;972;p115"/>
              <p:cNvSpPr txBox="1"/>
              <p:nvPr/>
            </p:nvSpPr>
            <p:spPr>
              <a:xfrm>
                <a:off x="4320" y="2496"/>
                <a:ext cx="192" cy="194"/>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FF3300"/>
                    </a:solidFill>
                    <a:latin typeface="Arial"/>
                    <a:ea typeface="Arial"/>
                    <a:cs typeface="Arial"/>
                    <a:sym typeface="Arial"/>
                  </a:rPr>
                  <a:t>B</a:t>
                </a:r>
                <a:endParaRPr/>
              </a:p>
            </p:txBody>
          </p:sp>
          <p:cxnSp>
            <p:nvCxnSpPr>
              <p:cNvPr id="973" name="Google Shape;973;p115"/>
              <p:cNvCxnSpPr/>
              <p:nvPr/>
            </p:nvCxnSpPr>
            <p:spPr>
              <a:xfrm>
                <a:off x="4080" y="2400"/>
                <a:ext cx="240" cy="96"/>
              </a:xfrm>
              <a:prstGeom prst="straightConnector1">
                <a:avLst/>
              </a:prstGeom>
              <a:noFill/>
              <a:ln w="9525" cap="flat" cmpd="sng">
                <a:solidFill>
                  <a:schemeClr val="dk1"/>
                </a:solidFill>
                <a:prstDash val="solid"/>
                <a:round/>
                <a:headEnd type="none" w="med" len="med"/>
                <a:tailEnd type="triangle" w="med" len="med"/>
              </a:ln>
            </p:spPr>
          </p:cxnSp>
        </p:grpSp>
      </p:grpSp>
      <p:grpSp>
        <p:nvGrpSpPr>
          <p:cNvPr id="974" name="Google Shape;974;p115"/>
          <p:cNvGrpSpPr/>
          <p:nvPr/>
        </p:nvGrpSpPr>
        <p:grpSpPr>
          <a:xfrm>
            <a:off x="1905001" y="3743324"/>
            <a:ext cx="8264525" cy="841375"/>
            <a:chOff x="240" y="2208"/>
            <a:chExt cx="5206" cy="530"/>
          </a:xfrm>
        </p:grpSpPr>
        <p:sp>
          <p:nvSpPr>
            <p:cNvPr id="975" name="Google Shape;975;p115"/>
            <p:cNvSpPr/>
            <p:nvPr/>
          </p:nvSpPr>
          <p:spPr>
            <a:xfrm>
              <a:off x="240" y="2304"/>
              <a:ext cx="4392"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Arial"/>
                  <a:ea typeface="Arial"/>
                  <a:cs typeface="Arial"/>
                  <a:sym typeface="Arial"/>
                </a:rPr>
                <a:t>Start-to-start (</a:t>
              </a:r>
              <a:r>
                <a:rPr lang="en-US" sz="2000" b="1" i="0" u="none" strike="noStrike" cap="none">
                  <a:solidFill>
                    <a:srgbClr val="0000FF"/>
                  </a:solidFill>
                  <a:latin typeface="Arial"/>
                  <a:ea typeface="Arial"/>
                  <a:cs typeface="Arial"/>
                  <a:sym typeface="Arial"/>
                </a:rPr>
                <a:t>SS</a:t>
              </a:r>
              <a:r>
                <a:rPr lang="en-US" sz="2000" b="1" i="0" u="none" strike="noStrike" cap="none">
                  <a:solidFill>
                    <a:schemeClr val="dk1"/>
                  </a:solidFill>
                  <a:latin typeface="Arial"/>
                  <a:ea typeface="Arial"/>
                  <a:cs typeface="Arial"/>
                  <a:sym typeface="Arial"/>
                </a:rPr>
                <a:t>):</a:t>
              </a:r>
              <a:r>
                <a:rPr lang="en-US" sz="2000" b="0" i="0" u="none" strike="noStrike" cap="none">
                  <a:solidFill>
                    <a:schemeClr val="dk1"/>
                  </a:solidFill>
                  <a:latin typeface="Arial"/>
                  <a:ea typeface="Arial"/>
                  <a:cs typeface="Arial"/>
                  <a:sym typeface="Arial"/>
                </a:rPr>
                <a:t> Task (B) cannot start until task (A) starts</a:t>
              </a:r>
              <a:endParaRPr/>
            </a:p>
          </p:txBody>
        </p:sp>
        <p:grpSp>
          <p:nvGrpSpPr>
            <p:cNvPr id="976" name="Google Shape;976;p115"/>
            <p:cNvGrpSpPr/>
            <p:nvPr/>
          </p:nvGrpSpPr>
          <p:grpSpPr>
            <a:xfrm>
              <a:off x="5158" y="2208"/>
              <a:ext cx="288" cy="530"/>
              <a:chOff x="4416" y="2544"/>
              <a:chExt cx="288" cy="530"/>
            </a:xfrm>
          </p:grpSpPr>
          <p:sp>
            <p:nvSpPr>
              <p:cNvPr id="977" name="Google Shape;977;p115"/>
              <p:cNvSpPr txBox="1"/>
              <p:nvPr/>
            </p:nvSpPr>
            <p:spPr>
              <a:xfrm>
                <a:off x="4512" y="2544"/>
                <a:ext cx="192" cy="194"/>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0000FF"/>
                    </a:solidFill>
                    <a:latin typeface="Arial"/>
                    <a:ea typeface="Arial"/>
                    <a:cs typeface="Arial"/>
                    <a:sym typeface="Arial"/>
                  </a:rPr>
                  <a:t>A</a:t>
                </a:r>
                <a:endParaRPr/>
              </a:p>
            </p:txBody>
          </p:sp>
          <p:sp>
            <p:nvSpPr>
              <p:cNvPr id="978" name="Google Shape;978;p115"/>
              <p:cNvSpPr txBox="1"/>
              <p:nvPr/>
            </p:nvSpPr>
            <p:spPr>
              <a:xfrm>
                <a:off x="4512" y="2880"/>
                <a:ext cx="192" cy="194"/>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0000FF"/>
                    </a:solidFill>
                    <a:latin typeface="Arial"/>
                    <a:ea typeface="Arial"/>
                    <a:cs typeface="Arial"/>
                    <a:sym typeface="Arial"/>
                  </a:rPr>
                  <a:t>B</a:t>
                </a:r>
                <a:endParaRPr/>
              </a:p>
            </p:txBody>
          </p:sp>
          <p:cxnSp>
            <p:nvCxnSpPr>
              <p:cNvPr id="979" name="Google Shape;979;p115"/>
              <p:cNvCxnSpPr/>
              <p:nvPr/>
            </p:nvCxnSpPr>
            <p:spPr>
              <a:xfrm>
                <a:off x="4416" y="2976"/>
                <a:ext cx="96" cy="0"/>
              </a:xfrm>
              <a:prstGeom prst="straightConnector1">
                <a:avLst/>
              </a:prstGeom>
              <a:noFill/>
              <a:ln w="9525" cap="flat" cmpd="sng">
                <a:solidFill>
                  <a:schemeClr val="dk1"/>
                </a:solidFill>
                <a:prstDash val="solid"/>
                <a:round/>
                <a:headEnd type="none" w="med" len="med"/>
                <a:tailEnd type="triangle" w="med" len="med"/>
              </a:ln>
            </p:spPr>
          </p:cxnSp>
          <p:sp>
            <p:nvSpPr>
              <p:cNvPr id="980" name="Google Shape;980;p115"/>
              <p:cNvSpPr/>
              <p:nvPr/>
            </p:nvSpPr>
            <p:spPr>
              <a:xfrm>
                <a:off x="4416" y="2640"/>
                <a:ext cx="96" cy="336"/>
              </a:xfrm>
              <a:custGeom>
                <a:avLst/>
                <a:gdLst/>
                <a:ahLst/>
                <a:cxnLst/>
                <a:rect l="l" t="t" r="r" b="b"/>
                <a:pathLst>
                  <a:path w="96" h="336" extrusionOk="0">
                    <a:moveTo>
                      <a:pt x="96" y="0"/>
                    </a:moveTo>
                    <a:lnTo>
                      <a:pt x="0" y="0"/>
                    </a:lnTo>
                    <a:lnTo>
                      <a:pt x="0" y="336"/>
                    </a:lnTo>
                    <a:lnTo>
                      <a:pt x="96" y="336"/>
                    </a:lnTo>
                  </a:path>
                </a:pathLst>
              </a:custGeom>
              <a:noFill/>
              <a:ln w="9525" cap="flat" cmpd="sng">
                <a:solidFill>
                  <a:schemeClr val="dk1"/>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grpSp>
      <p:grpSp>
        <p:nvGrpSpPr>
          <p:cNvPr id="981" name="Google Shape;981;p115"/>
          <p:cNvGrpSpPr/>
          <p:nvPr/>
        </p:nvGrpSpPr>
        <p:grpSpPr>
          <a:xfrm>
            <a:off x="1905000" y="4505324"/>
            <a:ext cx="8458200" cy="1146175"/>
            <a:chOff x="240" y="2688"/>
            <a:chExt cx="5328" cy="722"/>
          </a:xfrm>
        </p:grpSpPr>
        <p:sp>
          <p:nvSpPr>
            <p:cNvPr id="982" name="Google Shape;982;p115"/>
            <p:cNvSpPr/>
            <p:nvPr/>
          </p:nvSpPr>
          <p:spPr>
            <a:xfrm>
              <a:off x="240" y="2688"/>
              <a:ext cx="4823"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Arial"/>
                  <a:ea typeface="Arial"/>
                  <a:cs typeface="Arial"/>
                  <a:sym typeface="Arial"/>
                </a:rPr>
                <a:t>Finish-to-Finish (</a:t>
              </a:r>
              <a:r>
                <a:rPr lang="en-US" sz="2000" b="1" i="0" u="none" strike="noStrike" cap="none">
                  <a:solidFill>
                    <a:srgbClr val="009900"/>
                  </a:solidFill>
                  <a:latin typeface="Arial"/>
                  <a:ea typeface="Arial"/>
                  <a:cs typeface="Arial"/>
                  <a:sym typeface="Arial"/>
                </a:rPr>
                <a:t>FF)</a:t>
              </a:r>
              <a:r>
                <a:rPr lang="en-US" sz="2000" b="1" i="0" u="none" strike="noStrike" cap="none">
                  <a:solidFill>
                    <a:schemeClr val="dk1"/>
                  </a:solidFill>
                  <a:latin typeface="Arial"/>
                  <a:ea typeface="Arial"/>
                  <a:cs typeface="Arial"/>
                  <a:sym typeface="Arial"/>
                </a:rPr>
                <a:t>:</a:t>
              </a:r>
              <a:r>
                <a:rPr lang="en-US" sz="2000" b="0" i="0" u="none" strike="noStrike" cap="none">
                  <a:solidFill>
                    <a:schemeClr val="dk1"/>
                  </a:solidFill>
                  <a:latin typeface="Arial"/>
                  <a:ea typeface="Arial"/>
                  <a:cs typeface="Arial"/>
                  <a:sym typeface="Arial"/>
                </a:rPr>
                <a:t> Task (B) cannot finish until task (A) finishes</a:t>
              </a:r>
              <a:endParaRPr/>
            </a:p>
          </p:txBody>
        </p:sp>
        <p:grpSp>
          <p:nvGrpSpPr>
            <p:cNvPr id="983" name="Google Shape;983;p115"/>
            <p:cNvGrpSpPr/>
            <p:nvPr/>
          </p:nvGrpSpPr>
          <p:grpSpPr>
            <a:xfrm>
              <a:off x="5254" y="2880"/>
              <a:ext cx="314" cy="530"/>
              <a:chOff x="4918" y="3123"/>
              <a:chExt cx="314" cy="530"/>
            </a:xfrm>
          </p:grpSpPr>
          <p:sp>
            <p:nvSpPr>
              <p:cNvPr id="984" name="Google Shape;984;p115"/>
              <p:cNvSpPr txBox="1"/>
              <p:nvPr/>
            </p:nvSpPr>
            <p:spPr>
              <a:xfrm>
                <a:off x="4918" y="3123"/>
                <a:ext cx="192" cy="194"/>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009900"/>
                    </a:solidFill>
                    <a:latin typeface="Arial"/>
                    <a:ea typeface="Arial"/>
                    <a:cs typeface="Arial"/>
                    <a:sym typeface="Arial"/>
                  </a:rPr>
                  <a:t>A</a:t>
                </a:r>
                <a:endParaRPr/>
              </a:p>
            </p:txBody>
          </p:sp>
          <p:sp>
            <p:nvSpPr>
              <p:cNvPr id="985" name="Google Shape;985;p115"/>
              <p:cNvSpPr txBox="1"/>
              <p:nvPr/>
            </p:nvSpPr>
            <p:spPr>
              <a:xfrm>
                <a:off x="4918" y="3459"/>
                <a:ext cx="192" cy="194"/>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009900"/>
                    </a:solidFill>
                    <a:latin typeface="Arial"/>
                    <a:ea typeface="Arial"/>
                    <a:cs typeface="Arial"/>
                    <a:sym typeface="Arial"/>
                  </a:rPr>
                  <a:t>B</a:t>
                </a:r>
                <a:endParaRPr/>
              </a:p>
            </p:txBody>
          </p:sp>
          <p:cxnSp>
            <p:nvCxnSpPr>
              <p:cNvPr id="986" name="Google Shape;986;p115"/>
              <p:cNvCxnSpPr/>
              <p:nvPr/>
            </p:nvCxnSpPr>
            <p:spPr>
              <a:xfrm rot="10800000">
                <a:off x="5114" y="3552"/>
                <a:ext cx="118" cy="3"/>
              </a:xfrm>
              <a:prstGeom prst="straightConnector1">
                <a:avLst/>
              </a:prstGeom>
              <a:noFill/>
              <a:ln w="9525" cap="flat" cmpd="sng">
                <a:solidFill>
                  <a:schemeClr val="dk1"/>
                </a:solidFill>
                <a:prstDash val="solid"/>
                <a:round/>
                <a:headEnd type="none" w="med" len="med"/>
                <a:tailEnd type="triangle" w="med" len="med"/>
              </a:ln>
            </p:spPr>
          </p:cxnSp>
          <p:sp>
            <p:nvSpPr>
              <p:cNvPr id="987" name="Google Shape;987;p115"/>
              <p:cNvSpPr/>
              <p:nvPr/>
            </p:nvSpPr>
            <p:spPr>
              <a:xfrm flipH="1">
                <a:off x="5136" y="3264"/>
                <a:ext cx="96" cy="288"/>
              </a:xfrm>
              <a:custGeom>
                <a:avLst/>
                <a:gdLst/>
                <a:ahLst/>
                <a:cxnLst/>
                <a:rect l="l" t="t" r="r" b="b"/>
                <a:pathLst>
                  <a:path w="96" h="336" extrusionOk="0">
                    <a:moveTo>
                      <a:pt x="96" y="0"/>
                    </a:moveTo>
                    <a:lnTo>
                      <a:pt x="0" y="0"/>
                    </a:lnTo>
                    <a:lnTo>
                      <a:pt x="0" y="336"/>
                    </a:lnTo>
                    <a:lnTo>
                      <a:pt x="96" y="336"/>
                    </a:lnTo>
                  </a:path>
                </a:pathLst>
              </a:custGeom>
              <a:noFill/>
              <a:ln w="9525" cap="flat" cmpd="sng">
                <a:solidFill>
                  <a:schemeClr val="dk1"/>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grpSp>
      <p:grpSp>
        <p:nvGrpSpPr>
          <p:cNvPr id="988" name="Google Shape;988;p115"/>
          <p:cNvGrpSpPr/>
          <p:nvPr/>
        </p:nvGrpSpPr>
        <p:grpSpPr>
          <a:xfrm>
            <a:off x="1905001" y="5029203"/>
            <a:ext cx="7186613" cy="1141413"/>
            <a:chOff x="240" y="3072"/>
            <a:chExt cx="4527" cy="719"/>
          </a:xfrm>
        </p:grpSpPr>
        <p:sp>
          <p:nvSpPr>
            <p:cNvPr id="989" name="Google Shape;989;p115"/>
            <p:cNvSpPr/>
            <p:nvPr/>
          </p:nvSpPr>
          <p:spPr>
            <a:xfrm>
              <a:off x="240" y="3072"/>
              <a:ext cx="4527"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Arial"/>
                  <a:ea typeface="Arial"/>
                  <a:cs typeface="Arial"/>
                  <a:sym typeface="Arial"/>
                </a:rPr>
                <a:t>Start-to-finish </a:t>
              </a:r>
              <a:r>
                <a:rPr lang="en-US" sz="2000" b="1" i="0" u="none" strike="noStrike" cap="none">
                  <a:solidFill>
                    <a:srgbClr val="FF3300"/>
                  </a:solidFill>
                  <a:latin typeface="Arial"/>
                  <a:ea typeface="Arial"/>
                  <a:cs typeface="Arial"/>
                  <a:sym typeface="Arial"/>
                </a:rPr>
                <a:t>(SF</a:t>
              </a:r>
              <a:r>
                <a:rPr lang="en-US" sz="2000" b="1" i="0" u="none" strike="noStrike" cap="none">
                  <a:solidFill>
                    <a:schemeClr val="dk1"/>
                  </a:solidFill>
                  <a:latin typeface="Arial"/>
                  <a:ea typeface="Arial"/>
                  <a:cs typeface="Arial"/>
                  <a:sym typeface="Arial"/>
                </a:rPr>
                <a:t>):</a:t>
              </a:r>
              <a:r>
                <a:rPr lang="en-US" sz="2000" b="0" i="0" u="none" strike="noStrike" cap="none">
                  <a:solidFill>
                    <a:schemeClr val="dk1"/>
                  </a:solidFill>
                  <a:latin typeface="Arial"/>
                  <a:ea typeface="Arial"/>
                  <a:cs typeface="Arial"/>
                  <a:sym typeface="Arial"/>
                </a:rPr>
                <a:t> Task (B) cannot finish until task (A) starts</a:t>
              </a:r>
              <a:endParaRPr/>
            </a:p>
          </p:txBody>
        </p:sp>
        <p:grpSp>
          <p:nvGrpSpPr>
            <p:cNvPr id="990" name="Google Shape;990;p115"/>
            <p:cNvGrpSpPr/>
            <p:nvPr/>
          </p:nvGrpSpPr>
          <p:grpSpPr>
            <a:xfrm>
              <a:off x="4054" y="3312"/>
              <a:ext cx="624" cy="479"/>
              <a:chOff x="3648" y="3411"/>
              <a:chExt cx="624" cy="479"/>
            </a:xfrm>
          </p:grpSpPr>
          <p:sp>
            <p:nvSpPr>
              <p:cNvPr id="991" name="Google Shape;991;p115"/>
              <p:cNvSpPr txBox="1"/>
              <p:nvPr/>
            </p:nvSpPr>
            <p:spPr>
              <a:xfrm>
                <a:off x="4080" y="3411"/>
                <a:ext cx="192" cy="194"/>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FF3300"/>
                    </a:solidFill>
                    <a:latin typeface="Arial"/>
                    <a:ea typeface="Arial"/>
                    <a:cs typeface="Arial"/>
                    <a:sym typeface="Arial"/>
                  </a:rPr>
                  <a:t>A</a:t>
                </a:r>
                <a:endParaRPr/>
              </a:p>
            </p:txBody>
          </p:sp>
          <p:sp>
            <p:nvSpPr>
              <p:cNvPr id="992" name="Google Shape;992;p115"/>
              <p:cNvSpPr txBox="1"/>
              <p:nvPr/>
            </p:nvSpPr>
            <p:spPr>
              <a:xfrm>
                <a:off x="3648" y="3696"/>
                <a:ext cx="192" cy="194"/>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FF3300"/>
                    </a:solidFill>
                    <a:latin typeface="Arial"/>
                    <a:ea typeface="Arial"/>
                    <a:cs typeface="Arial"/>
                    <a:sym typeface="Arial"/>
                  </a:rPr>
                  <a:t>B</a:t>
                </a:r>
                <a:endParaRPr/>
              </a:p>
            </p:txBody>
          </p:sp>
          <p:cxnSp>
            <p:nvCxnSpPr>
              <p:cNvPr id="993" name="Google Shape;993;p115"/>
              <p:cNvCxnSpPr/>
              <p:nvPr/>
            </p:nvCxnSpPr>
            <p:spPr>
              <a:xfrm rot="10800000">
                <a:off x="3840" y="3792"/>
                <a:ext cx="118" cy="3"/>
              </a:xfrm>
              <a:prstGeom prst="straightConnector1">
                <a:avLst/>
              </a:prstGeom>
              <a:noFill/>
              <a:ln w="9525" cap="flat" cmpd="sng">
                <a:solidFill>
                  <a:schemeClr val="dk1"/>
                </a:solidFill>
                <a:prstDash val="solid"/>
                <a:round/>
                <a:headEnd type="none" w="med" len="med"/>
                <a:tailEnd type="triangle" w="med" len="med"/>
              </a:ln>
            </p:spPr>
          </p:cxnSp>
          <p:sp>
            <p:nvSpPr>
              <p:cNvPr id="994" name="Google Shape;994;p115"/>
              <p:cNvSpPr/>
              <p:nvPr/>
            </p:nvSpPr>
            <p:spPr>
              <a:xfrm>
                <a:off x="3984" y="3552"/>
                <a:ext cx="96" cy="240"/>
              </a:xfrm>
              <a:custGeom>
                <a:avLst/>
                <a:gdLst/>
                <a:ahLst/>
                <a:cxnLst/>
                <a:rect l="l" t="t" r="r" b="b"/>
                <a:pathLst>
                  <a:path w="96" h="240" extrusionOk="0">
                    <a:moveTo>
                      <a:pt x="96" y="0"/>
                    </a:moveTo>
                    <a:lnTo>
                      <a:pt x="0" y="0"/>
                    </a:lnTo>
                    <a:lnTo>
                      <a:pt x="0" y="240"/>
                    </a:lnTo>
                  </a:path>
                </a:pathLst>
              </a:custGeom>
              <a:noFill/>
              <a:ln w="9525" cap="flat" cmpd="sng">
                <a:solidFill>
                  <a:schemeClr val="dk1"/>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p11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t>Scheduling as precedence</a:t>
            </a:r>
            <a:endParaRPr dirty="0"/>
          </a:p>
        </p:txBody>
      </p:sp>
      <p:sp>
        <p:nvSpPr>
          <p:cNvPr id="1002" name="Google Shape;1002;p11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43</a:t>
            </a:fld>
            <a:endParaRPr sz="1050" b="0" i="0" u="none" strike="noStrike" cap="none">
              <a:solidFill>
                <a:schemeClr val="dk1"/>
              </a:solidFill>
              <a:latin typeface="Arial"/>
              <a:ea typeface="Arial"/>
              <a:cs typeface="Arial"/>
              <a:sym typeface="Arial"/>
            </a:endParaRPr>
          </a:p>
        </p:txBody>
      </p:sp>
      <p:grpSp>
        <p:nvGrpSpPr>
          <p:cNvPr id="1003" name="Google Shape;1003;p116"/>
          <p:cNvGrpSpPr/>
          <p:nvPr/>
        </p:nvGrpSpPr>
        <p:grpSpPr>
          <a:xfrm>
            <a:off x="2590800" y="1676401"/>
            <a:ext cx="2895600" cy="1527403"/>
            <a:chOff x="1066800" y="1676400"/>
            <a:chExt cx="2895600" cy="1526869"/>
          </a:xfrm>
        </p:grpSpPr>
        <p:sp>
          <p:nvSpPr>
            <p:cNvPr id="1004" name="Google Shape;1004;p116"/>
            <p:cNvSpPr txBox="1"/>
            <p:nvPr/>
          </p:nvSpPr>
          <p:spPr>
            <a:xfrm>
              <a:off x="1066800" y="2057400"/>
              <a:ext cx="1676400" cy="307669"/>
            </a:xfrm>
            <a:prstGeom prst="rect">
              <a:avLst/>
            </a:prstGeom>
            <a:noFill/>
            <a:ln w="9525" cap="flat" cmpd="sng">
              <a:solidFill>
                <a:schemeClr val="dk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dirty="0">
                  <a:solidFill>
                    <a:schemeClr val="dk1"/>
                  </a:solidFill>
                  <a:latin typeface="Arial"/>
                  <a:ea typeface="Arial"/>
                  <a:cs typeface="Arial"/>
                  <a:sym typeface="Arial"/>
                </a:rPr>
                <a:t>A: Designing</a:t>
              </a:r>
              <a:endParaRPr dirty="0"/>
            </a:p>
          </p:txBody>
        </p:sp>
        <p:sp>
          <p:nvSpPr>
            <p:cNvPr id="1005" name="Google Shape;1005;p116"/>
            <p:cNvSpPr txBox="1"/>
            <p:nvPr/>
          </p:nvSpPr>
          <p:spPr>
            <a:xfrm>
              <a:off x="2743200" y="2514600"/>
              <a:ext cx="1219200" cy="307669"/>
            </a:xfrm>
            <a:prstGeom prst="rect">
              <a:avLst/>
            </a:prstGeom>
            <a:noFill/>
            <a:ln w="9525" cap="flat" cmpd="sng">
              <a:solidFill>
                <a:schemeClr val="dk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dirty="0">
                  <a:solidFill>
                    <a:schemeClr val="dk1"/>
                  </a:solidFill>
                  <a:latin typeface="Arial"/>
                  <a:ea typeface="Arial"/>
                  <a:cs typeface="Arial"/>
                  <a:sym typeface="Arial"/>
                </a:rPr>
                <a:t>B: Coding</a:t>
              </a:r>
              <a:endParaRPr dirty="0"/>
            </a:p>
          </p:txBody>
        </p:sp>
        <p:sp>
          <p:nvSpPr>
            <p:cNvPr id="1006" name="Google Shape;1006;p116"/>
            <p:cNvSpPr txBox="1"/>
            <p:nvPr/>
          </p:nvSpPr>
          <p:spPr>
            <a:xfrm>
              <a:off x="2438400" y="1676400"/>
              <a:ext cx="381000" cy="3076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F</a:t>
              </a:r>
              <a:endParaRPr/>
            </a:p>
          </p:txBody>
        </p:sp>
        <p:sp>
          <p:nvSpPr>
            <p:cNvPr id="1007" name="Google Shape;1007;p116"/>
            <p:cNvSpPr txBox="1"/>
            <p:nvPr/>
          </p:nvSpPr>
          <p:spPr>
            <a:xfrm>
              <a:off x="2590800" y="2895600"/>
              <a:ext cx="381000" cy="3076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S</a:t>
              </a:r>
              <a:endParaRPr/>
            </a:p>
          </p:txBody>
        </p:sp>
      </p:grpSp>
      <p:grpSp>
        <p:nvGrpSpPr>
          <p:cNvPr id="1008" name="Google Shape;1008;p116"/>
          <p:cNvGrpSpPr/>
          <p:nvPr/>
        </p:nvGrpSpPr>
        <p:grpSpPr>
          <a:xfrm>
            <a:off x="7010400" y="1676401"/>
            <a:ext cx="1905000" cy="1527403"/>
            <a:chOff x="5486400" y="1676400"/>
            <a:chExt cx="1905000" cy="1526869"/>
          </a:xfrm>
        </p:grpSpPr>
        <p:sp>
          <p:nvSpPr>
            <p:cNvPr id="1009" name="Google Shape;1009;p116"/>
            <p:cNvSpPr txBox="1"/>
            <p:nvPr/>
          </p:nvSpPr>
          <p:spPr>
            <a:xfrm>
              <a:off x="5638800" y="2057400"/>
              <a:ext cx="1676400" cy="307669"/>
            </a:xfrm>
            <a:prstGeom prst="rect">
              <a:avLst/>
            </a:prstGeom>
            <a:noFill/>
            <a:ln w="9525" cap="flat" cmpd="sng">
              <a:solidFill>
                <a:schemeClr val="dk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A: Testing</a:t>
              </a:r>
              <a:endParaRPr/>
            </a:p>
          </p:txBody>
        </p:sp>
        <p:sp>
          <p:nvSpPr>
            <p:cNvPr id="1010" name="Google Shape;1010;p116"/>
            <p:cNvSpPr txBox="1"/>
            <p:nvPr/>
          </p:nvSpPr>
          <p:spPr>
            <a:xfrm>
              <a:off x="5638800" y="2514600"/>
              <a:ext cx="1752600" cy="307669"/>
            </a:xfrm>
            <a:prstGeom prst="rect">
              <a:avLst/>
            </a:prstGeom>
            <a:noFill/>
            <a:ln w="9525" cap="flat" cmpd="sng">
              <a:solidFill>
                <a:schemeClr val="dk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dirty="0">
                  <a:solidFill>
                    <a:schemeClr val="dk1"/>
                  </a:solidFill>
                  <a:latin typeface="Arial"/>
                  <a:ea typeface="Arial"/>
                  <a:cs typeface="Arial"/>
                  <a:sym typeface="Arial"/>
                </a:rPr>
                <a:t>B: Debugging </a:t>
              </a:r>
              <a:endParaRPr dirty="0"/>
            </a:p>
          </p:txBody>
        </p:sp>
        <p:sp>
          <p:nvSpPr>
            <p:cNvPr id="1011" name="Google Shape;1011;p116"/>
            <p:cNvSpPr txBox="1"/>
            <p:nvPr/>
          </p:nvSpPr>
          <p:spPr>
            <a:xfrm>
              <a:off x="5486400" y="1676400"/>
              <a:ext cx="381000" cy="3076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S</a:t>
              </a:r>
              <a:endParaRPr/>
            </a:p>
          </p:txBody>
        </p:sp>
        <p:sp>
          <p:nvSpPr>
            <p:cNvPr id="1012" name="Google Shape;1012;p116"/>
            <p:cNvSpPr txBox="1"/>
            <p:nvPr/>
          </p:nvSpPr>
          <p:spPr>
            <a:xfrm>
              <a:off x="5486400" y="2895600"/>
              <a:ext cx="381000" cy="3076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S</a:t>
              </a:r>
              <a:endParaRPr/>
            </a:p>
          </p:txBody>
        </p:sp>
      </p:grpSp>
      <p:grpSp>
        <p:nvGrpSpPr>
          <p:cNvPr id="1013" name="Google Shape;1013;p116"/>
          <p:cNvGrpSpPr/>
          <p:nvPr/>
        </p:nvGrpSpPr>
        <p:grpSpPr>
          <a:xfrm>
            <a:off x="2667000" y="3592513"/>
            <a:ext cx="1981200" cy="1527403"/>
            <a:chOff x="1143000" y="3593068"/>
            <a:chExt cx="1981200" cy="1526870"/>
          </a:xfrm>
        </p:grpSpPr>
        <p:sp>
          <p:nvSpPr>
            <p:cNvPr id="1014" name="Google Shape;1014;p116"/>
            <p:cNvSpPr txBox="1"/>
            <p:nvPr/>
          </p:nvSpPr>
          <p:spPr>
            <a:xfrm>
              <a:off x="1143000" y="3974068"/>
              <a:ext cx="1752600" cy="307670"/>
            </a:xfrm>
            <a:prstGeom prst="rect">
              <a:avLst/>
            </a:prstGeom>
            <a:noFill/>
            <a:ln w="9525" cap="flat" cmpd="sng">
              <a:solidFill>
                <a:schemeClr val="dk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dirty="0">
                  <a:solidFill>
                    <a:schemeClr val="dk1"/>
                  </a:solidFill>
                  <a:latin typeface="Arial"/>
                  <a:ea typeface="Arial"/>
                  <a:cs typeface="Arial"/>
                  <a:sym typeface="Arial"/>
                </a:rPr>
                <a:t>A: Coding</a:t>
              </a:r>
              <a:endParaRPr dirty="0"/>
            </a:p>
          </p:txBody>
        </p:sp>
        <p:sp>
          <p:nvSpPr>
            <p:cNvPr id="1015" name="Google Shape;1015;p116"/>
            <p:cNvSpPr txBox="1"/>
            <p:nvPr/>
          </p:nvSpPr>
          <p:spPr>
            <a:xfrm>
              <a:off x="1295400" y="4431268"/>
              <a:ext cx="1600200" cy="338554"/>
            </a:xfrm>
            <a:prstGeom prst="rect">
              <a:avLst/>
            </a:prstGeom>
            <a:noFill/>
            <a:ln w="9525" cap="flat" cmpd="sng">
              <a:solidFill>
                <a:schemeClr val="dk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a:solidFill>
                    <a:schemeClr val="dk1"/>
                  </a:solidFill>
                  <a:latin typeface="Arial"/>
                  <a:ea typeface="Arial"/>
                  <a:cs typeface="Arial"/>
                  <a:sym typeface="Arial"/>
                </a:rPr>
                <a:t>B: Unit Testing </a:t>
              </a:r>
              <a:endParaRPr/>
            </a:p>
          </p:txBody>
        </p:sp>
        <p:sp>
          <p:nvSpPr>
            <p:cNvPr id="1016" name="Google Shape;1016;p116"/>
            <p:cNvSpPr txBox="1"/>
            <p:nvPr/>
          </p:nvSpPr>
          <p:spPr>
            <a:xfrm>
              <a:off x="2590800" y="3593068"/>
              <a:ext cx="381000" cy="3076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F</a:t>
              </a:r>
              <a:endParaRPr/>
            </a:p>
          </p:txBody>
        </p:sp>
        <p:sp>
          <p:nvSpPr>
            <p:cNvPr id="1017" name="Google Shape;1017;p116"/>
            <p:cNvSpPr txBox="1"/>
            <p:nvPr/>
          </p:nvSpPr>
          <p:spPr>
            <a:xfrm>
              <a:off x="2743200" y="4812268"/>
              <a:ext cx="381000" cy="3076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F</a:t>
              </a:r>
              <a:endParaRPr/>
            </a:p>
          </p:txBody>
        </p:sp>
      </p:grpSp>
      <p:grpSp>
        <p:nvGrpSpPr>
          <p:cNvPr id="1018" name="Google Shape;1018;p116"/>
          <p:cNvGrpSpPr/>
          <p:nvPr/>
        </p:nvGrpSpPr>
        <p:grpSpPr>
          <a:xfrm>
            <a:off x="5562600" y="3592513"/>
            <a:ext cx="3276600" cy="1527403"/>
            <a:chOff x="4038600" y="3593068"/>
            <a:chExt cx="3276600" cy="1526870"/>
          </a:xfrm>
        </p:grpSpPr>
        <p:sp>
          <p:nvSpPr>
            <p:cNvPr id="1019" name="Google Shape;1019;p116"/>
            <p:cNvSpPr txBox="1"/>
            <p:nvPr/>
          </p:nvSpPr>
          <p:spPr>
            <a:xfrm>
              <a:off x="5638800" y="3974068"/>
              <a:ext cx="1676400" cy="307670"/>
            </a:xfrm>
            <a:prstGeom prst="rect">
              <a:avLst/>
            </a:prstGeom>
            <a:noFill/>
            <a:ln w="9525" cap="flat" cmpd="sng">
              <a:solidFill>
                <a:schemeClr val="dk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A: Release</a:t>
              </a:r>
              <a:endParaRPr/>
            </a:p>
          </p:txBody>
        </p:sp>
        <p:sp>
          <p:nvSpPr>
            <p:cNvPr id="1020" name="Google Shape;1020;p116"/>
            <p:cNvSpPr txBox="1"/>
            <p:nvPr/>
          </p:nvSpPr>
          <p:spPr>
            <a:xfrm>
              <a:off x="4038600" y="4431268"/>
              <a:ext cx="1600200" cy="338554"/>
            </a:xfrm>
            <a:prstGeom prst="rect">
              <a:avLst/>
            </a:prstGeom>
            <a:noFill/>
            <a:ln w="9525" cap="flat" cmpd="sng">
              <a:solidFill>
                <a:schemeClr val="dk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a:solidFill>
                    <a:schemeClr val="dk1"/>
                  </a:solidFill>
                  <a:latin typeface="Arial"/>
                  <a:ea typeface="Arial"/>
                  <a:cs typeface="Arial"/>
                  <a:sym typeface="Arial"/>
                </a:rPr>
                <a:t>B: Bug Fixing </a:t>
              </a:r>
              <a:endParaRPr/>
            </a:p>
          </p:txBody>
        </p:sp>
        <p:sp>
          <p:nvSpPr>
            <p:cNvPr id="1021" name="Google Shape;1021;p116"/>
            <p:cNvSpPr txBox="1"/>
            <p:nvPr/>
          </p:nvSpPr>
          <p:spPr>
            <a:xfrm>
              <a:off x="5486400" y="3593068"/>
              <a:ext cx="381000" cy="3076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S</a:t>
              </a:r>
              <a:endParaRPr/>
            </a:p>
          </p:txBody>
        </p:sp>
        <p:sp>
          <p:nvSpPr>
            <p:cNvPr id="1022" name="Google Shape;1022;p116"/>
            <p:cNvSpPr txBox="1"/>
            <p:nvPr/>
          </p:nvSpPr>
          <p:spPr>
            <a:xfrm>
              <a:off x="5486400" y="4812268"/>
              <a:ext cx="381000" cy="3076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F</a:t>
              </a:r>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Gantt chart  - Define activities </a:t>
            </a:r>
            <a:br>
              <a:rPr lang="en-US" dirty="0"/>
            </a:br>
            <a:endParaRPr lang="en-US" dirty="0"/>
          </a:p>
        </p:txBody>
      </p:sp>
      <p:sp>
        <p:nvSpPr>
          <p:cNvPr id="3" name="Content Placeholder 2"/>
          <p:cNvSpPr>
            <a:spLocks noGrp="1"/>
          </p:cNvSpPr>
          <p:nvPr>
            <p:ph idx="1"/>
          </p:nvPr>
        </p:nvSpPr>
        <p:spPr/>
        <p:txBody>
          <a:bodyPr/>
          <a:lstStyle/>
          <a:p>
            <a:r>
              <a:rPr lang="en-US" dirty="0"/>
              <a:t>Developed in 1918 by H.L. Gantt </a:t>
            </a:r>
          </a:p>
          <a:p>
            <a:r>
              <a:rPr lang="en-US" dirty="0"/>
              <a:t>■ Graph or bar chart with a bar for each project activity that shows passage of time ■ Provides visual display of project schedule</a:t>
            </a:r>
          </a:p>
        </p:txBody>
      </p:sp>
      <p:sp>
        <p:nvSpPr>
          <p:cNvPr id="5" name="Slide Number Placeholder 4"/>
          <p:cNvSpPr>
            <a:spLocks noGrp="1"/>
          </p:cNvSpPr>
          <p:nvPr>
            <p:ph type="sldNum" sz="quarter" idx="11"/>
          </p:nvPr>
        </p:nvSpPr>
        <p:spPr/>
        <p:txBody>
          <a:bodyPr/>
          <a:lstStyle/>
          <a:p>
            <a:fld id="{4ABB134E-44F6-4D38-A546-606C92AD85F1}" type="slidenum">
              <a:rPr lang="en-US" altLang="en-US" smtClean="0"/>
              <a:pPr/>
              <a:t>44</a:t>
            </a:fld>
            <a:endParaRPr lang="en-US" altLang="en-US"/>
          </a:p>
        </p:txBody>
      </p:sp>
    </p:spTree>
    <p:extLst>
      <p:ext uri="{BB962C8B-B14F-4D97-AF65-F5344CB8AC3E}">
        <p14:creationId xmlns:p14="http://schemas.microsoft.com/office/powerpoint/2010/main" val="15941411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Gantt Chart</a:t>
            </a:r>
          </a:p>
        </p:txBody>
      </p:sp>
      <p:pic>
        <p:nvPicPr>
          <p:cNvPr id="7" name="Content Placeholder 6"/>
          <p:cNvPicPr>
            <a:picLocks noGrp="1" noChangeAspect="1"/>
          </p:cNvPicPr>
          <p:nvPr>
            <p:ph idx="1"/>
          </p:nvPr>
        </p:nvPicPr>
        <p:blipFill>
          <a:blip r:embed="rId2"/>
          <a:stretch>
            <a:fillRect/>
          </a:stretch>
        </p:blipFill>
        <p:spPr>
          <a:xfrm>
            <a:off x="2052638" y="1800225"/>
            <a:ext cx="8086725" cy="3867150"/>
          </a:xfrm>
          <a:prstGeom prst="rect">
            <a:avLst/>
          </a:prstGeom>
        </p:spPr>
      </p:pic>
      <p:sp>
        <p:nvSpPr>
          <p:cNvPr id="5" name="Slide Number Placeholder 4"/>
          <p:cNvSpPr>
            <a:spLocks noGrp="1"/>
          </p:cNvSpPr>
          <p:nvPr>
            <p:ph type="sldNum" sz="quarter" idx="11"/>
          </p:nvPr>
        </p:nvSpPr>
        <p:spPr/>
        <p:txBody>
          <a:bodyPr/>
          <a:lstStyle/>
          <a:p>
            <a:r>
              <a:rPr lang="en-US" altLang="en-US" dirty="0"/>
              <a:t>45</a:t>
            </a:r>
          </a:p>
        </p:txBody>
      </p:sp>
    </p:spTree>
    <p:extLst>
      <p:ext uri="{BB962C8B-B14F-4D97-AF65-F5344CB8AC3E}">
        <p14:creationId xmlns:p14="http://schemas.microsoft.com/office/powerpoint/2010/main" val="13605746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Gantt Chart</a:t>
            </a:r>
          </a:p>
        </p:txBody>
      </p:sp>
      <p:pic>
        <p:nvPicPr>
          <p:cNvPr id="7" name="Content Placeholder 6"/>
          <p:cNvPicPr>
            <a:picLocks noGrp="1" noChangeAspect="1"/>
          </p:cNvPicPr>
          <p:nvPr>
            <p:ph idx="1"/>
          </p:nvPr>
        </p:nvPicPr>
        <p:blipFill>
          <a:blip r:embed="rId2"/>
          <a:stretch>
            <a:fillRect/>
          </a:stretch>
        </p:blipFill>
        <p:spPr>
          <a:xfrm>
            <a:off x="1981200" y="1888279"/>
            <a:ext cx="8229600" cy="3691042"/>
          </a:xfrm>
          <a:prstGeom prst="rect">
            <a:avLst/>
          </a:prstGeom>
        </p:spPr>
      </p:pic>
      <p:sp>
        <p:nvSpPr>
          <p:cNvPr id="5" name="Slide Number Placeholder 4"/>
          <p:cNvSpPr>
            <a:spLocks noGrp="1"/>
          </p:cNvSpPr>
          <p:nvPr>
            <p:ph type="sldNum" sz="quarter" idx="11"/>
          </p:nvPr>
        </p:nvSpPr>
        <p:spPr/>
        <p:txBody>
          <a:bodyPr/>
          <a:lstStyle/>
          <a:p>
            <a:r>
              <a:rPr lang="en-US" altLang="en-US" dirty="0"/>
              <a:t>46</a:t>
            </a:r>
          </a:p>
        </p:txBody>
      </p:sp>
    </p:spTree>
    <p:extLst>
      <p:ext uri="{BB962C8B-B14F-4D97-AF65-F5344CB8AC3E}">
        <p14:creationId xmlns:p14="http://schemas.microsoft.com/office/powerpoint/2010/main" val="22017172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117"/>
          <p:cNvSpPr txBox="1">
            <a:spLocks noGrp="1"/>
          </p:cNvSpPr>
          <p:nvPr>
            <p:ph type="title"/>
          </p:nvPr>
        </p:nvSpPr>
        <p:spPr>
          <a:xfrm>
            <a:off x="4032409" y="334964"/>
            <a:ext cx="4127181" cy="776288"/>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85000"/>
              </a:lnSpc>
              <a:spcBef>
                <a:spcPts val="0"/>
              </a:spcBef>
              <a:spcAft>
                <a:spcPts val="0"/>
              </a:spcAft>
              <a:buClr>
                <a:srgbClr val="3F3F3F"/>
              </a:buClr>
              <a:buSzPct val="100000"/>
              <a:buFont typeface="Calibri"/>
              <a:buNone/>
            </a:pPr>
            <a:r>
              <a:rPr lang="en-US" sz="3200" b="1" dirty="0"/>
              <a:t>Project Network Diagrams</a:t>
            </a:r>
            <a:endParaRPr b="1" dirty="0"/>
          </a:p>
        </p:txBody>
      </p:sp>
      <p:sp>
        <p:nvSpPr>
          <p:cNvPr id="1030" name="Google Shape;1030;p11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bg1"/>
                </a:solidFill>
                <a:latin typeface="Arial"/>
                <a:ea typeface="Arial"/>
                <a:cs typeface="Arial"/>
                <a:sym typeface="Arial"/>
              </a:rPr>
              <a:t>47</a:t>
            </a:fld>
            <a:endParaRPr sz="1050" b="0" i="0" u="none" strike="noStrike" cap="none" dirty="0">
              <a:solidFill>
                <a:schemeClr val="bg1"/>
              </a:solidFill>
              <a:latin typeface="Arial"/>
              <a:ea typeface="Arial"/>
              <a:cs typeface="Arial"/>
              <a:sym typeface="Arial"/>
            </a:endParaRPr>
          </a:p>
        </p:txBody>
      </p:sp>
      <p:sp>
        <p:nvSpPr>
          <p:cNvPr id="1031" name="Google Shape;1031;p117"/>
          <p:cNvSpPr/>
          <p:nvPr/>
        </p:nvSpPr>
        <p:spPr>
          <a:xfrm>
            <a:off x="1828800" y="1203326"/>
            <a:ext cx="8839200" cy="131127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Noto Sans Symbols"/>
              <a:buChar char="❖"/>
            </a:pPr>
            <a:r>
              <a:rPr lang="en-US" sz="2000" b="0" i="0" u="none" strike="noStrike" cap="none" dirty="0">
                <a:solidFill>
                  <a:schemeClr val="tx1"/>
                </a:solidFill>
                <a:latin typeface="Times New Roman"/>
                <a:ea typeface="Times New Roman"/>
                <a:cs typeface="Times New Roman"/>
                <a:sym typeface="Times New Roman"/>
              </a:rPr>
              <a:t>Project network diagrams (PND) are the preferred technique for showing activity sequencing</a:t>
            </a:r>
            <a:endParaRPr dirty="0">
              <a:solidFill>
                <a:schemeClr val="tx1"/>
              </a:solidFill>
            </a:endParaRPr>
          </a:p>
          <a:p>
            <a:pPr marL="342900" marR="0" lvl="0" indent="-342900" algn="l" rtl="0">
              <a:spcBef>
                <a:spcPts val="0"/>
              </a:spcBef>
              <a:spcAft>
                <a:spcPts val="0"/>
              </a:spcAft>
              <a:buClr>
                <a:schemeClr val="dk1"/>
              </a:buClr>
              <a:buSzPts val="2000"/>
              <a:buFont typeface="Noto Sans Symbols"/>
              <a:buChar char="❖"/>
            </a:pPr>
            <a:r>
              <a:rPr lang="en-US" sz="2000" b="0" i="0" u="none" strike="noStrike" cap="none" dirty="0">
                <a:solidFill>
                  <a:schemeClr val="tx1"/>
                </a:solidFill>
                <a:latin typeface="Times New Roman"/>
                <a:ea typeface="Times New Roman"/>
                <a:cs typeface="Times New Roman"/>
                <a:sym typeface="Times New Roman"/>
              </a:rPr>
              <a:t>A project network diagram is a schematic display of the logical relationships among, or sequencing of, project activities</a:t>
            </a:r>
            <a:endParaRPr dirty="0">
              <a:solidFill>
                <a:schemeClr val="tx1"/>
              </a:solidFill>
            </a:endParaRPr>
          </a:p>
        </p:txBody>
      </p:sp>
      <p:sp>
        <p:nvSpPr>
          <p:cNvPr id="1032" name="Google Shape;1032;p117"/>
          <p:cNvSpPr/>
          <p:nvPr/>
        </p:nvSpPr>
        <p:spPr>
          <a:xfrm>
            <a:off x="1752600" y="2514601"/>
            <a:ext cx="8686800" cy="374967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0000FF"/>
              </a:buClr>
              <a:buSzPts val="2000"/>
              <a:buFont typeface="Noto Sans Symbols"/>
              <a:buChar char="❑"/>
            </a:pPr>
            <a:r>
              <a:rPr lang="en-US" sz="2000" b="1" i="0" u="none" strike="noStrike" cap="none" dirty="0">
                <a:solidFill>
                  <a:schemeClr val="tx1"/>
                </a:solidFill>
                <a:latin typeface="Arial"/>
                <a:ea typeface="Arial"/>
                <a:cs typeface="Arial"/>
                <a:sym typeface="Arial"/>
              </a:rPr>
              <a:t>Arrow Diagramming Method (ADM</a:t>
            </a:r>
            <a:r>
              <a:rPr lang="en-US" sz="2000" b="1" i="0" u="none" strike="noStrike" cap="none" dirty="0">
                <a:solidFill>
                  <a:schemeClr val="tx1"/>
                </a:solidFill>
                <a:sym typeface="Arial"/>
              </a:rPr>
              <a:t>)</a:t>
            </a:r>
            <a:endParaRPr dirty="0">
              <a:solidFill>
                <a:schemeClr val="tx1"/>
              </a:solidFill>
            </a:endParaRPr>
          </a:p>
          <a:p>
            <a:pPr marL="800100" marR="0" lvl="1" indent="-342900" algn="l" rtl="0">
              <a:spcBef>
                <a:spcPts val="0"/>
              </a:spcBef>
              <a:spcAft>
                <a:spcPts val="0"/>
              </a:spcAft>
              <a:buClr>
                <a:schemeClr val="dk1"/>
              </a:buClr>
              <a:buSzPts val="2000"/>
              <a:buFont typeface="Noto Sans Symbols"/>
              <a:buChar char="⮚"/>
            </a:pPr>
            <a:r>
              <a:rPr lang="en-US" sz="2000" b="0" i="0" u="none" strike="noStrike" cap="none" dirty="0">
                <a:solidFill>
                  <a:schemeClr val="tx1"/>
                </a:solidFill>
                <a:latin typeface="Arial"/>
                <a:ea typeface="Arial"/>
                <a:cs typeface="Arial"/>
                <a:sym typeface="Arial"/>
              </a:rPr>
              <a:t>Also called activity-on-arrow (AOA) project network </a:t>
            </a:r>
            <a:r>
              <a:rPr lang="en-US" sz="2000" b="0" i="0" u="none" strike="noStrike" cap="none" dirty="0">
                <a:solidFill>
                  <a:schemeClr val="tx1"/>
                </a:solidFill>
                <a:sym typeface="Arial"/>
              </a:rPr>
              <a:t>diagrams</a:t>
            </a:r>
            <a:endParaRPr dirty="0">
              <a:solidFill>
                <a:schemeClr val="tx1"/>
              </a:solidFill>
            </a:endParaRPr>
          </a:p>
          <a:p>
            <a:pPr marL="800100" marR="0" lvl="1" indent="-342900" algn="l" rtl="0">
              <a:spcBef>
                <a:spcPts val="0"/>
              </a:spcBef>
              <a:spcAft>
                <a:spcPts val="0"/>
              </a:spcAft>
              <a:buClr>
                <a:srgbClr val="0000FF"/>
              </a:buClr>
              <a:buSzPts val="2000"/>
              <a:buFont typeface="Noto Sans Symbols"/>
              <a:buChar char="⮚"/>
            </a:pPr>
            <a:r>
              <a:rPr lang="en-US" sz="2000" b="0" i="0" u="none" strike="noStrike" cap="none" dirty="0">
                <a:solidFill>
                  <a:schemeClr val="tx1"/>
                </a:solidFill>
                <a:latin typeface="Arial"/>
                <a:ea typeface="Arial"/>
                <a:cs typeface="Arial"/>
                <a:sym typeface="Arial"/>
              </a:rPr>
              <a:t>Activities are represented </a:t>
            </a:r>
            <a:r>
              <a:rPr lang="en-US" sz="2000" b="0" i="0" u="none" strike="noStrike" cap="none" dirty="0">
                <a:solidFill>
                  <a:schemeClr val="tx1"/>
                </a:solidFill>
                <a:sym typeface="Arial"/>
              </a:rPr>
              <a:t>by arrows</a:t>
            </a:r>
            <a:endParaRPr dirty="0">
              <a:solidFill>
                <a:schemeClr val="tx1"/>
              </a:solidFill>
            </a:endParaRPr>
          </a:p>
          <a:p>
            <a:pPr marL="800100" marR="0" lvl="1" indent="-342900" algn="l" rtl="0">
              <a:spcBef>
                <a:spcPts val="0"/>
              </a:spcBef>
              <a:spcAft>
                <a:spcPts val="0"/>
              </a:spcAft>
              <a:buClr>
                <a:srgbClr val="0000FF"/>
              </a:buClr>
              <a:buSzPts val="2000"/>
              <a:buFont typeface="Noto Sans Symbols"/>
              <a:buChar char="⮚"/>
            </a:pPr>
            <a:r>
              <a:rPr lang="en-US" sz="2000" b="0" i="0" u="none" strike="noStrike" cap="none" dirty="0">
                <a:solidFill>
                  <a:schemeClr val="tx1"/>
                </a:solidFill>
                <a:latin typeface="Arial"/>
                <a:ea typeface="Arial"/>
                <a:cs typeface="Arial"/>
                <a:sym typeface="Arial"/>
              </a:rPr>
              <a:t>Nodes or circles are the starting and ending </a:t>
            </a:r>
            <a:r>
              <a:rPr lang="en-US" sz="2000" b="0" i="0" u="none" strike="noStrike" cap="none" dirty="0">
                <a:solidFill>
                  <a:schemeClr val="tx1"/>
                </a:solidFill>
                <a:sym typeface="Arial"/>
              </a:rPr>
              <a:t>points of activities</a:t>
            </a:r>
            <a:endParaRPr dirty="0">
              <a:solidFill>
                <a:schemeClr val="tx1"/>
              </a:solidFill>
            </a:endParaRPr>
          </a:p>
          <a:p>
            <a:pPr marL="800100" marR="0" lvl="1" indent="-342900" algn="l" rtl="0">
              <a:spcBef>
                <a:spcPts val="0"/>
              </a:spcBef>
              <a:spcAft>
                <a:spcPts val="0"/>
              </a:spcAft>
              <a:buClr>
                <a:schemeClr val="dk1"/>
              </a:buClr>
              <a:buSzPts val="2000"/>
              <a:buFont typeface="Noto Sans Symbols"/>
              <a:buChar char="⮚"/>
            </a:pPr>
            <a:r>
              <a:rPr lang="en-US" sz="2000" b="0" i="0" u="none" strike="noStrike" cap="none" dirty="0">
                <a:solidFill>
                  <a:schemeClr val="tx1"/>
                </a:solidFill>
                <a:latin typeface="Arial"/>
                <a:ea typeface="Arial"/>
                <a:cs typeface="Arial"/>
                <a:sym typeface="Arial"/>
              </a:rPr>
              <a:t>Can only show finish-to-start </a:t>
            </a:r>
            <a:r>
              <a:rPr lang="en-US" sz="2000" b="0" i="0" u="none" strike="noStrike" cap="none" dirty="0">
                <a:solidFill>
                  <a:schemeClr val="tx1"/>
                </a:solidFill>
                <a:sym typeface="Arial"/>
              </a:rPr>
              <a:t>dependencies</a:t>
            </a:r>
            <a:endParaRPr dirty="0">
              <a:solidFill>
                <a:schemeClr val="tx1"/>
              </a:solidFill>
            </a:endParaRPr>
          </a:p>
          <a:p>
            <a:pPr marL="342900" marR="0" lvl="0" indent="-342900" algn="l" rtl="0">
              <a:spcBef>
                <a:spcPts val="0"/>
              </a:spcBef>
              <a:spcAft>
                <a:spcPts val="0"/>
              </a:spcAft>
              <a:buNone/>
            </a:pPr>
            <a:endParaRPr sz="2000" b="0" i="0" u="none" strike="noStrike" cap="none" dirty="0">
              <a:solidFill>
                <a:schemeClr val="tx1"/>
              </a:solidFill>
              <a:latin typeface="Arial"/>
              <a:ea typeface="Arial"/>
              <a:cs typeface="Arial"/>
              <a:sym typeface="Arial"/>
            </a:endParaRPr>
          </a:p>
          <a:p>
            <a:pPr marL="342900" marR="0" lvl="0" indent="-342900" algn="l" rtl="0">
              <a:spcBef>
                <a:spcPts val="0"/>
              </a:spcBef>
              <a:spcAft>
                <a:spcPts val="0"/>
              </a:spcAft>
              <a:buClr>
                <a:srgbClr val="0000FF"/>
              </a:buClr>
              <a:buSzPts val="2000"/>
              <a:buFont typeface="Noto Sans Symbols"/>
              <a:buChar char="❑"/>
            </a:pPr>
            <a:r>
              <a:rPr lang="en-US" sz="2000" b="1" i="0" u="none" strike="noStrike" cap="none" dirty="0">
                <a:solidFill>
                  <a:schemeClr val="tx1"/>
                </a:solidFill>
                <a:latin typeface="Arial"/>
                <a:ea typeface="Arial"/>
                <a:cs typeface="Arial"/>
                <a:sym typeface="Arial"/>
              </a:rPr>
              <a:t>Precedence Diagramming Method (PDM</a:t>
            </a:r>
            <a:r>
              <a:rPr lang="en-US" sz="2000" b="1" i="0" u="none" strike="noStrike" cap="none" dirty="0">
                <a:solidFill>
                  <a:schemeClr val="tx1"/>
                </a:solidFill>
                <a:sym typeface="Arial"/>
              </a:rPr>
              <a:t>)</a:t>
            </a:r>
            <a:endParaRPr dirty="0">
              <a:solidFill>
                <a:schemeClr val="tx1"/>
              </a:solidFill>
            </a:endParaRPr>
          </a:p>
          <a:p>
            <a:pPr marL="800100" marR="0" lvl="1" indent="-342900" algn="l" rtl="0">
              <a:spcBef>
                <a:spcPts val="0"/>
              </a:spcBef>
              <a:spcAft>
                <a:spcPts val="0"/>
              </a:spcAft>
              <a:buClr>
                <a:srgbClr val="0000FF"/>
              </a:buClr>
              <a:buSzPts val="2000"/>
              <a:buFont typeface="Noto Sans Symbols"/>
              <a:buChar char="⮚"/>
            </a:pPr>
            <a:r>
              <a:rPr lang="en-US" sz="2000" b="0" i="0" u="none" strike="noStrike" cap="none" dirty="0">
                <a:solidFill>
                  <a:schemeClr val="tx1"/>
                </a:solidFill>
                <a:latin typeface="Arial"/>
                <a:ea typeface="Arial"/>
                <a:cs typeface="Arial"/>
                <a:sym typeface="Arial"/>
              </a:rPr>
              <a:t>Activities are represented by</a:t>
            </a:r>
            <a:r>
              <a:rPr lang="en-US" sz="2000" b="0" i="0" u="none" strike="noStrike" cap="none" dirty="0">
                <a:solidFill>
                  <a:schemeClr val="tx1"/>
                </a:solidFill>
                <a:sym typeface="Arial"/>
              </a:rPr>
              <a:t> boxes</a:t>
            </a:r>
            <a:endParaRPr dirty="0">
              <a:solidFill>
                <a:schemeClr val="tx1"/>
              </a:solidFill>
            </a:endParaRPr>
          </a:p>
          <a:p>
            <a:pPr marL="800100" marR="0" lvl="1" indent="-342900" algn="l" rtl="0">
              <a:spcBef>
                <a:spcPts val="0"/>
              </a:spcBef>
              <a:spcAft>
                <a:spcPts val="0"/>
              </a:spcAft>
              <a:buClr>
                <a:srgbClr val="0000CC"/>
              </a:buClr>
              <a:buSzPts val="2000"/>
              <a:buFont typeface="Noto Sans Symbols"/>
              <a:buChar char="⮚"/>
            </a:pPr>
            <a:r>
              <a:rPr lang="en-US" sz="2000" b="0" i="0" u="none" strike="noStrike" cap="none" dirty="0">
                <a:solidFill>
                  <a:schemeClr val="tx1"/>
                </a:solidFill>
                <a:latin typeface="Arial"/>
                <a:ea typeface="Arial"/>
                <a:cs typeface="Arial"/>
                <a:sym typeface="Arial"/>
              </a:rPr>
              <a:t>Arrows show relationships</a:t>
            </a:r>
            <a:r>
              <a:rPr lang="en-US" sz="2000" b="0" i="0" u="none" strike="noStrike" cap="none" dirty="0">
                <a:solidFill>
                  <a:schemeClr val="tx1"/>
                </a:solidFill>
                <a:sym typeface="Arial"/>
              </a:rPr>
              <a:t> between activities</a:t>
            </a:r>
            <a:endParaRPr dirty="0">
              <a:solidFill>
                <a:schemeClr val="tx1"/>
              </a:solidFill>
            </a:endParaRPr>
          </a:p>
          <a:p>
            <a:pPr marL="800100" marR="0" lvl="1" indent="-342900" algn="l" rtl="0">
              <a:spcBef>
                <a:spcPts val="0"/>
              </a:spcBef>
              <a:spcAft>
                <a:spcPts val="0"/>
              </a:spcAft>
              <a:buClr>
                <a:schemeClr val="dk1"/>
              </a:buClr>
              <a:buSzPts val="2000"/>
              <a:buFont typeface="Noto Sans Symbols"/>
              <a:buChar char="⮚"/>
            </a:pPr>
            <a:r>
              <a:rPr lang="en-US" sz="2000" b="0" i="0" u="none" strike="noStrike" cap="none" dirty="0">
                <a:solidFill>
                  <a:schemeClr val="tx1"/>
                </a:solidFill>
                <a:latin typeface="Arial"/>
                <a:ea typeface="Arial"/>
                <a:cs typeface="Arial"/>
                <a:sym typeface="Arial"/>
              </a:rPr>
              <a:t>More popular than ADM method and used by </a:t>
            </a:r>
            <a:r>
              <a:rPr lang="en-US" sz="2000" b="0" i="0" u="none" strike="noStrike" cap="none" dirty="0">
                <a:solidFill>
                  <a:schemeClr val="tx1"/>
                </a:solidFill>
                <a:sym typeface="Arial"/>
              </a:rPr>
              <a:t>project management software</a:t>
            </a:r>
            <a:endParaRPr dirty="0">
              <a:solidFill>
                <a:schemeClr val="tx1"/>
              </a:solidFill>
            </a:endParaRPr>
          </a:p>
          <a:p>
            <a:pPr marL="800100" marR="0" lvl="1" indent="-342900" algn="l" rtl="0">
              <a:spcBef>
                <a:spcPts val="0"/>
              </a:spcBef>
              <a:spcAft>
                <a:spcPts val="0"/>
              </a:spcAft>
              <a:buClr>
                <a:schemeClr val="dk1"/>
              </a:buClr>
              <a:buSzPts val="2000"/>
              <a:buFont typeface="Noto Sans Symbols"/>
              <a:buChar char="⮚"/>
            </a:pPr>
            <a:r>
              <a:rPr lang="en-US" sz="2000" b="0" i="0" u="none" strike="noStrike" cap="none" dirty="0">
                <a:solidFill>
                  <a:schemeClr val="tx1"/>
                </a:solidFill>
                <a:latin typeface="Arial"/>
                <a:ea typeface="Arial"/>
                <a:cs typeface="Arial"/>
                <a:sym typeface="Arial"/>
              </a:rPr>
              <a:t>Better at showing different types of </a:t>
            </a:r>
            <a:r>
              <a:rPr lang="en-US" sz="2000" b="0" i="0" u="none" strike="noStrike" cap="none" dirty="0">
                <a:solidFill>
                  <a:schemeClr val="tx1"/>
                </a:solidFill>
                <a:sym typeface="Arial"/>
              </a:rPr>
              <a:t>dependencies</a:t>
            </a:r>
            <a:endParaRPr dirty="0">
              <a:solidFill>
                <a:schemeClr val="tx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p118"/>
          <p:cNvSpPr txBox="1">
            <a:spLocks noGrp="1"/>
          </p:cNvSpPr>
          <p:nvPr>
            <p:ph type="title"/>
          </p:nvPr>
        </p:nvSpPr>
        <p:spPr>
          <a:xfrm>
            <a:off x="5486400" y="198438"/>
            <a:ext cx="5181600" cy="411162"/>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Font typeface="Calibri"/>
              <a:buNone/>
            </a:pPr>
            <a:r>
              <a:rPr lang="en-US" sz="1800" dirty="0"/>
              <a:t>Basic</a:t>
            </a:r>
            <a:r>
              <a:rPr lang="en-US" sz="1400" dirty="0"/>
              <a:t> Project Network Diagrams </a:t>
            </a:r>
            <a:r>
              <a:rPr lang="en-US" sz="1800" dirty="0"/>
              <a:t>(PND)…..</a:t>
            </a:r>
            <a:endParaRPr dirty="0"/>
          </a:p>
        </p:txBody>
      </p:sp>
      <p:sp>
        <p:nvSpPr>
          <p:cNvPr id="1040" name="Google Shape;1040;p11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050" b="0" i="0" u="none" strike="noStrike" cap="none">
                <a:solidFill>
                  <a:schemeClr val="dk1"/>
                </a:solidFill>
                <a:latin typeface="Arial"/>
                <a:ea typeface="Arial"/>
                <a:cs typeface="Arial"/>
                <a:sym typeface="Arial"/>
              </a:rPr>
              <a:t>48</a:t>
            </a:fld>
            <a:endParaRPr sz="1050" b="0" i="0" u="none" strike="noStrike" cap="none">
              <a:solidFill>
                <a:schemeClr val="dk1"/>
              </a:solidFill>
              <a:latin typeface="Arial"/>
              <a:ea typeface="Arial"/>
              <a:cs typeface="Arial"/>
              <a:sym typeface="Arial"/>
            </a:endParaRPr>
          </a:p>
        </p:txBody>
      </p:sp>
      <p:grpSp>
        <p:nvGrpSpPr>
          <p:cNvPr id="1041" name="Google Shape;1041;p118"/>
          <p:cNvGrpSpPr/>
          <p:nvPr/>
        </p:nvGrpSpPr>
        <p:grpSpPr>
          <a:xfrm>
            <a:off x="1905000" y="152401"/>
            <a:ext cx="8656638" cy="1679575"/>
            <a:chOff x="144" y="288"/>
            <a:chExt cx="5453" cy="1058"/>
          </a:xfrm>
        </p:grpSpPr>
        <p:grpSp>
          <p:nvGrpSpPr>
            <p:cNvPr id="1042" name="Google Shape;1042;p118"/>
            <p:cNvGrpSpPr/>
            <p:nvPr/>
          </p:nvGrpSpPr>
          <p:grpSpPr>
            <a:xfrm>
              <a:off x="144" y="288"/>
              <a:ext cx="2976" cy="1058"/>
              <a:chOff x="1440" y="288"/>
              <a:chExt cx="2976" cy="1058"/>
            </a:xfrm>
          </p:grpSpPr>
          <p:sp>
            <p:nvSpPr>
              <p:cNvPr id="1043" name="Google Shape;1043;p118"/>
              <p:cNvSpPr/>
              <p:nvPr/>
            </p:nvSpPr>
            <p:spPr>
              <a:xfrm>
                <a:off x="1440" y="655"/>
                <a:ext cx="268" cy="258"/>
              </a:xfrm>
              <a:prstGeom prst="ellipse">
                <a:avLst/>
              </a:prstGeom>
              <a:noFill/>
              <a:ln w="9525" cap="flat" cmpd="sng">
                <a:solidFill>
                  <a:schemeClr val="dk1"/>
                </a:solidFill>
                <a:prstDash val="solid"/>
                <a:round/>
                <a:headEnd type="none" w="sm" len="sm"/>
                <a:tailEnd type="none" w="sm" len="sm"/>
              </a:ln>
            </p:spPr>
            <p:txBody>
              <a:bodyPr spcFirstLastPara="1" wrap="square" lIns="0" tIns="91425" rIns="0" bIns="45700" anchor="t"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1</a:t>
                </a:r>
                <a:endParaRPr/>
              </a:p>
            </p:txBody>
          </p:sp>
          <p:cxnSp>
            <p:nvCxnSpPr>
              <p:cNvPr id="1044" name="Google Shape;1044;p118"/>
              <p:cNvCxnSpPr>
                <a:stCxn id="1043" idx="7"/>
                <a:endCxn id="1045" idx="2"/>
              </p:cNvCxnSpPr>
              <p:nvPr/>
            </p:nvCxnSpPr>
            <p:spPr>
              <a:xfrm rot="10800000" flipH="1">
                <a:off x="1669" y="393"/>
                <a:ext cx="600" cy="300"/>
              </a:xfrm>
              <a:prstGeom prst="straightConnector1">
                <a:avLst/>
              </a:prstGeom>
              <a:noFill/>
              <a:ln w="9525" cap="flat" cmpd="sng">
                <a:solidFill>
                  <a:schemeClr val="dk1"/>
                </a:solidFill>
                <a:prstDash val="solid"/>
                <a:round/>
                <a:headEnd type="none" w="med" len="med"/>
                <a:tailEnd type="triangle" w="med" len="med"/>
              </a:ln>
            </p:spPr>
          </p:cxnSp>
          <p:cxnSp>
            <p:nvCxnSpPr>
              <p:cNvPr id="1046" name="Google Shape;1046;p118"/>
              <p:cNvCxnSpPr>
                <a:stCxn id="1043" idx="6"/>
                <a:endCxn id="1047" idx="2"/>
              </p:cNvCxnSpPr>
              <p:nvPr/>
            </p:nvCxnSpPr>
            <p:spPr>
              <a:xfrm>
                <a:off x="1708" y="784"/>
                <a:ext cx="600" cy="0"/>
              </a:xfrm>
              <a:prstGeom prst="straightConnector1">
                <a:avLst/>
              </a:prstGeom>
              <a:noFill/>
              <a:ln w="9525" cap="flat" cmpd="sng">
                <a:solidFill>
                  <a:schemeClr val="dk1"/>
                </a:solidFill>
                <a:prstDash val="solid"/>
                <a:round/>
                <a:headEnd type="none" w="med" len="med"/>
                <a:tailEnd type="triangle" w="med" len="med"/>
              </a:ln>
            </p:spPr>
          </p:cxnSp>
          <p:sp>
            <p:nvSpPr>
              <p:cNvPr id="1047" name="Google Shape;1047;p118"/>
              <p:cNvSpPr/>
              <p:nvPr/>
            </p:nvSpPr>
            <p:spPr>
              <a:xfrm>
                <a:off x="2160" y="654"/>
                <a:ext cx="268" cy="258"/>
              </a:xfrm>
              <a:prstGeom prst="ellipse">
                <a:avLst/>
              </a:prstGeom>
              <a:noFill/>
              <a:ln w="9525" cap="flat" cmpd="sng">
                <a:solidFill>
                  <a:schemeClr val="dk1"/>
                </a:solidFill>
                <a:prstDash val="solid"/>
                <a:round/>
                <a:headEnd type="none" w="sm" len="sm"/>
                <a:tailEnd type="none" w="sm" len="sm"/>
              </a:ln>
            </p:spPr>
            <p:txBody>
              <a:bodyPr spcFirstLastPara="1" wrap="square" lIns="0" tIns="91425" rIns="0" bIns="45700" anchor="t"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3</a:t>
                </a:r>
                <a:endParaRPr/>
              </a:p>
            </p:txBody>
          </p:sp>
          <p:sp>
            <p:nvSpPr>
              <p:cNvPr id="1045" name="Google Shape;1045;p118"/>
              <p:cNvSpPr/>
              <p:nvPr/>
            </p:nvSpPr>
            <p:spPr>
              <a:xfrm>
                <a:off x="2174" y="336"/>
                <a:ext cx="267" cy="258"/>
              </a:xfrm>
              <a:prstGeom prst="ellipse">
                <a:avLst/>
              </a:prstGeom>
              <a:noFill/>
              <a:ln w="9525" cap="flat" cmpd="sng">
                <a:solidFill>
                  <a:schemeClr val="dk1"/>
                </a:solidFill>
                <a:prstDash val="solid"/>
                <a:round/>
                <a:headEnd type="none" w="sm" len="sm"/>
                <a:tailEnd type="none" w="sm" len="sm"/>
              </a:ln>
            </p:spPr>
            <p:txBody>
              <a:bodyPr spcFirstLastPara="1" wrap="square" lIns="0" tIns="91425" rIns="0" bIns="45700" anchor="t"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2</a:t>
                </a:r>
                <a:endParaRPr/>
              </a:p>
            </p:txBody>
          </p:sp>
          <p:sp>
            <p:nvSpPr>
              <p:cNvPr id="1048" name="Google Shape;1048;p118"/>
              <p:cNvSpPr txBox="1"/>
              <p:nvPr/>
            </p:nvSpPr>
            <p:spPr>
              <a:xfrm>
                <a:off x="1852" y="576"/>
                <a:ext cx="320" cy="1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B=?</a:t>
                </a:r>
                <a:endParaRPr/>
              </a:p>
            </p:txBody>
          </p:sp>
          <p:sp>
            <p:nvSpPr>
              <p:cNvPr id="1049" name="Google Shape;1049;p118"/>
              <p:cNvSpPr txBox="1"/>
              <p:nvPr/>
            </p:nvSpPr>
            <p:spPr>
              <a:xfrm>
                <a:off x="1584" y="432"/>
                <a:ext cx="320" cy="1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A=?</a:t>
                </a:r>
                <a:endParaRPr/>
              </a:p>
            </p:txBody>
          </p:sp>
          <p:cxnSp>
            <p:nvCxnSpPr>
              <p:cNvPr id="1050" name="Google Shape;1050;p118"/>
              <p:cNvCxnSpPr>
                <a:stCxn id="1043" idx="5"/>
                <a:endCxn id="1051" idx="2"/>
              </p:cNvCxnSpPr>
              <p:nvPr/>
            </p:nvCxnSpPr>
            <p:spPr>
              <a:xfrm>
                <a:off x="1669" y="875"/>
                <a:ext cx="600" cy="300"/>
              </a:xfrm>
              <a:prstGeom prst="straightConnector1">
                <a:avLst/>
              </a:prstGeom>
              <a:noFill/>
              <a:ln w="9525" cap="flat" cmpd="sng">
                <a:solidFill>
                  <a:schemeClr val="dk1"/>
                </a:solidFill>
                <a:prstDash val="solid"/>
                <a:round/>
                <a:headEnd type="none" w="med" len="med"/>
                <a:tailEnd type="triangle" w="med" len="med"/>
              </a:ln>
            </p:spPr>
          </p:cxnSp>
          <p:sp>
            <p:nvSpPr>
              <p:cNvPr id="1051" name="Google Shape;1051;p118"/>
              <p:cNvSpPr/>
              <p:nvPr/>
            </p:nvSpPr>
            <p:spPr>
              <a:xfrm>
                <a:off x="2160" y="1008"/>
                <a:ext cx="268" cy="258"/>
              </a:xfrm>
              <a:prstGeom prst="ellipse">
                <a:avLst/>
              </a:prstGeom>
              <a:noFill/>
              <a:ln w="9525" cap="flat" cmpd="sng">
                <a:solidFill>
                  <a:schemeClr val="dk1"/>
                </a:solidFill>
                <a:prstDash val="solid"/>
                <a:round/>
                <a:headEnd type="none" w="sm" len="sm"/>
                <a:tailEnd type="none" w="sm" len="sm"/>
              </a:ln>
            </p:spPr>
            <p:txBody>
              <a:bodyPr spcFirstLastPara="1" wrap="square" lIns="0" tIns="91425" rIns="0" bIns="45700" anchor="t"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4</a:t>
                </a:r>
                <a:endParaRPr/>
              </a:p>
            </p:txBody>
          </p:sp>
          <p:sp>
            <p:nvSpPr>
              <p:cNvPr id="1052" name="Google Shape;1052;p118"/>
              <p:cNvSpPr txBox="1"/>
              <p:nvPr/>
            </p:nvSpPr>
            <p:spPr>
              <a:xfrm>
                <a:off x="1584" y="960"/>
                <a:ext cx="326" cy="1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C=?</a:t>
                </a:r>
                <a:endParaRPr/>
              </a:p>
            </p:txBody>
          </p:sp>
          <p:cxnSp>
            <p:nvCxnSpPr>
              <p:cNvPr id="1053" name="Google Shape;1053;p118"/>
              <p:cNvCxnSpPr>
                <a:stCxn id="1045" idx="6"/>
                <a:endCxn id="1054" idx="2"/>
              </p:cNvCxnSpPr>
              <p:nvPr/>
            </p:nvCxnSpPr>
            <p:spPr>
              <a:xfrm>
                <a:off x="2441" y="465"/>
                <a:ext cx="600" cy="0"/>
              </a:xfrm>
              <a:prstGeom prst="straightConnector1">
                <a:avLst/>
              </a:prstGeom>
              <a:noFill/>
              <a:ln w="9525" cap="flat" cmpd="sng">
                <a:solidFill>
                  <a:schemeClr val="dk1"/>
                </a:solidFill>
                <a:prstDash val="solid"/>
                <a:round/>
                <a:headEnd type="none" w="med" len="med"/>
                <a:tailEnd type="triangle" w="med" len="med"/>
              </a:ln>
            </p:spPr>
          </p:cxnSp>
          <p:sp>
            <p:nvSpPr>
              <p:cNvPr id="1054" name="Google Shape;1054;p118"/>
              <p:cNvSpPr/>
              <p:nvPr/>
            </p:nvSpPr>
            <p:spPr>
              <a:xfrm>
                <a:off x="2949" y="336"/>
                <a:ext cx="267" cy="258"/>
              </a:xfrm>
              <a:prstGeom prst="ellipse">
                <a:avLst/>
              </a:prstGeom>
              <a:noFill/>
              <a:ln w="9525" cap="flat" cmpd="sng">
                <a:solidFill>
                  <a:schemeClr val="dk1"/>
                </a:solidFill>
                <a:prstDash val="solid"/>
                <a:round/>
                <a:headEnd type="none" w="sm" len="sm"/>
                <a:tailEnd type="none" w="sm" len="sm"/>
              </a:ln>
            </p:spPr>
            <p:txBody>
              <a:bodyPr spcFirstLastPara="1" wrap="square" lIns="0" tIns="91425" rIns="0" bIns="45700" anchor="t"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5</a:t>
                </a:r>
                <a:endParaRPr/>
              </a:p>
            </p:txBody>
          </p:sp>
          <p:sp>
            <p:nvSpPr>
              <p:cNvPr id="1055" name="Google Shape;1055;p118"/>
              <p:cNvSpPr txBox="1"/>
              <p:nvPr/>
            </p:nvSpPr>
            <p:spPr>
              <a:xfrm>
                <a:off x="2564" y="288"/>
                <a:ext cx="198" cy="1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D</a:t>
                </a:r>
                <a:endParaRPr dirty="0"/>
              </a:p>
            </p:txBody>
          </p:sp>
          <p:cxnSp>
            <p:nvCxnSpPr>
              <p:cNvPr id="1056" name="Google Shape;1056;p118"/>
              <p:cNvCxnSpPr>
                <a:stCxn id="1047" idx="6"/>
                <a:endCxn id="1057" idx="2"/>
              </p:cNvCxnSpPr>
              <p:nvPr/>
            </p:nvCxnSpPr>
            <p:spPr>
              <a:xfrm>
                <a:off x="2428" y="783"/>
                <a:ext cx="900" cy="0"/>
              </a:xfrm>
              <a:prstGeom prst="straightConnector1">
                <a:avLst/>
              </a:prstGeom>
              <a:noFill/>
              <a:ln w="9525" cap="flat" cmpd="sng">
                <a:solidFill>
                  <a:schemeClr val="dk1"/>
                </a:solidFill>
                <a:prstDash val="solid"/>
                <a:round/>
                <a:headEnd type="none" w="med" len="med"/>
                <a:tailEnd type="triangle" w="med" len="med"/>
              </a:ln>
            </p:spPr>
          </p:cxnSp>
          <p:sp>
            <p:nvSpPr>
              <p:cNvPr id="1057" name="Google Shape;1057;p118"/>
              <p:cNvSpPr/>
              <p:nvPr/>
            </p:nvSpPr>
            <p:spPr>
              <a:xfrm>
                <a:off x="3381" y="654"/>
                <a:ext cx="267" cy="258"/>
              </a:xfrm>
              <a:prstGeom prst="ellipse">
                <a:avLst/>
              </a:prstGeom>
              <a:noFill/>
              <a:ln w="9525" cap="flat" cmpd="sng">
                <a:solidFill>
                  <a:schemeClr val="dk1"/>
                </a:solidFill>
                <a:prstDash val="solid"/>
                <a:round/>
                <a:headEnd type="none" w="sm" len="sm"/>
                <a:tailEnd type="none" w="sm" len="sm"/>
              </a:ln>
            </p:spPr>
            <p:txBody>
              <a:bodyPr spcFirstLastPara="1" wrap="square" lIns="0" tIns="91425" rIns="0" bIns="45700" anchor="t"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6</a:t>
                </a:r>
                <a:endParaRPr/>
              </a:p>
            </p:txBody>
          </p:sp>
          <p:sp>
            <p:nvSpPr>
              <p:cNvPr id="1058" name="Google Shape;1058;p118"/>
              <p:cNvSpPr txBox="1"/>
              <p:nvPr/>
            </p:nvSpPr>
            <p:spPr>
              <a:xfrm>
                <a:off x="2496" y="777"/>
                <a:ext cx="185" cy="1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F</a:t>
                </a:r>
                <a:endParaRPr/>
              </a:p>
            </p:txBody>
          </p:sp>
          <p:cxnSp>
            <p:nvCxnSpPr>
              <p:cNvPr id="1059" name="Google Shape;1059;p118"/>
              <p:cNvCxnSpPr>
                <a:endCxn id="1060" idx="2"/>
              </p:cNvCxnSpPr>
              <p:nvPr/>
            </p:nvCxnSpPr>
            <p:spPr>
              <a:xfrm>
                <a:off x="3549" y="801"/>
                <a:ext cx="600" cy="0"/>
              </a:xfrm>
              <a:prstGeom prst="straightConnector1">
                <a:avLst/>
              </a:prstGeom>
              <a:noFill/>
              <a:ln w="9525" cap="flat" cmpd="sng">
                <a:solidFill>
                  <a:schemeClr val="dk1"/>
                </a:solidFill>
                <a:prstDash val="solid"/>
                <a:round/>
                <a:headEnd type="none" w="med" len="med"/>
                <a:tailEnd type="triangle" w="med" len="med"/>
              </a:ln>
            </p:spPr>
          </p:cxnSp>
          <p:sp>
            <p:nvSpPr>
              <p:cNvPr id="1060" name="Google Shape;1060;p118"/>
              <p:cNvSpPr/>
              <p:nvPr/>
            </p:nvSpPr>
            <p:spPr>
              <a:xfrm>
                <a:off x="4149" y="672"/>
                <a:ext cx="267" cy="258"/>
              </a:xfrm>
              <a:prstGeom prst="ellipse">
                <a:avLst/>
              </a:prstGeom>
              <a:noFill/>
              <a:ln w="9525" cap="flat" cmpd="sng">
                <a:solidFill>
                  <a:schemeClr val="dk1"/>
                </a:solidFill>
                <a:prstDash val="solid"/>
                <a:round/>
                <a:headEnd type="none" w="sm" len="sm"/>
                <a:tailEnd type="none" w="sm" len="sm"/>
              </a:ln>
            </p:spPr>
            <p:txBody>
              <a:bodyPr spcFirstLastPara="1" wrap="square" lIns="0" tIns="91425" rIns="0" bIns="45700" anchor="t"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8</a:t>
                </a:r>
                <a:endParaRPr/>
              </a:p>
            </p:txBody>
          </p:sp>
          <p:sp>
            <p:nvSpPr>
              <p:cNvPr id="1061" name="Google Shape;1061;p118"/>
              <p:cNvSpPr txBox="1"/>
              <p:nvPr/>
            </p:nvSpPr>
            <p:spPr>
              <a:xfrm>
                <a:off x="3844" y="624"/>
                <a:ext cx="173" cy="1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J</a:t>
                </a:r>
                <a:endParaRPr/>
              </a:p>
            </p:txBody>
          </p:sp>
          <p:cxnSp>
            <p:nvCxnSpPr>
              <p:cNvPr id="1062" name="Google Shape;1062;p118"/>
              <p:cNvCxnSpPr>
                <a:stCxn id="1051" idx="6"/>
                <a:endCxn id="1063" idx="2"/>
              </p:cNvCxnSpPr>
              <p:nvPr/>
            </p:nvCxnSpPr>
            <p:spPr>
              <a:xfrm>
                <a:off x="2428" y="1137"/>
                <a:ext cx="600" cy="0"/>
              </a:xfrm>
              <a:prstGeom prst="straightConnector1">
                <a:avLst/>
              </a:prstGeom>
              <a:noFill/>
              <a:ln w="9525" cap="flat" cmpd="sng">
                <a:solidFill>
                  <a:schemeClr val="dk1"/>
                </a:solidFill>
                <a:prstDash val="solid"/>
                <a:round/>
                <a:headEnd type="none" w="med" len="med"/>
                <a:tailEnd type="triangle" w="med" len="med"/>
              </a:ln>
            </p:spPr>
          </p:cxnSp>
          <p:sp>
            <p:nvSpPr>
              <p:cNvPr id="1063" name="Google Shape;1063;p118"/>
              <p:cNvSpPr/>
              <p:nvPr/>
            </p:nvSpPr>
            <p:spPr>
              <a:xfrm>
                <a:off x="2908" y="1008"/>
                <a:ext cx="267" cy="258"/>
              </a:xfrm>
              <a:prstGeom prst="ellipse">
                <a:avLst/>
              </a:prstGeom>
              <a:noFill/>
              <a:ln w="9525" cap="flat" cmpd="sng">
                <a:solidFill>
                  <a:schemeClr val="dk1"/>
                </a:solidFill>
                <a:prstDash val="solid"/>
                <a:round/>
                <a:headEnd type="none" w="sm" len="sm"/>
                <a:tailEnd type="none" w="sm" len="sm"/>
              </a:ln>
            </p:spPr>
            <p:txBody>
              <a:bodyPr spcFirstLastPara="1" wrap="square" lIns="0" tIns="91425" rIns="0" bIns="45700" anchor="t"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7</a:t>
                </a:r>
                <a:endParaRPr/>
              </a:p>
            </p:txBody>
          </p:sp>
          <p:sp>
            <p:nvSpPr>
              <p:cNvPr id="1064" name="Google Shape;1064;p118"/>
              <p:cNvSpPr txBox="1"/>
              <p:nvPr/>
            </p:nvSpPr>
            <p:spPr>
              <a:xfrm>
                <a:off x="2556" y="1152"/>
                <a:ext cx="204" cy="1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G</a:t>
                </a:r>
                <a:endParaRPr/>
              </a:p>
            </p:txBody>
          </p:sp>
          <p:cxnSp>
            <p:nvCxnSpPr>
              <p:cNvPr id="1065" name="Google Shape;1065;p118"/>
              <p:cNvCxnSpPr/>
              <p:nvPr/>
            </p:nvCxnSpPr>
            <p:spPr>
              <a:xfrm rot="10800000" flipH="1">
                <a:off x="2400" y="576"/>
                <a:ext cx="599" cy="136"/>
              </a:xfrm>
              <a:prstGeom prst="straightConnector1">
                <a:avLst/>
              </a:prstGeom>
              <a:noFill/>
              <a:ln w="9525" cap="flat" cmpd="sng">
                <a:solidFill>
                  <a:schemeClr val="dk1"/>
                </a:solidFill>
                <a:prstDash val="solid"/>
                <a:round/>
                <a:headEnd type="none" w="med" len="med"/>
                <a:tailEnd type="triangle" w="med" len="med"/>
              </a:ln>
            </p:spPr>
          </p:cxnSp>
          <p:sp>
            <p:nvSpPr>
              <p:cNvPr id="1066" name="Google Shape;1066;p118"/>
              <p:cNvSpPr txBox="1"/>
              <p:nvPr/>
            </p:nvSpPr>
            <p:spPr>
              <a:xfrm>
                <a:off x="2400" y="489"/>
                <a:ext cx="192" cy="1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E</a:t>
                </a:r>
                <a:endParaRPr/>
              </a:p>
            </p:txBody>
          </p:sp>
          <p:cxnSp>
            <p:nvCxnSpPr>
              <p:cNvPr id="1067" name="Google Shape;1067;p118"/>
              <p:cNvCxnSpPr>
                <a:stCxn id="1063" idx="7"/>
                <a:endCxn id="1057" idx="3"/>
              </p:cNvCxnSpPr>
              <p:nvPr/>
            </p:nvCxnSpPr>
            <p:spPr>
              <a:xfrm rot="10800000" flipH="1">
                <a:off x="3136" y="746"/>
                <a:ext cx="300" cy="300"/>
              </a:xfrm>
              <a:prstGeom prst="straightConnector1">
                <a:avLst/>
              </a:prstGeom>
              <a:noFill/>
              <a:ln w="9525" cap="flat" cmpd="sng">
                <a:solidFill>
                  <a:schemeClr val="dk1"/>
                </a:solidFill>
                <a:prstDash val="solid"/>
                <a:round/>
                <a:headEnd type="none" w="med" len="med"/>
                <a:tailEnd type="triangle" w="med" len="med"/>
              </a:ln>
            </p:spPr>
          </p:cxnSp>
          <p:sp>
            <p:nvSpPr>
              <p:cNvPr id="1068" name="Google Shape;1068;p118"/>
              <p:cNvSpPr txBox="1"/>
              <p:nvPr/>
            </p:nvSpPr>
            <p:spPr>
              <a:xfrm>
                <a:off x="3312" y="336"/>
                <a:ext cx="198" cy="1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H</a:t>
                </a:r>
                <a:endParaRPr/>
              </a:p>
            </p:txBody>
          </p:sp>
          <p:sp>
            <p:nvSpPr>
              <p:cNvPr id="1069" name="Google Shape;1069;p118"/>
              <p:cNvSpPr txBox="1"/>
              <p:nvPr/>
            </p:nvSpPr>
            <p:spPr>
              <a:xfrm>
                <a:off x="3264" y="921"/>
                <a:ext cx="148" cy="1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I</a:t>
                </a:r>
                <a:endParaRPr/>
              </a:p>
            </p:txBody>
          </p:sp>
          <p:cxnSp>
            <p:nvCxnSpPr>
              <p:cNvPr id="1070" name="Google Shape;1070;p118"/>
              <p:cNvCxnSpPr>
                <a:stCxn id="1054" idx="6"/>
                <a:endCxn id="1057" idx="0"/>
              </p:cNvCxnSpPr>
              <p:nvPr/>
            </p:nvCxnSpPr>
            <p:spPr>
              <a:xfrm>
                <a:off x="3216" y="465"/>
                <a:ext cx="300" cy="300"/>
              </a:xfrm>
              <a:prstGeom prst="straightConnector1">
                <a:avLst/>
              </a:prstGeom>
              <a:noFill/>
              <a:ln w="9525" cap="flat" cmpd="sng">
                <a:solidFill>
                  <a:schemeClr val="dk1"/>
                </a:solidFill>
                <a:prstDash val="solid"/>
                <a:round/>
                <a:headEnd type="none" w="med" len="med"/>
                <a:tailEnd type="triangle" w="med" len="med"/>
              </a:ln>
            </p:spPr>
          </p:cxnSp>
        </p:grpSp>
        <p:sp>
          <p:nvSpPr>
            <p:cNvPr id="1071" name="Google Shape;1071;p118"/>
            <p:cNvSpPr txBox="1"/>
            <p:nvPr/>
          </p:nvSpPr>
          <p:spPr>
            <a:xfrm>
              <a:off x="3456" y="576"/>
              <a:ext cx="2141" cy="44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dirty="0">
                  <a:solidFill>
                    <a:srgbClr val="FF3300"/>
                  </a:solidFill>
                  <a:latin typeface="Arial"/>
                  <a:ea typeface="Arial"/>
                  <a:cs typeface="Arial"/>
                  <a:sym typeface="Arial"/>
                </a:rPr>
                <a:t>AOA</a:t>
              </a:r>
              <a:r>
                <a:rPr lang="en-US" sz="2000" b="0" i="0" u="none" strike="noStrike" cap="none" dirty="0">
                  <a:solidFill>
                    <a:schemeClr val="dk1"/>
                  </a:solidFill>
                  <a:latin typeface="Arial"/>
                  <a:ea typeface="Arial"/>
                  <a:cs typeface="Arial"/>
                  <a:sym typeface="Arial"/>
                </a:rPr>
                <a:t> (ADM); </a:t>
              </a:r>
              <a:endParaRPr dirty="0"/>
            </a:p>
            <a:p>
              <a:pPr marL="0" marR="0" lvl="0" indent="0" algn="l" rtl="0">
                <a:spcBef>
                  <a:spcPts val="0"/>
                </a:spcBef>
                <a:spcAft>
                  <a:spcPts val="0"/>
                </a:spcAft>
                <a:buNone/>
              </a:pPr>
              <a:r>
                <a:rPr lang="en-US" sz="2000" b="0" i="0" u="none" strike="noStrike" cap="none" dirty="0">
                  <a:solidFill>
                    <a:srgbClr val="FF3300"/>
                  </a:solidFill>
                  <a:latin typeface="Arial"/>
                  <a:ea typeface="Arial"/>
                  <a:cs typeface="Arial"/>
                  <a:sym typeface="Arial"/>
                </a:rPr>
                <a:t>CPM</a:t>
              </a:r>
              <a:r>
                <a:rPr lang="en-US" sz="2000" b="0" i="0" u="none" strike="noStrike" cap="none" dirty="0">
                  <a:solidFill>
                    <a:schemeClr val="dk1"/>
                  </a:solidFill>
                  <a:latin typeface="Arial"/>
                  <a:ea typeface="Arial"/>
                  <a:cs typeface="Arial"/>
                  <a:sym typeface="Arial"/>
                </a:rPr>
                <a:t> adds more </a:t>
              </a:r>
              <a:r>
                <a:rPr lang="en-US" sz="2000" b="0" i="0" u="none" strike="noStrike" cap="none" dirty="0" err="1">
                  <a:solidFill>
                    <a:schemeClr val="dk1"/>
                  </a:solidFill>
                  <a:latin typeface="Arial"/>
                  <a:ea typeface="Arial"/>
                  <a:cs typeface="Arial"/>
                  <a:sym typeface="Arial"/>
                </a:rPr>
                <a:t>inf</a:t>
              </a:r>
              <a:r>
                <a:rPr lang="en-US" sz="2000" b="0" i="0" u="none" strike="noStrike" cap="none" dirty="0">
                  <a:solidFill>
                    <a:schemeClr val="dk1"/>
                  </a:solidFill>
                  <a:latin typeface="Arial"/>
                  <a:ea typeface="Arial"/>
                  <a:cs typeface="Arial"/>
                  <a:sym typeface="Arial"/>
                </a:rPr>
                <a:t> at nodes</a:t>
              </a:r>
              <a:endParaRPr dirty="0"/>
            </a:p>
          </p:txBody>
        </p:sp>
      </p:grpSp>
      <p:grpSp>
        <p:nvGrpSpPr>
          <p:cNvPr id="1072" name="Google Shape;1072;p118"/>
          <p:cNvGrpSpPr/>
          <p:nvPr/>
        </p:nvGrpSpPr>
        <p:grpSpPr>
          <a:xfrm>
            <a:off x="1600200" y="1828800"/>
            <a:ext cx="9067800" cy="4572000"/>
            <a:chOff x="48" y="1392"/>
            <a:chExt cx="5712" cy="2880"/>
          </a:xfrm>
        </p:grpSpPr>
        <p:grpSp>
          <p:nvGrpSpPr>
            <p:cNvPr id="1073" name="Google Shape;1073;p118"/>
            <p:cNvGrpSpPr/>
            <p:nvPr/>
          </p:nvGrpSpPr>
          <p:grpSpPr>
            <a:xfrm>
              <a:off x="48" y="1392"/>
              <a:ext cx="5712" cy="2880"/>
              <a:chOff x="48" y="1392"/>
              <a:chExt cx="5712" cy="2880"/>
            </a:xfrm>
          </p:grpSpPr>
          <p:sp>
            <p:nvSpPr>
              <p:cNvPr id="1074" name="Google Shape;1074;p118"/>
              <p:cNvSpPr txBox="1"/>
              <p:nvPr/>
            </p:nvSpPr>
            <p:spPr>
              <a:xfrm>
                <a:off x="48" y="4032"/>
                <a:ext cx="5712"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9125" rIns="91425" bIns="0" anchor="t" anchorCtr="0">
                <a:noAutofit/>
              </a:bodyPr>
              <a:lstStyle/>
              <a:p>
                <a:pPr marL="0" marR="0" lvl="0" indent="0" algn="l" rtl="0">
                  <a:spcBef>
                    <a:spcPts val="0"/>
                  </a:spcBef>
                  <a:spcAft>
                    <a:spcPts val="0"/>
                  </a:spcAft>
                  <a:buNone/>
                </a:pPr>
                <a:r>
                  <a:rPr lang="en-US" sz="1800" b="0" i="0" u="none" strike="noStrike" cap="none" dirty="0">
                    <a:solidFill>
                      <a:srgbClr val="FF3300"/>
                    </a:solidFill>
                    <a:latin typeface="Arial"/>
                    <a:ea typeface="Arial"/>
                    <a:cs typeface="Arial"/>
                    <a:sym typeface="Arial"/>
                  </a:rPr>
                  <a:t>Task Box</a:t>
                </a:r>
                <a:r>
                  <a:rPr lang="en-US" sz="1800" b="0" i="0" u="none" strike="noStrike" cap="none" dirty="0">
                    <a:solidFill>
                      <a:schemeClr val="dk1"/>
                    </a:solidFill>
                    <a:latin typeface="Arial"/>
                    <a:ea typeface="Arial"/>
                    <a:cs typeface="Arial"/>
                    <a:sym typeface="Arial"/>
                  </a:rPr>
                  <a:t> of MS Project 2000: </a:t>
                </a:r>
                <a:r>
                  <a:rPr lang="en-US" sz="1800" b="0" i="0" u="none" strike="noStrike" cap="none" dirty="0">
                    <a:solidFill>
                      <a:srgbClr val="FF3300"/>
                    </a:solidFill>
                    <a:latin typeface="Arial"/>
                    <a:ea typeface="Arial"/>
                    <a:cs typeface="Arial"/>
                    <a:sym typeface="Arial"/>
                  </a:rPr>
                  <a:t>Activity Name</a:t>
                </a:r>
                <a:r>
                  <a:rPr lang="en-US" sz="1800" b="0" i="0" u="none" strike="noStrike" cap="none" dirty="0">
                    <a:solidFill>
                      <a:schemeClr val="dk1"/>
                    </a:solidFill>
                    <a:latin typeface="Arial"/>
                    <a:ea typeface="Arial"/>
                    <a:cs typeface="Arial"/>
                    <a:sym typeface="Arial"/>
                  </a:rPr>
                  <a:t>  </a:t>
                </a:r>
                <a:r>
                  <a:rPr lang="en-US" sz="1800" b="0" i="0" u="none" strike="noStrike" cap="none" dirty="0">
                    <a:solidFill>
                      <a:srgbClr val="0000FF"/>
                    </a:solidFill>
                    <a:latin typeface="Arial"/>
                    <a:ea typeface="Arial"/>
                    <a:cs typeface="Arial"/>
                    <a:sym typeface="Arial"/>
                  </a:rPr>
                  <a:t>Start:</a:t>
                </a:r>
                <a:r>
                  <a:rPr lang="en-US" sz="1800" b="0" i="0" u="none" strike="noStrike" cap="none" dirty="0">
                    <a:solidFill>
                      <a:schemeClr val="dk1"/>
                    </a:solidFill>
                    <a:latin typeface="Arial"/>
                    <a:ea typeface="Arial"/>
                    <a:cs typeface="Arial"/>
                    <a:sym typeface="Arial"/>
                  </a:rPr>
                  <a:t>	</a:t>
                </a:r>
                <a:r>
                  <a:rPr lang="en-US" sz="1800" b="0" i="0" u="none" strike="noStrike" cap="none" dirty="0">
                    <a:solidFill>
                      <a:srgbClr val="FF3300"/>
                    </a:solidFill>
                    <a:latin typeface="Arial"/>
                    <a:ea typeface="Arial"/>
                    <a:cs typeface="Arial"/>
                    <a:sym typeface="Arial"/>
                  </a:rPr>
                  <a:t>ID: </a:t>
                </a:r>
                <a:r>
                  <a:rPr lang="en-US" sz="1800" b="0" i="0" u="none" strike="noStrike" cap="none" dirty="0">
                    <a:solidFill>
                      <a:schemeClr val="dk1"/>
                    </a:solidFill>
                    <a:latin typeface="Arial"/>
                    <a:ea typeface="Arial"/>
                    <a:cs typeface="Arial"/>
                    <a:sym typeface="Arial"/>
                  </a:rPr>
                  <a:t>     </a:t>
                </a:r>
                <a:r>
                  <a:rPr lang="en-US" sz="1800" b="0" i="0" u="none" strike="noStrike" cap="none" dirty="0">
                    <a:solidFill>
                      <a:srgbClr val="0000FF"/>
                    </a:solidFill>
                    <a:latin typeface="Arial"/>
                    <a:ea typeface="Arial"/>
                    <a:cs typeface="Arial"/>
                    <a:sym typeface="Arial"/>
                  </a:rPr>
                  <a:t>Finish:</a:t>
                </a:r>
                <a:r>
                  <a:rPr lang="en-US" sz="1800" b="0" i="0" u="none" strike="noStrike" cap="none" dirty="0">
                    <a:solidFill>
                      <a:schemeClr val="dk1"/>
                    </a:solidFill>
                    <a:latin typeface="Arial"/>
                    <a:ea typeface="Arial"/>
                    <a:cs typeface="Arial"/>
                    <a:sym typeface="Arial"/>
                  </a:rPr>
                  <a:t>     </a:t>
                </a:r>
                <a:r>
                  <a:rPr lang="en-US" sz="1800" b="0" i="0" u="none" strike="noStrike" cap="none" dirty="0">
                    <a:solidFill>
                      <a:srgbClr val="FF3300"/>
                    </a:solidFill>
                    <a:latin typeface="Arial"/>
                    <a:ea typeface="Arial"/>
                    <a:cs typeface="Arial"/>
                    <a:sym typeface="Arial"/>
                  </a:rPr>
                  <a:t> </a:t>
                </a:r>
                <a:r>
                  <a:rPr lang="en-US" sz="1800" b="0" i="0" u="none" strike="noStrike" cap="none" dirty="0" err="1">
                    <a:solidFill>
                      <a:srgbClr val="FF3300"/>
                    </a:solidFill>
                    <a:latin typeface="Arial"/>
                    <a:ea typeface="Arial"/>
                    <a:cs typeface="Arial"/>
                    <a:sym typeface="Arial"/>
                  </a:rPr>
                  <a:t>Dur</a:t>
                </a:r>
                <a:r>
                  <a:rPr lang="en-US" sz="1800" b="0" i="0" u="none" strike="noStrike" cap="none" dirty="0">
                    <a:solidFill>
                      <a:srgbClr val="FF3300"/>
                    </a:solidFill>
                    <a:latin typeface="Arial"/>
                    <a:ea typeface="Arial"/>
                    <a:cs typeface="Arial"/>
                    <a:sym typeface="Arial"/>
                  </a:rPr>
                  <a:t>: </a:t>
                </a:r>
                <a:r>
                  <a:rPr lang="en-US" sz="1800" b="0" i="0" u="none" strike="noStrike" cap="none" dirty="0">
                    <a:solidFill>
                      <a:schemeClr val="dk1"/>
                    </a:solidFill>
                    <a:latin typeface="Arial"/>
                    <a:ea typeface="Arial"/>
                    <a:cs typeface="Arial"/>
                    <a:sym typeface="Arial"/>
                  </a:rPr>
                  <a:t>  </a:t>
                </a:r>
                <a:r>
                  <a:rPr lang="en-US" sz="1800" b="0" i="0" u="none" strike="noStrike" cap="none" dirty="0">
                    <a:solidFill>
                      <a:srgbClr val="0000FF"/>
                    </a:solidFill>
                    <a:latin typeface="Arial"/>
                    <a:ea typeface="Arial"/>
                    <a:cs typeface="Arial"/>
                    <a:sym typeface="Arial"/>
                  </a:rPr>
                  <a:t>Resource:</a:t>
                </a:r>
                <a:endParaRPr dirty="0"/>
              </a:p>
            </p:txBody>
          </p:sp>
          <p:grpSp>
            <p:nvGrpSpPr>
              <p:cNvPr id="1075" name="Google Shape;1075;p118"/>
              <p:cNvGrpSpPr/>
              <p:nvPr/>
            </p:nvGrpSpPr>
            <p:grpSpPr>
              <a:xfrm>
                <a:off x="420" y="1392"/>
                <a:ext cx="5100" cy="2592"/>
                <a:chOff x="420" y="1392"/>
                <a:chExt cx="5100" cy="2592"/>
              </a:xfrm>
            </p:grpSpPr>
            <p:sp>
              <p:nvSpPr>
                <p:cNvPr id="1076" name="Google Shape;1076;p118"/>
                <p:cNvSpPr txBox="1"/>
                <p:nvPr/>
              </p:nvSpPr>
              <p:spPr>
                <a:xfrm>
                  <a:off x="432" y="2064"/>
                  <a:ext cx="1068" cy="576"/>
                </a:xfrm>
                <a:prstGeom prst="rect">
                  <a:avLst/>
                </a:prstGeom>
                <a:noFill/>
                <a:ln w="9525" cap="flat" cmpd="sng">
                  <a:solidFill>
                    <a:schemeClr val="dk1"/>
                  </a:solidFill>
                  <a:prstDash val="solid"/>
                  <a:miter lim="800000"/>
                  <a:headEnd type="none" w="sm" len="sm"/>
                  <a:tailEnd type="none" w="sm" len="sm"/>
                </a:ln>
              </p:spPr>
              <p:txBody>
                <a:bodyPr spcFirstLastPara="1" wrap="square" lIns="91425" tIns="9125" rIns="91425" bIns="0" anchor="t" anchorCtr="0">
                  <a:noAutofit/>
                </a:bodyPr>
                <a:lstStyle/>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B</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Start:	ID:</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Finish:	</a:t>
                  </a:r>
                  <a:r>
                    <a:rPr lang="en-US" sz="1800" b="0" i="0" u="none" strike="noStrike" cap="none" dirty="0" err="1">
                      <a:solidFill>
                        <a:schemeClr val="dk1"/>
                      </a:solidFill>
                      <a:latin typeface="Arial"/>
                      <a:ea typeface="Arial"/>
                      <a:cs typeface="Arial"/>
                      <a:sym typeface="Arial"/>
                    </a:rPr>
                    <a:t>Dur</a:t>
                  </a:r>
                  <a:r>
                    <a:rPr lang="en-US" sz="1800" b="0" i="0" u="none" strike="noStrike" cap="none"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Res:   </a:t>
                  </a:r>
                  <a:endParaRPr dirty="0"/>
                </a:p>
              </p:txBody>
            </p:sp>
            <p:sp>
              <p:nvSpPr>
                <p:cNvPr id="1077" name="Google Shape;1077;p118"/>
                <p:cNvSpPr txBox="1"/>
                <p:nvPr/>
              </p:nvSpPr>
              <p:spPr>
                <a:xfrm>
                  <a:off x="468" y="3408"/>
                  <a:ext cx="1068" cy="576"/>
                </a:xfrm>
                <a:prstGeom prst="rect">
                  <a:avLst/>
                </a:prstGeom>
                <a:noFill/>
                <a:ln w="9525" cap="flat" cmpd="sng">
                  <a:solidFill>
                    <a:schemeClr val="dk1"/>
                  </a:solidFill>
                  <a:prstDash val="solid"/>
                  <a:miter lim="800000"/>
                  <a:headEnd type="none" w="sm" len="sm"/>
                  <a:tailEnd type="none" w="sm" len="sm"/>
                </a:ln>
              </p:spPr>
              <p:txBody>
                <a:bodyPr spcFirstLastPara="1" wrap="square" lIns="91425" tIns="9125" rIns="91425" bIns="0" anchor="t" anchorCtr="0">
                  <a:noAutofit/>
                </a:bodyPr>
                <a:lstStyle/>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C</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Start:	ID:</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Finish:	</a:t>
                  </a:r>
                  <a:r>
                    <a:rPr lang="en-US" sz="1800" b="0" i="0" u="none" strike="noStrike" cap="none" dirty="0" err="1">
                      <a:solidFill>
                        <a:schemeClr val="dk1"/>
                      </a:solidFill>
                      <a:latin typeface="Arial"/>
                      <a:ea typeface="Arial"/>
                      <a:cs typeface="Arial"/>
                      <a:sym typeface="Arial"/>
                    </a:rPr>
                    <a:t>Dur</a:t>
                  </a:r>
                  <a:r>
                    <a:rPr lang="en-US" sz="1800" b="0" i="0" u="none" strike="noStrike" cap="none"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Res:   </a:t>
                  </a:r>
                  <a:endParaRPr dirty="0"/>
                </a:p>
              </p:txBody>
            </p:sp>
            <p:sp>
              <p:nvSpPr>
                <p:cNvPr id="1078" name="Google Shape;1078;p118"/>
                <p:cNvSpPr txBox="1"/>
                <p:nvPr/>
              </p:nvSpPr>
              <p:spPr>
                <a:xfrm>
                  <a:off x="1920" y="3408"/>
                  <a:ext cx="1068" cy="576"/>
                </a:xfrm>
                <a:prstGeom prst="rect">
                  <a:avLst/>
                </a:prstGeom>
                <a:noFill/>
                <a:ln w="9525" cap="flat" cmpd="sng">
                  <a:solidFill>
                    <a:schemeClr val="dk1"/>
                  </a:solidFill>
                  <a:prstDash val="solid"/>
                  <a:miter lim="800000"/>
                  <a:headEnd type="none" w="sm" len="sm"/>
                  <a:tailEnd type="none" w="sm" len="sm"/>
                </a:ln>
              </p:spPr>
              <p:txBody>
                <a:bodyPr spcFirstLastPara="1" wrap="square" lIns="91425" tIns="9125" rIns="91425" bIns="0" anchor="t" anchorCtr="0">
                  <a:noAutofit/>
                </a:bodyPr>
                <a:lstStyle/>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G</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Start:	ID:</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Finish:	</a:t>
                  </a:r>
                  <a:r>
                    <a:rPr lang="en-US" sz="1800" b="0" i="0" u="none" strike="noStrike" cap="none" dirty="0" err="1">
                      <a:solidFill>
                        <a:schemeClr val="dk1"/>
                      </a:solidFill>
                      <a:latin typeface="Arial"/>
                      <a:ea typeface="Arial"/>
                      <a:cs typeface="Arial"/>
                      <a:sym typeface="Arial"/>
                    </a:rPr>
                    <a:t>Dur</a:t>
                  </a:r>
                  <a:r>
                    <a:rPr lang="en-US" sz="1800" b="0" i="0" u="none" strike="noStrike" cap="none"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Res:   </a:t>
                  </a:r>
                  <a:endParaRPr dirty="0"/>
                </a:p>
              </p:txBody>
            </p:sp>
            <p:sp>
              <p:nvSpPr>
                <p:cNvPr id="1079" name="Google Shape;1079;p118"/>
                <p:cNvSpPr txBox="1"/>
                <p:nvPr/>
              </p:nvSpPr>
              <p:spPr>
                <a:xfrm>
                  <a:off x="1920" y="2736"/>
                  <a:ext cx="1068" cy="576"/>
                </a:xfrm>
                <a:prstGeom prst="rect">
                  <a:avLst/>
                </a:prstGeom>
                <a:noFill/>
                <a:ln w="9525" cap="flat" cmpd="sng">
                  <a:solidFill>
                    <a:schemeClr val="dk1"/>
                  </a:solidFill>
                  <a:prstDash val="solid"/>
                  <a:miter lim="800000"/>
                  <a:headEnd type="none" w="sm" len="sm"/>
                  <a:tailEnd type="none" w="sm" len="sm"/>
                </a:ln>
              </p:spPr>
              <p:txBody>
                <a:bodyPr spcFirstLastPara="1" wrap="square" lIns="91425" tIns="9125" rIns="91425" bIns="0" anchor="t" anchorCtr="0">
                  <a:noAutofit/>
                </a:bodyPr>
                <a:lstStyle/>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F</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Start:	ID:</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Finish:	</a:t>
                  </a:r>
                  <a:r>
                    <a:rPr lang="en-US" sz="1800" b="0" i="0" u="none" strike="noStrike" cap="none" dirty="0" err="1">
                      <a:solidFill>
                        <a:schemeClr val="dk1"/>
                      </a:solidFill>
                      <a:latin typeface="Arial"/>
                      <a:ea typeface="Arial"/>
                      <a:cs typeface="Arial"/>
                      <a:sym typeface="Arial"/>
                    </a:rPr>
                    <a:t>Dur</a:t>
                  </a:r>
                  <a:r>
                    <a:rPr lang="en-US" sz="1800" b="0" i="0" u="none" strike="noStrike" cap="none"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Res:   </a:t>
                  </a:r>
                  <a:endParaRPr dirty="0"/>
                </a:p>
              </p:txBody>
            </p:sp>
            <p:sp>
              <p:nvSpPr>
                <p:cNvPr id="1080" name="Google Shape;1080;p118"/>
                <p:cNvSpPr txBox="1"/>
                <p:nvPr/>
              </p:nvSpPr>
              <p:spPr>
                <a:xfrm>
                  <a:off x="1920" y="2064"/>
                  <a:ext cx="1068" cy="576"/>
                </a:xfrm>
                <a:prstGeom prst="rect">
                  <a:avLst/>
                </a:prstGeom>
                <a:noFill/>
                <a:ln w="9525" cap="flat" cmpd="sng">
                  <a:solidFill>
                    <a:schemeClr val="dk1"/>
                  </a:solidFill>
                  <a:prstDash val="solid"/>
                  <a:miter lim="800000"/>
                  <a:headEnd type="none" w="sm" len="sm"/>
                  <a:tailEnd type="none" w="sm" len="sm"/>
                </a:ln>
              </p:spPr>
              <p:txBody>
                <a:bodyPr spcFirstLastPara="1" wrap="square" lIns="91425" tIns="9125" rIns="91425" bIns="0" anchor="t" anchorCtr="0">
                  <a:noAutofit/>
                </a:bodyPr>
                <a:lstStyle/>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E</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Start:	ID:</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Finish:	</a:t>
                  </a:r>
                  <a:r>
                    <a:rPr lang="en-US" sz="1800" b="0" i="0" u="none" strike="noStrike" cap="none" dirty="0" err="1">
                      <a:solidFill>
                        <a:schemeClr val="dk1"/>
                      </a:solidFill>
                      <a:latin typeface="Arial"/>
                      <a:ea typeface="Arial"/>
                      <a:cs typeface="Arial"/>
                      <a:sym typeface="Arial"/>
                    </a:rPr>
                    <a:t>Dur</a:t>
                  </a:r>
                  <a:r>
                    <a:rPr lang="en-US" sz="1800" b="0" i="0" u="none" strike="noStrike" cap="none"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Res:   </a:t>
                  </a:r>
                  <a:endParaRPr dirty="0"/>
                </a:p>
              </p:txBody>
            </p:sp>
            <p:sp>
              <p:nvSpPr>
                <p:cNvPr id="1081" name="Google Shape;1081;p118"/>
                <p:cNvSpPr txBox="1"/>
                <p:nvPr/>
              </p:nvSpPr>
              <p:spPr>
                <a:xfrm>
                  <a:off x="1920" y="1392"/>
                  <a:ext cx="1068" cy="576"/>
                </a:xfrm>
                <a:prstGeom prst="rect">
                  <a:avLst/>
                </a:prstGeom>
                <a:noFill/>
                <a:ln w="9525" cap="flat" cmpd="sng">
                  <a:solidFill>
                    <a:schemeClr val="dk1"/>
                  </a:solidFill>
                  <a:prstDash val="solid"/>
                  <a:miter lim="800000"/>
                  <a:headEnd type="none" w="sm" len="sm"/>
                  <a:tailEnd type="none" w="sm" len="sm"/>
                </a:ln>
              </p:spPr>
              <p:txBody>
                <a:bodyPr spcFirstLastPara="1" wrap="square" lIns="91425" tIns="9125" rIns="91425" bIns="0" anchor="t" anchorCtr="0">
                  <a:noAutofit/>
                </a:bodyPr>
                <a:lstStyle/>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D</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Start:	ID:</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Finish:	</a:t>
                  </a:r>
                  <a:r>
                    <a:rPr lang="en-US" sz="1800" b="0" i="0" u="none" strike="noStrike" cap="none" dirty="0" err="1">
                      <a:solidFill>
                        <a:schemeClr val="dk1"/>
                      </a:solidFill>
                      <a:latin typeface="Arial"/>
                      <a:ea typeface="Arial"/>
                      <a:cs typeface="Arial"/>
                      <a:sym typeface="Arial"/>
                    </a:rPr>
                    <a:t>Dur</a:t>
                  </a:r>
                  <a:r>
                    <a:rPr lang="en-US" sz="1800" b="0" i="0" u="none" strike="noStrike" cap="none"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Res:   </a:t>
                  </a:r>
                  <a:endParaRPr dirty="0"/>
                </a:p>
              </p:txBody>
            </p:sp>
            <p:sp>
              <p:nvSpPr>
                <p:cNvPr id="1082" name="Google Shape;1082;p118"/>
                <p:cNvSpPr txBox="1"/>
                <p:nvPr/>
              </p:nvSpPr>
              <p:spPr>
                <a:xfrm>
                  <a:off x="3444" y="1728"/>
                  <a:ext cx="1068" cy="576"/>
                </a:xfrm>
                <a:prstGeom prst="rect">
                  <a:avLst/>
                </a:prstGeom>
                <a:noFill/>
                <a:ln w="9525" cap="flat" cmpd="sng">
                  <a:solidFill>
                    <a:schemeClr val="dk1"/>
                  </a:solidFill>
                  <a:prstDash val="solid"/>
                  <a:miter lim="800000"/>
                  <a:headEnd type="none" w="sm" len="sm"/>
                  <a:tailEnd type="none" w="sm" len="sm"/>
                </a:ln>
              </p:spPr>
              <p:txBody>
                <a:bodyPr spcFirstLastPara="1" wrap="square" lIns="91425" tIns="9125" rIns="91425" bIns="0" anchor="t" anchorCtr="0">
                  <a:noAutofit/>
                </a:bodyPr>
                <a:lstStyle/>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H</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Start:	ID:</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Finish:	</a:t>
                  </a:r>
                  <a:r>
                    <a:rPr lang="en-US" sz="1800" b="0" i="0" u="none" strike="noStrike" cap="none" dirty="0" err="1">
                      <a:solidFill>
                        <a:schemeClr val="dk1"/>
                      </a:solidFill>
                      <a:latin typeface="Arial"/>
                      <a:ea typeface="Arial"/>
                      <a:cs typeface="Arial"/>
                      <a:sym typeface="Arial"/>
                    </a:rPr>
                    <a:t>Dur</a:t>
                  </a:r>
                  <a:r>
                    <a:rPr lang="en-US" sz="1800" b="0" i="0" u="none" strike="noStrike" cap="none"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Res:   </a:t>
                  </a:r>
                  <a:endParaRPr dirty="0"/>
                </a:p>
              </p:txBody>
            </p:sp>
            <p:sp>
              <p:nvSpPr>
                <p:cNvPr id="1083" name="Google Shape;1083;p118"/>
                <p:cNvSpPr txBox="1"/>
                <p:nvPr/>
              </p:nvSpPr>
              <p:spPr>
                <a:xfrm>
                  <a:off x="4452" y="2496"/>
                  <a:ext cx="1068" cy="576"/>
                </a:xfrm>
                <a:prstGeom prst="rect">
                  <a:avLst/>
                </a:prstGeom>
                <a:noFill/>
                <a:ln w="9525" cap="flat" cmpd="sng">
                  <a:solidFill>
                    <a:schemeClr val="dk1"/>
                  </a:solidFill>
                  <a:prstDash val="solid"/>
                  <a:miter lim="800000"/>
                  <a:headEnd type="none" w="sm" len="sm"/>
                  <a:tailEnd type="none" w="sm" len="sm"/>
                </a:ln>
              </p:spPr>
              <p:txBody>
                <a:bodyPr spcFirstLastPara="1" wrap="square" lIns="91425" tIns="9125" rIns="91425" bIns="0" anchor="t" anchorCtr="0">
                  <a:noAutofit/>
                </a:bodyPr>
                <a:lstStyle/>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J</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Start:	ID:</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Finish:	</a:t>
                  </a:r>
                  <a:r>
                    <a:rPr lang="en-US" sz="1800" b="0" i="0" u="none" strike="noStrike" cap="none" dirty="0" err="1">
                      <a:solidFill>
                        <a:schemeClr val="dk1"/>
                      </a:solidFill>
                      <a:latin typeface="Arial"/>
                      <a:ea typeface="Arial"/>
                      <a:cs typeface="Arial"/>
                      <a:sym typeface="Arial"/>
                    </a:rPr>
                    <a:t>Dur</a:t>
                  </a:r>
                  <a:r>
                    <a:rPr lang="en-US" sz="1800" b="0" i="0" u="none" strike="noStrike" cap="none"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Res:   </a:t>
                  </a:r>
                  <a:endParaRPr dirty="0"/>
                </a:p>
              </p:txBody>
            </p:sp>
            <p:sp>
              <p:nvSpPr>
                <p:cNvPr id="1084" name="Google Shape;1084;p118"/>
                <p:cNvSpPr txBox="1"/>
                <p:nvPr/>
              </p:nvSpPr>
              <p:spPr>
                <a:xfrm>
                  <a:off x="3540" y="3408"/>
                  <a:ext cx="1068" cy="576"/>
                </a:xfrm>
                <a:prstGeom prst="rect">
                  <a:avLst/>
                </a:prstGeom>
                <a:noFill/>
                <a:ln w="9525" cap="flat" cmpd="sng">
                  <a:solidFill>
                    <a:schemeClr val="dk1"/>
                  </a:solidFill>
                  <a:prstDash val="solid"/>
                  <a:miter lim="800000"/>
                  <a:headEnd type="none" w="sm" len="sm"/>
                  <a:tailEnd type="none" w="sm" len="sm"/>
                </a:ln>
              </p:spPr>
              <p:txBody>
                <a:bodyPr spcFirstLastPara="1" wrap="square" lIns="91425" tIns="9125" rIns="91425" bIns="0" anchor="t" anchorCtr="0">
                  <a:noAutofit/>
                </a:bodyPr>
                <a:lstStyle/>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I</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Start:	ID:</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Finish:	</a:t>
                  </a:r>
                  <a:r>
                    <a:rPr lang="en-US" sz="1800" b="0" i="0" u="none" strike="noStrike" cap="none" dirty="0" err="1">
                      <a:solidFill>
                        <a:schemeClr val="dk1"/>
                      </a:solidFill>
                      <a:latin typeface="Arial"/>
                      <a:ea typeface="Arial"/>
                      <a:cs typeface="Arial"/>
                      <a:sym typeface="Arial"/>
                    </a:rPr>
                    <a:t>Dur</a:t>
                  </a:r>
                  <a:r>
                    <a:rPr lang="en-US" sz="1800" b="0" i="0" u="none" strike="noStrike" cap="none"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Res:   </a:t>
                  </a:r>
                  <a:endParaRPr dirty="0"/>
                </a:p>
              </p:txBody>
            </p:sp>
            <p:sp>
              <p:nvSpPr>
                <p:cNvPr id="1085" name="Google Shape;1085;p118"/>
                <p:cNvSpPr txBox="1"/>
                <p:nvPr/>
              </p:nvSpPr>
              <p:spPr>
                <a:xfrm>
                  <a:off x="420" y="1392"/>
                  <a:ext cx="1068" cy="576"/>
                </a:xfrm>
                <a:prstGeom prst="rect">
                  <a:avLst/>
                </a:prstGeom>
                <a:noFill/>
                <a:ln w="9525" cap="flat" cmpd="sng">
                  <a:solidFill>
                    <a:schemeClr val="dk1"/>
                  </a:solidFill>
                  <a:prstDash val="solid"/>
                  <a:miter lim="800000"/>
                  <a:headEnd type="none" w="sm" len="sm"/>
                  <a:tailEnd type="none" w="sm" len="sm"/>
                </a:ln>
              </p:spPr>
              <p:txBody>
                <a:bodyPr spcFirstLastPara="1" wrap="square" lIns="91425" tIns="9125" rIns="91425" bIns="0" anchor="t" anchorCtr="0">
                  <a:noAutofit/>
                </a:bodyPr>
                <a:lstStyle/>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A</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Start:	ID:</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Finish:	</a:t>
                  </a:r>
                  <a:r>
                    <a:rPr lang="en-US" sz="1800" b="0" i="0" u="none" strike="noStrike" cap="none" dirty="0" err="1">
                      <a:solidFill>
                        <a:schemeClr val="dk1"/>
                      </a:solidFill>
                      <a:latin typeface="Arial"/>
                      <a:ea typeface="Arial"/>
                      <a:cs typeface="Arial"/>
                      <a:sym typeface="Arial"/>
                    </a:rPr>
                    <a:t>Dur</a:t>
                  </a:r>
                  <a:r>
                    <a:rPr lang="en-US" sz="1800" b="0" i="0" u="none" strike="noStrike" cap="none"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Res:   </a:t>
                  </a:r>
                  <a:endParaRPr dirty="0"/>
                </a:p>
              </p:txBody>
            </p:sp>
            <p:cxnSp>
              <p:nvCxnSpPr>
                <p:cNvPr id="1086" name="Google Shape;1086;p118"/>
                <p:cNvCxnSpPr>
                  <a:stCxn id="1085" idx="3"/>
                  <a:endCxn id="1081" idx="1"/>
                </p:cNvCxnSpPr>
                <p:nvPr/>
              </p:nvCxnSpPr>
              <p:spPr>
                <a:xfrm>
                  <a:off x="1488" y="1680"/>
                  <a:ext cx="300" cy="0"/>
                </a:xfrm>
                <a:prstGeom prst="straightConnector1">
                  <a:avLst/>
                </a:prstGeom>
                <a:noFill/>
                <a:ln w="9525" cap="flat" cmpd="sng">
                  <a:solidFill>
                    <a:schemeClr val="dk1"/>
                  </a:solidFill>
                  <a:prstDash val="solid"/>
                  <a:round/>
                  <a:headEnd type="none" w="med" len="med"/>
                  <a:tailEnd type="triangle" w="med" len="med"/>
                </a:ln>
              </p:spPr>
            </p:cxnSp>
            <p:cxnSp>
              <p:nvCxnSpPr>
                <p:cNvPr id="1087" name="Google Shape;1087;p118"/>
                <p:cNvCxnSpPr>
                  <a:stCxn id="1076" idx="3"/>
                  <a:endCxn id="1080" idx="1"/>
                </p:cNvCxnSpPr>
                <p:nvPr/>
              </p:nvCxnSpPr>
              <p:spPr>
                <a:xfrm>
                  <a:off x="1500" y="2352"/>
                  <a:ext cx="300" cy="0"/>
                </a:xfrm>
                <a:prstGeom prst="straightConnector1">
                  <a:avLst/>
                </a:prstGeom>
                <a:noFill/>
                <a:ln w="9525" cap="flat" cmpd="sng">
                  <a:solidFill>
                    <a:schemeClr val="dk1"/>
                  </a:solidFill>
                  <a:prstDash val="solid"/>
                  <a:round/>
                  <a:headEnd type="none" w="med" len="med"/>
                  <a:tailEnd type="triangle" w="med" len="med"/>
                </a:ln>
              </p:spPr>
            </p:cxnSp>
            <p:cxnSp>
              <p:nvCxnSpPr>
                <p:cNvPr id="1088" name="Google Shape;1088;p118"/>
                <p:cNvCxnSpPr>
                  <a:stCxn id="1076" idx="3"/>
                </p:cNvCxnSpPr>
                <p:nvPr/>
              </p:nvCxnSpPr>
              <p:spPr>
                <a:xfrm>
                  <a:off x="1500" y="2352"/>
                  <a:ext cx="300" cy="600"/>
                </a:xfrm>
                <a:prstGeom prst="straightConnector1">
                  <a:avLst/>
                </a:prstGeom>
                <a:noFill/>
                <a:ln w="9525" cap="flat" cmpd="sng">
                  <a:solidFill>
                    <a:schemeClr val="dk1"/>
                  </a:solidFill>
                  <a:prstDash val="solid"/>
                  <a:round/>
                  <a:headEnd type="none" w="med" len="med"/>
                  <a:tailEnd type="triangle" w="med" len="med"/>
                </a:ln>
              </p:spPr>
            </p:cxnSp>
            <p:cxnSp>
              <p:nvCxnSpPr>
                <p:cNvPr id="1089" name="Google Shape;1089;p118"/>
                <p:cNvCxnSpPr>
                  <a:stCxn id="1077" idx="3"/>
                  <a:endCxn id="1078" idx="1"/>
                </p:cNvCxnSpPr>
                <p:nvPr/>
              </p:nvCxnSpPr>
              <p:spPr>
                <a:xfrm>
                  <a:off x="1536" y="3696"/>
                  <a:ext cx="300" cy="0"/>
                </a:xfrm>
                <a:prstGeom prst="straightConnector1">
                  <a:avLst/>
                </a:prstGeom>
                <a:noFill/>
                <a:ln w="9525" cap="flat" cmpd="sng">
                  <a:solidFill>
                    <a:schemeClr val="dk1"/>
                  </a:solidFill>
                  <a:prstDash val="solid"/>
                  <a:round/>
                  <a:headEnd type="none" w="med" len="med"/>
                  <a:tailEnd type="triangle" w="med" len="med"/>
                </a:ln>
              </p:spPr>
            </p:cxnSp>
            <p:cxnSp>
              <p:nvCxnSpPr>
                <p:cNvPr id="1090" name="Google Shape;1090;p118"/>
                <p:cNvCxnSpPr>
                  <a:stCxn id="1081" idx="3"/>
                  <a:endCxn id="1082" idx="1"/>
                </p:cNvCxnSpPr>
                <p:nvPr/>
              </p:nvCxnSpPr>
              <p:spPr>
                <a:xfrm>
                  <a:off x="2988" y="1680"/>
                  <a:ext cx="600" cy="300"/>
                </a:xfrm>
                <a:prstGeom prst="straightConnector1">
                  <a:avLst/>
                </a:prstGeom>
                <a:noFill/>
                <a:ln w="9525" cap="flat" cmpd="sng">
                  <a:solidFill>
                    <a:schemeClr val="dk1"/>
                  </a:solidFill>
                  <a:prstDash val="solid"/>
                  <a:round/>
                  <a:headEnd type="none" w="med" len="med"/>
                  <a:tailEnd type="triangle" w="med" len="med"/>
                </a:ln>
              </p:spPr>
            </p:cxnSp>
            <p:cxnSp>
              <p:nvCxnSpPr>
                <p:cNvPr id="1091" name="Google Shape;1091;p118"/>
                <p:cNvCxnSpPr>
                  <a:stCxn id="1078" idx="3"/>
                  <a:endCxn id="1084" idx="1"/>
                </p:cNvCxnSpPr>
                <p:nvPr/>
              </p:nvCxnSpPr>
              <p:spPr>
                <a:xfrm>
                  <a:off x="2988" y="3696"/>
                  <a:ext cx="600" cy="0"/>
                </a:xfrm>
                <a:prstGeom prst="straightConnector1">
                  <a:avLst/>
                </a:prstGeom>
                <a:noFill/>
                <a:ln w="9525" cap="flat" cmpd="sng">
                  <a:solidFill>
                    <a:schemeClr val="dk1"/>
                  </a:solidFill>
                  <a:prstDash val="solid"/>
                  <a:round/>
                  <a:headEnd type="none" w="med" len="med"/>
                  <a:tailEnd type="triangle" w="med" len="med"/>
                </a:ln>
              </p:spPr>
            </p:cxnSp>
            <p:cxnSp>
              <p:nvCxnSpPr>
                <p:cNvPr id="1092" name="Google Shape;1092;p118"/>
                <p:cNvCxnSpPr>
                  <a:stCxn id="1084" idx="0"/>
                  <a:endCxn id="1083" idx="1"/>
                </p:cNvCxnSpPr>
                <p:nvPr/>
              </p:nvCxnSpPr>
              <p:spPr>
                <a:xfrm rot="10800000" flipH="1">
                  <a:off x="4074" y="2808"/>
                  <a:ext cx="300" cy="600"/>
                </a:xfrm>
                <a:prstGeom prst="straightConnector1">
                  <a:avLst/>
                </a:prstGeom>
                <a:noFill/>
                <a:ln w="9525" cap="flat" cmpd="sng">
                  <a:solidFill>
                    <a:schemeClr val="dk1"/>
                  </a:solidFill>
                  <a:prstDash val="solid"/>
                  <a:round/>
                  <a:headEnd type="none" w="med" len="med"/>
                  <a:tailEnd type="triangle" w="med" len="med"/>
                </a:ln>
              </p:spPr>
            </p:cxnSp>
            <p:cxnSp>
              <p:nvCxnSpPr>
                <p:cNvPr id="1093" name="Google Shape;1093;p118"/>
                <p:cNvCxnSpPr>
                  <a:endCxn id="1083" idx="1"/>
                </p:cNvCxnSpPr>
                <p:nvPr/>
              </p:nvCxnSpPr>
              <p:spPr>
                <a:xfrm>
                  <a:off x="4152" y="2484"/>
                  <a:ext cx="300" cy="300"/>
                </a:xfrm>
                <a:prstGeom prst="straightConnector1">
                  <a:avLst/>
                </a:prstGeom>
                <a:noFill/>
                <a:ln w="9525" cap="flat" cmpd="sng">
                  <a:solidFill>
                    <a:schemeClr val="dk1"/>
                  </a:solidFill>
                  <a:prstDash val="solid"/>
                  <a:round/>
                  <a:headEnd type="none" w="med" len="med"/>
                  <a:tailEnd type="triangle" w="med" len="med"/>
                </a:ln>
              </p:spPr>
            </p:cxnSp>
            <p:cxnSp>
              <p:nvCxnSpPr>
                <p:cNvPr id="1094" name="Google Shape;1094;p118"/>
                <p:cNvCxnSpPr>
                  <a:stCxn id="1079" idx="3"/>
                  <a:endCxn id="1083" idx="1"/>
                </p:cNvCxnSpPr>
                <p:nvPr/>
              </p:nvCxnSpPr>
              <p:spPr>
                <a:xfrm rot="10800000" flipH="1">
                  <a:off x="2988" y="2724"/>
                  <a:ext cx="1500" cy="300"/>
                </a:xfrm>
                <a:prstGeom prst="straightConnector1">
                  <a:avLst/>
                </a:prstGeom>
                <a:noFill/>
                <a:ln w="9525" cap="flat" cmpd="sng">
                  <a:solidFill>
                    <a:schemeClr val="dk1"/>
                  </a:solidFill>
                  <a:prstDash val="solid"/>
                  <a:round/>
                  <a:headEnd type="none" w="med" len="med"/>
                  <a:tailEnd type="triangle" w="med" len="med"/>
                </a:ln>
              </p:spPr>
            </p:cxnSp>
            <p:cxnSp>
              <p:nvCxnSpPr>
                <p:cNvPr id="1095" name="Google Shape;1095;p118"/>
                <p:cNvCxnSpPr>
                  <a:stCxn id="1080" idx="3"/>
                  <a:endCxn id="1082" idx="1"/>
                </p:cNvCxnSpPr>
                <p:nvPr/>
              </p:nvCxnSpPr>
              <p:spPr>
                <a:xfrm rot="10800000" flipH="1">
                  <a:off x="2988" y="2052"/>
                  <a:ext cx="600" cy="300"/>
                </a:xfrm>
                <a:prstGeom prst="straightConnector1">
                  <a:avLst/>
                </a:prstGeom>
                <a:noFill/>
                <a:ln w="9525" cap="flat" cmpd="sng">
                  <a:solidFill>
                    <a:schemeClr val="dk1"/>
                  </a:solidFill>
                  <a:prstDash val="solid"/>
                  <a:round/>
                  <a:headEnd type="none" w="med" len="med"/>
                  <a:tailEnd type="triangle" w="med" len="med"/>
                </a:ln>
              </p:spPr>
            </p:cxnSp>
          </p:grpSp>
        </p:grpSp>
        <p:sp>
          <p:nvSpPr>
            <p:cNvPr id="1096" name="Google Shape;1096;p118"/>
            <p:cNvSpPr/>
            <p:nvPr/>
          </p:nvSpPr>
          <p:spPr>
            <a:xfrm>
              <a:off x="4992" y="1440"/>
              <a:ext cx="528" cy="2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rgbClr val="FF3300"/>
                  </a:solidFill>
                  <a:latin typeface="Arial"/>
                  <a:ea typeface="Arial"/>
                  <a:cs typeface="Arial"/>
                  <a:sym typeface="Arial"/>
                </a:rPr>
                <a:t>PDM</a:t>
              </a:r>
              <a:endParaRPr sz="1800" b="1" i="0" u="none" strike="noStrike" cap="none" dirty="0">
                <a:solidFill>
                  <a:schemeClr val="dk1"/>
                </a:solidFill>
                <a:latin typeface="Arial"/>
                <a:ea typeface="Arial"/>
                <a:cs typeface="Arial"/>
                <a:sym typeface="Arial"/>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17-</a:t>
            </a:r>
            <a:fld id="{E20BB6BA-0FC2-4DC6-8563-AC05F57080AA}" type="slidenum">
              <a:rPr lang="en-US" altLang="en-US"/>
              <a:pPr/>
              <a:t>49</a:t>
            </a:fld>
            <a:endParaRPr lang="en-US" altLang="en-US"/>
          </a:p>
        </p:txBody>
      </p:sp>
      <p:sp>
        <p:nvSpPr>
          <p:cNvPr id="27650" name="Rectangle 2"/>
          <p:cNvSpPr>
            <a:spLocks noGrp="1" noChangeArrowheads="1"/>
          </p:cNvSpPr>
          <p:nvPr>
            <p:ph type="title"/>
          </p:nvPr>
        </p:nvSpPr>
        <p:spPr/>
        <p:txBody>
          <a:bodyPr/>
          <a:lstStyle/>
          <a:p>
            <a:r>
              <a:rPr lang="en-US" altLang="en-US" dirty="0"/>
              <a:t>Terminology: Network Diagram</a:t>
            </a:r>
          </a:p>
        </p:txBody>
      </p:sp>
      <p:sp>
        <p:nvSpPr>
          <p:cNvPr id="27651" name="Rectangle 3"/>
          <p:cNvSpPr>
            <a:spLocks noGrp="1" noChangeArrowheads="1"/>
          </p:cNvSpPr>
          <p:nvPr>
            <p:ph type="body" idx="1"/>
          </p:nvPr>
        </p:nvSpPr>
        <p:spPr>
          <a:xfrm>
            <a:off x="2286000" y="1819072"/>
            <a:ext cx="7696200" cy="4387175"/>
          </a:xfrm>
        </p:spPr>
        <p:txBody>
          <a:bodyPr>
            <a:normAutofit lnSpcReduction="10000"/>
          </a:bodyPr>
          <a:lstStyle/>
          <a:p>
            <a:pPr marL="114300" indent="0">
              <a:buNone/>
            </a:pPr>
            <a:r>
              <a:rPr lang="en-US" altLang="en-US" sz="2800" dirty="0"/>
              <a:t>Path</a:t>
            </a:r>
          </a:p>
          <a:p>
            <a:pPr lvl="1"/>
            <a:r>
              <a:rPr lang="en-US" altLang="en-US" sz="2400" dirty="0"/>
              <a:t>Sequence of activities that leads from the starting node to the finishing node</a:t>
            </a:r>
          </a:p>
          <a:p>
            <a:pPr marL="114300" indent="0">
              <a:buNone/>
            </a:pPr>
            <a:r>
              <a:rPr lang="en-US" altLang="en-US" sz="2800" dirty="0"/>
              <a:t>Critical path</a:t>
            </a:r>
          </a:p>
          <a:p>
            <a:pPr lvl="1"/>
            <a:r>
              <a:rPr lang="en-US" altLang="en-US" sz="2400" dirty="0"/>
              <a:t>The longest path; determines expected project duration</a:t>
            </a:r>
          </a:p>
          <a:p>
            <a:pPr marL="114300" indent="0">
              <a:buNone/>
            </a:pPr>
            <a:r>
              <a:rPr lang="en-US" altLang="en-US" sz="2800" dirty="0"/>
              <a:t>Critical activities</a:t>
            </a:r>
          </a:p>
          <a:p>
            <a:pPr lvl="1"/>
            <a:r>
              <a:rPr lang="en-US" altLang="en-US" sz="2400" dirty="0"/>
              <a:t>Activities on the critical path</a:t>
            </a:r>
          </a:p>
          <a:p>
            <a:pPr marL="114300" indent="0">
              <a:buNone/>
            </a:pPr>
            <a:r>
              <a:rPr lang="en-US" altLang="en-US" sz="2800" dirty="0"/>
              <a:t>Slack</a:t>
            </a:r>
          </a:p>
          <a:p>
            <a:pPr lvl="1"/>
            <a:r>
              <a:rPr lang="en-US" altLang="en-US" sz="2400" dirty="0"/>
              <a:t>Allowable slippage for  path; the difference the length of path and the length of critical path</a:t>
            </a:r>
          </a:p>
        </p:txBody>
      </p:sp>
    </p:spTree>
    <p:extLst>
      <p:ext uri="{BB962C8B-B14F-4D97-AF65-F5344CB8AC3E}">
        <p14:creationId xmlns:p14="http://schemas.microsoft.com/office/powerpoint/2010/main" val="146451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76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2765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2765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2765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765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27651">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27651">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276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692F-E108-D1EE-CC3C-9EBB3848C3CA}"/>
              </a:ext>
            </a:extLst>
          </p:cNvPr>
          <p:cNvSpPr>
            <a:spLocks noGrp="1"/>
          </p:cNvSpPr>
          <p:nvPr>
            <p:ph type="title"/>
          </p:nvPr>
        </p:nvSpPr>
        <p:spPr/>
        <p:txBody>
          <a:bodyPr/>
          <a:lstStyle/>
          <a:p>
            <a:r>
              <a:rPr lang="en-US" altLang="en-US" dirty="0"/>
              <a:t>Terminology: Network Diagram</a:t>
            </a:r>
            <a:endParaRPr lang="en-US" dirty="0"/>
          </a:p>
        </p:txBody>
      </p:sp>
      <p:sp>
        <p:nvSpPr>
          <p:cNvPr id="3" name="Text Placeholder 2">
            <a:extLst>
              <a:ext uri="{FF2B5EF4-FFF2-40B4-BE49-F238E27FC236}">
                <a16:creationId xmlns:a16="http://schemas.microsoft.com/office/drawing/2014/main" id="{DBF0E9FB-5142-B190-B3BC-057688544A4C}"/>
              </a:ext>
            </a:extLst>
          </p:cNvPr>
          <p:cNvSpPr>
            <a:spLocks noGrp="1"/>
          </p:cNvSpPr>
          <p:nvPr>
            <p:ph type="body" idx="1"/>
          </p:nvPr>
        </p:nvSpPr>
        <p:spPr/>
        <p:txBody>
          <a:bodyPr/>
          <a:lstStyle/>
          <a:p>
            <a:r>
              <a:rPr lang="en-US" altLang="en-US" sz="2000" b="1" dirty="0"/>
              <a:t>Slack time</a:t>
            </a:r>
            <a:r>
              <a:rPr lang="en-US" altLang="en-US" b="1" dirty="0"/>
              <a:t> (</a:t>
            </a:r>
            <a:r>
              <a:rPr lang="en-US" altLang="en-US" sz="2000" dirty="0"/>
              <a:t>also known as float)</a:t>
            </a:r>
          </a:p>
          <a:p>
            <a:pPr lvl="1"/>
            <a:r>
              <a:rPr lang="en-US" altLang="en-US" dirty="0"/>
              <a:t> is the amount of delay expressed in units of time that could be tolerated in the starting time or completion time of an activity without causing a delay in the completion of the project. </a:t>
            </a:r>
            <a:endParaRPr lang="en-US" altLang="en-US" sz="2000" dirty="0"/>
          </a:p>
          <a:p>
            <a:r>
              <a:rPr lang="en-US" altLang="en-US" sz="2000" dirty="0"/>
              <a:t>Slack time is the difference between the </a:t>
            </a:r>
            <a:r>
              <a:rPr lang="en-US" altLang="en-US" sz="2000" b="1" dirty="0"/>
              <a:t>late finish </a:t>
            </a:r>
            <a:r>
              <a:rPr lang="en-US" altLang="en-US" sz="2000" dirty="0"/>
              <a:t>and the </a:t>
            </a:r>
            <a:r>
              <a:rPr lang="en-US" altLang="en-US" sz="2000" b="1" dirty="0"/>
              <a:t>early finish</a:t>
            </a:r>
            <a:r>
              <a:rPr lang="en-US" altLang="en-US" sz="2000" dirty="0"/>
              <a:t> (LF-EF). </a:t>
            </a:r>
          </a:p>
          <a:p>
            <a:r>
              <a:rPr lang="en-US" altLang="en-US" sz="2000" dirty="0"/>
              <a:t>If the result is greater than zero, then the activity has a range of time in which it can start and finish without delaying the project completion date</a:t>
            </a:r>
          </a:p>
          <a:p>
            <a:endParaRPr lang="en-US" dirty="0"/>
          </a:p>
        </p:txBody>
      </p:sp>
      <p:sp>
        <p:nvSpPr>
          <p:cNvPr id="4" name="Slide Number Placeholder 3">
            <a:extLst>
              <a:ext uri="{FF2B5EF4-FFF2-40B4-BE49-F238E27FC236}">
                <a16:creationId xmlns:a16="http://schemas.microsoft.com/office/drawing/2014/main" id="{55B9A75C-98BA-63A0-C3F5-5AEF32C81F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extLst>
      <p:ext uri="{BB962C8B-B14F-4D97-AF65-F5344CB8AC3E}">
        <p14:creationId xmlns:p14="http://schemas.microsoft.com/office/powerpoint/2010/main" val="6175013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activities  (Critical Path Method CPM )</a:t>
            </a:r>
          </a:p>
        </p:txBody>
      </p:sp>
      <p:sp>
        <p:nvSpPr>
          <p:cNvPr id="3" name="Content Placeholder 2"/>
          <p:cNvSpPr>
            <a:spLocks noGrp="1"/>
          </p:cNvSpPr>
          <p:nvPr>
            <p:ph idx="1"/>
          </p:nvPr>
        </p:nvSpPr>
        <p:spPr/>
        <p:txBody>
          <a:bodyPr>
            <a:normAutofit fontScale="92500" lnSpcReduction="10000"/>
          </a:bodyPr>
          <a:lstStyle/>
          <a:p>
            <a:pPr marL="342900" lvl="0">
              <a:spcBef>
                <a:spcPts val="0"/>
              </a:spcBef>
              <a:buNone/>
            </a:pPr>
            <a:r>
              <a:rPr lang="en-US" dirty="0">
                <a:solidFill>
                  <a:schemeClr val="tx1"/>
                </a:solidFill>
                <a:latin typeface="Arial"/>
                <a:ea typeface="Arial"/>
                <a:cs typeface="Arial"/>
                <a:sym typeface="Arial"/>
              </a:rPr>
              <a:t>project network analysis technique used to predict total project Duration </a:t>
            </a:r>
          </a:p>
          <a:p>
            <a:pPr marL="342900" lvl="0">
              <a:spcBef>
                <a:spcPts val="0"/>
              </a:spcBef>
              <a:buNone/>
            </a:pPr>
            <a:endParaRPr lang="en-US" dirty="0">
              <a:solidFill>
                <a:schemeClr val="tx1"/>
              </a:solidFill>
              <a:latin typeface="Arial"/>
              <a:ea typeface="Arial"/>
              <a:cs typeface="Arial"/>
              <a:sym typeface="Arial"/>
            </a:endParaRPr>
          </a:p>
          <a:p>
            <a:pPr marL="342900" lvl="0">
              <a:spcBef>
                <a:spcPts val="0"/>
              </a:spcBef>
              <a:buNone/>
            </a:pPr>
            <a:r>
              <a:rPr lang="en-US" dirty="0">
                <a:solidFill>
                  <a:schemeClr val="tx1"/>
                </a:solidFill>
                <a:latin typeface="Arial"/>
                <a:ea typeface="Arial"/>
                <a:cs typeface="Arial"/>
                <a:sym typeface="Arial"/>
              </a:rPr>
              <a:t>primary objectives:</a:t>
            </a:r>
            <a:endParaRPr lang="en-US" dirty="0">
              <a:solidFill>
                <a:schemeClr val="tx1"/>
              </a:solidFill>
            </a:endParaRPr>
          </a:p>
          <a:p>
            <a:pPr marL="342900" lvl="0">
              <a:spcBef>
                <a:spcPts val="0"/>
              </a:spcBef>
              <a:buClr>
                <a:srgbClr val="0000FF"/>
              </a:buClr>
              <a:buFont typeface="Arial"/>
              <a:buChar char="•"/>
            </a:pPr>
            <a:r>
              <a:rPr lang="en-US" dirty="0">
                <a:solidFill>
                  <a:schemeClr val="tx1"/>
                </a:solidFill>
                <a:latin typeface="Arial"/>
                <a:ea typeface="Arial"/>
                <a:cs typeface="Arial"/>
                <a:sym typeface="Arial"/>
              </a:rPr>
              <a:t>Planning the project to complete it as quickly as possible</a:t>
            </a:r>
            <a:endParaRPr lang="en-US" dirty="0">
              <a:solidFill>
                <a:schemeClr val="tx1"/>
              </a:solidFill>
            </a:endParaRPr>
          </a:p>
          <a:p>
            <a:pPr marL="342900" lvl="0">
              <a:spcBef>
                <a:spcPts val="0"/>
              </a:spcBef>
              <a:buClr>
                <a:srgbClr val="0000FF"/>
              </a:buClr>
              <a:buFont typeface="Arial"/>
              <a:buChar char="•"/>
            </a:pPr>
            <a:r>
              <a:rPr lang="en-US" dirty="0">
                <a:solidFill>
                  <a:schemeClr val="tx1"/>
                </a:solidFill>
                <a:latin typeface="Arial"/>
                <a:ea typeface="Arial"/>
                <a:cs typeface="Arial"/>
                <a:sym typeface="Arial"/>
              </a:rPr>
              <a:t>Identifying those activities where a delay in their execution</a:t>
            </a:r>
          </a:p>
          <a:p>
            <a:pPr marL="742950" lvl="1" indent="-285750">
              <a:spcBef>
                <a:spcPts val="0"/>
              </a:spcBef>
              <a:buClr>
                <a:srgbClr val="0000FF"/>
              </a:buClr>
            </a:pPr>
            <a:r>
              <a:rPr lang="en-US" dirty="0">
                <a:solidFill>
                  <a:schemeClr val="tx1"/>
                </a:solidFill>
                <a:latin typeface="Arial"/>
                <a:ea typeface="Arial"/>
                <a:cs typeface="Arial"/>
                <a:sym typeface="Arial"/>
              </a:rPr>
              <a:t>affect the overall end date of the project or ‘later activities’ start dates.</a:t>
            </a:r>
            <a:endParaRPr lang="en-US" dirty="0">
              <a:solidFill>
                <a:schemeClr val="tx1"/>
              </a:solidFill>
            </a:endParaRPr>
          </a:p>
          <a:p>
            <a:pPr eaLnBrk="1" hangingPunct="1">
              <a:buFont typeface="Wingdings" panose="05000000000000000000" pitchFamily="2" charset="2"/>
              <a:buChar char="Ø"/>
            </a:pPr>
            <a:endParaRPr lang="en-US" altLang="en-US" dirty="0"/>
          </a:p>
          <a:p>
            <a:pPr eaLnBrk="1" hangingPunct="1">
              <a:buFont typeface="Wingdings" panose="05000000000000000000" pitchFamily="2" charset="2"/>
              <a:buChar char="Ø"/>
            </a:pPr>
            <a:r>
              <a:rPr lang="en-US" altLang="en-US" dirty="0"/>
              <a:t>represents </a:t>
            </a:r>
            <a:r>
              <a:rPr lang="en-US" altLang="en-US" dirty="0">
                <a:solidFill>
                  <a:srgbClr val="3333FF"/>
                </a:solidFill>
              </a:rPr>
              <a:t>activities</a:t>
            </a:r>
            <a:r>
              <a:rPr lang="en-US" altLang="en-US" dirty="0"/>
              <a:t> as</a:t>
            </a:r>
            <a:r>
              <a:rPr lang="en-US" altLang="en-US" dirty="0">
                <a:solidFill>
                  <a:srgbClr val="FF3300"/>
                </a:solidFill>
              </a:rPr>
              <a:t> links</a:t>
            </a:r>
            <a:r>
              <a:rPr lang="en-US" altLang="en-US" dirty="0"/>
              <a:t> (</a:t>
            </a:r>
            <a:r>
              <a:rPr lang="en-US" altLang="en-US" dirty="0">
                <a:solidFill>
                  <a:srgbClr val="FF3300"/>
                </a:solidFill>
              </a:rPr>
              <a:t>arrowed lines</a:t>
            </a:r>
            <a:r>
              <a:rPr lang="en-US" altLang="en-US" dirty="0"/>
              <a:t>) in the graph</a:t>
            </a:r>
          </a:p>
          <a:p>
            <a:pPr eaLnBrk="1" hangingPunct="1">
              <a:buFont typeface="Wingdings" panose="05000000000000000000" pitchFamily="2" charset="2"/>
              <a:buChar char="Ø"/>
            </a:pPr>
            <a:r>
              <a:rPr lang="en-US" altLang="en-US" dirty="0">
                <a:solidFill>
                  <a:srgbClr val="3333FF"/>
                </a:solidFill>
              </a:rPr>
              <a:t>nodes</a:t>
            </a:r>
            <a:r>
              <a:rPr lang="en-US" altLang="en-US" dirty="0"/>
              <a:t> (</a:t>
            </a:r>
            <a:r>
              <a:rPr lang="en-US" altLang="en-US" dirty="0">
                <a:solidFill>
                  <a:srgbClr val="3333FF"/>
                </a:solidFill>
              </a:rPr>
              <a:t>circles</a:t>
            </a:r>
            <a:r>
              <a:rPr lang="en-US" altLang="en-US" dirty="0"/>
              <a:t>) represent the </a:t>
            </a:r>
            <a:r>
              <a:rPr lang="en-US" altLang="en-US" dirty="0">
                <a:solidFill>
                  <a:srgbClr val="FF3300"/>
                </a:solidFill>
              </a:rPr>
              <a:t>events</a:t>
            </a:r>
            <a:r>
              <a:rPr lang="en-US" altLang="en-US" dirty="0"/>
              <a:t> of activities </a:t>
            </a:r>
            <a:r>
              <a:rPr lang="en-US" altLang="en-US" dirty="0">
                <a:solidFill>
                  <a:srgbClr val="FF3300"/>
                </a:solidFill>
              </a:rPr>
              <a:t>start</a:t>
            </a:r>
            <a:r>
              <a:rPr lang="en-US" altLang="en-US" dirty="0"/>
              <a:t> and </a:t>
            </a:r>
            <a:r>
              <a:rPr lang="en-US" altLang="en-US" dirty="0">
                <a:solidFill>
                  <a:srgbClr val="FF3300"/>
                </a:solidFill>
              </a:rPr>
              <a:t>finish</a:t>
            </a:r>
            <a:r>
              <a:rPr lang="en-US" altLang="en-US" dirty="0"/>
              <a:t>.</a:t>
            </a:r>
          </a:p>
          <a:p>
            <a:pPr eaLnBrk="1" hangingPunct="1">
              <a:buFont typeface="Wingdings" panose="05000000000000000000" pitchFamily="2" charset="2"/>
              <a:buChar char="Ø"/>
            </a:pPr>
            <a:r>
              <a:rPr lang="en-US" altLang="en-US" dirty="0"/>
              <a:t>A link represents an </a:t>
            </a:r>
            <a:r>
              <a:rPr lang="en-US" altLang="en-US" dirty="0">
                <a:solidFill>
                  <a:srgbClr val="0000FF"/>
                </a:solidFill>
              </a:rPr>
              <a:t>activity</a:t>
            </a:r>
            <a:r>
              <a:rPr lang="en-US" altLang="en-US" dirty="0"/>
              <a:t> (and has </a:t>
            </a:r>
            <a:r>
              <a:rPr lang="en-US" altLang="en-US" dirty="0">
                <a:solidFill>
                  <a:srgbClr val="0000FF"/>
                </a:solidFill>
              </a:rPr>
              <a:t>duration</a:t>
            </a:r>
            <a:r>
              <a:rPr lang="en-US" altLang="en-US" dirty="0"/>
              <a:t>)</a:t>
            </a:r>
          </a:p>
          <a:p>
            <a:pPr eaLnBrk="1" hangingPunct="1">
              <a:buFont typeface="Wingdings" panose="05000000000000000000" pitchFamily="2" charset="2"/>
              <a:buChar char="Ø"/>
            </a:pPr>
            <a:endParaRPr lang="en-US" altLang="en-US" dirty="0"/>
          </a:p>
          <a:p>
            <a:pPr eaLnBrk="1" hangingPunct="1">
              <a:buFont typeface="Wingdings" panose="05000000000000000000" pitchFamily="2" charset="2"/>
              <a:buChar char="Ø"/>
            </a:pPr>
            <a:r>
              <a:rPr lang="en-US" dirty="0"/>
              <a:t>A slack period is </a:t>
            </a:r>
            <a:r>
              <a:rPr lang="en-US" b="1" dirty="0"/>
              <a:t>one in which there is not much work or activity</a:t>
            </a:r>
            <a:r>
              <a:rPr lang="en-US" dirty="0"/>
              <a:t>.</a:t>
            </a:r>
            <a:endParaRPr lang="en-US" altLang="en-US" dirty="0"/>
          </a:p>
          <a:p>
            <a:pPr lvl="1">
              <a:buFont typeface="Wingdings" panose="05000000000000000000" pitchFamily="2" charset="2"/>
              <a:buChar char="Ø"/>
            </a:pPr>
            <a:r>
              <a:rPr lang="en-US" b="1" dirty="0"/>
              <a:t>Slack time = Latest start time - Earliest </a:t>
            </a:r>
            <a:r>
              <a:rPr lang="en-US" b="1"/>
              <a:t>start time</a:t>
            </a:r>
            <a:r>
              <a:rPr lang="en-US"/>
              <a:t>.</a:t>
            </a:r>
            <a:endParaRPr lang="en-US" altLang="en-US" dirty="0"/>
          </a:p>
          <a:p>
            <a:endParaRPr lang="en-US" dirty="0"/>
          </a:p>
        </p:txBody>
      </p:sp>
      <p:sp>
        <p:nvSpPr>
          <p:cNvPr id="5" name="Slide Number Placeholder 4"/>
          <p:cNvSpPr>
            <a:spLocks noGrp="1"/>
          </p:cNvSpPr>
          <p:nvPr>
            <p:ph type="sldNum" sz="quarter" idx="11"/>
          </p:nvPr>
        </p:nvSpPr>
        <p:spPr/>
        <p:txBody>
          <a:bodyPr/>
          <a:lstStyle/>
          <a:p>
            <a:r>
              <a:rPr lang="en-US" altLang="en-US" dirty="0"/>
              <a:t>49</a:t>
            </a:r>
          </a:p>
        </p:txBody>
      </p:sp>
    </p:spTree>
    <p:extLst>
      <p:ext uri="{BB962C8B-B14F-4D97-AF65-F5344CB8AC3E}">
        <p14:creationId xmlns:p14="http://schemas.microsoft.com/office/powerpoint/2010/main" val="18586090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91CEB-16E1-28E2-22B4-93ED98C704D7}"/>
              </a:ext>
            </a:extLst>
          </p:cNvPr>
          <p:cNvSpPr>
            <a:spLocks noGrp="1"/>
          </p:cNvSpPr>
          <p:nvPr>
            <p:ph type="title"/>
          </p:nvPr>
        </p:nvSpPr>
        <p:spPr/>
        <p:txBody>
          <a:bodyPr/>
          <a:lstStyle/>
          <a:p>
            <a:r>
              <a:rPr lang="en-US" altLang="en-US" dirty="0">
                <a:effectLst>
                  <a:outerShdw blurRad="38100" dist="38100" dir="2700000" algn="tl">
                    <a:srgbClr val="C0C0C0"/>
                  </a:outerShdw>
                </a:effectLst>
              </a:rPr>
              <a:t>Critical path method </a:t>
            </a:r>
            <a:endParaRPr lang="en-US" dirty="0"/>
          </a:p>
        </p:txBody>
      </p:sp>
      <p:sp>
        <p:nvSpPr>
          <p:cNvPr id="3" name="Text Placeholder 2">
            <a:extLst>
              <a:ext uri="{FF2B5EF4-FFF2-40B4-BE49-F238E27FC236}">
                <a16:creationId xmlns:a16="http://schemas.microsoft.com/office/drawing/2014/main" id="{E4B7F267-C39A-F390-3681-1D6D6E758A9D}"/>
              </a:ext>
            </a:extLst>
          </p:cNvPr>
          <p:cNvSpPr>
            <a:spLocks noGrp="1"/>
          </p:cNvSpPr>
          <p:nvPr>
            <p:ph type="body" idx="1"/>
          </p:nvPr>
        </p:nvSpPr>
        <p:spPr/>
        <p:txBody>
          <a:bodyPr>
            <a:normAutofit/>
          </a:bodyPr>
          <a:lstStyle/>
          <a:p>
            <a:r>
              <a:rPr lang="en-US" altLang="en-US" sz="2000" dirty="0"/>
              <a:t>A </a:t>
            </a:r>
            <a:r>
              <a:rPr lang="en-US" altLang="en-US" sz="2000" i="1" dirty="0"/>
              <a:t>forward pass </a:t>
            </a:r>
            <a:r>
              <a:rPr lang="en-US" altLang="en-US" sz="2000" dirty="0"/>
              <a:t>analysis performs schedule calculations that identify the early start and ﬁnish dates of activities and the project </a:t>
            </a:r>
          </a:p>
          <a:p>
            <a:r>
              <a:rPr lang="en-US" altLang="en-US" sz="2000" dirty="0"/>
              <a:t>A </a:t>
            </a:r>
            <a:r>
              <a:rPr lang="en-US" altLang="en-US" sz="2000" i="1" dirty="0"/>
              <a:t>backward pass</a:t>
            </a:r>
            <a:r>
              <a:rPr lang="en-US" altLang="en-US" sz="2000" dirty="0"/>
              <a:t> analysis performs schedule calculations that identify the late start and ﬁnish dates of activities and the project, as well as total and free ﬂoat </a:t>
            </a:r>
          </a:p>
          <a:p>
            <a:r>
              <a:rPr lang="en-US" altLang="en-US" sz="2000" i="1" dirty="0"/>
              <a:t>Total ﬂoat </a:t>
            </a:r>
            <a:r>
              <a:rPr lang="en-US" altLang="en-US" sz="2000" dirty="0"/>
              <a:t>(TF) is the amount of time an activity can be delayed without delaying the project as a whole </a:t>
            </a:r>
          </a:p>
          <a:p>
            <a:r>
              <a:rPr lang="en-US" altLang="en-US" sz="2000" i="1" dirty="0"/>
              <a:t>Free ﬂoat </a:t>
            </a:r>
            <a:r>
              <a:rPr lang="en-US" altLang="en-US" sz="2000" dirty="0"/>
              <a:t>(FF) is the amount of time an activity can be delayed without delaying its successor (dependent) activities </a:t>
            </a:r>
          </a:p>
          <a:p>
            <a:r>
              <a:rPr lang="en-US" altLang="en-US" sz="2000" dirty="0"/>
              <a:t>Note that total ﬂoat is global to the project, while free ﬂoat is local to the neighborhood of the activity </a:t>
            </a:r>
          </a:p>
          <a:p>
            <a:endParaRPr lang="en-US" dirty="0"/>
          </a:p>
        </p:txBody>
      </p:sp>
      <p:sp>
        <p:nvSpPr>
          <p:cNvPr id="4" name="Slide Number Placeholder 3">
            <a:extLst>
              <a:ext uri="{FF2B5EF4-FFF2-40B4-BE49-F238E27FC236}">
                <a16:creationId xmlns:a16="http://schemas.microsoft.com/office/drawing/2014/main" id="{D5A0250D-A9B4-39E1-EBAB-323EBD8707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extLst>
      <p:ext uri="{BB962C8B-B14F-4D97-AF65-F5344CB8AC3E}">
        <p14:creationId xmlns:p14="http://schemas.microsoft.com/office/powerpoint/2010/main" val="18992020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 CPM</a:t>
            </a:r>
          </a:p>
        </p:txBody>
      </p:sp>
      <p:sp>
        <p:nvSpPr>
          <p:cNvPr id="3" name="Text Placeholder 2"/>
          <p:cNvSpPr>
            <a:spLocks noGrp="1"/>
          </p:cNvSpPr>
          <p:nvPr>
            <p:ph type="body" idx="1"/>
          </p:nvPr>
        </p:nvSpPr>
        <p:spPr/>
        <p:txBody>
          <a:bodyPr/>
          <a:lstStyle/>
          <a:p>
            <a:r>
              <a:rPr lang="en-US" altLang="en-US" dirty="0"/>
              <a:t>Network activities</a:t>
            </a:r>
          </a:p>
          <a:p>
            <a:pPr lvl="1"/>
            <a:r>
              <a:rPr lang="en-US" altLang="en-US" dirty="0"/>
              <a:t>ES: early start</a:t>
            </a:r>
          </a:p>
          <a:p>
            <a:pPr lvl="1"/>
            <a:r>
              <a:rPr lang="en-US" altLang="en-US" dirty="0"/>
              <a:t>EF: early finish</a:t>
            </a:r>
          </a:p>
          <a:p>
            <a:pPr lvl="1"/>
            <a:r>
              <a:rPr lang="en-US" altLang="en-US" dirty="0"/>
              <a:t>LS: late start</a:t>
            </a:r>
          </a:p>
          <a:p>
            <a:pPr lvl="1"/>
            <a:r>
              <a:rPr lang="en-US" altLang="en-US" dirty="0"/>
              <a:t>LF: late finish</a:t>
            </a:r>
          </a:p>
          <a:p>
            <a:r>
              <a:rPr lang="en-US" altLang="en-US" dirty="0"/>
              <a:t>Used to determine</a:t>
            </a:r>
          </a:p>
          <a:p>
            <a:pPr lvl="1"/>
            <a:r>
              <a:rPr lang="en-US" altLang="en-US" dirty="0"/>
              <a:t>Expected project duration</a:t>
            </a:r>
          </a:p>
          <a:p>
            <a:pPr lvl="1"/>
            <a:r>
              <a:rPr lang="en-US" altLang="en-US" dirty="0"/>
              <a:t>Slack time</a:t>
            </a:r>
          </a:p>
          <a:p>
            <a:pPr lvl="1"/>
            <a:r>
              <a:rPr lang="en-US" altLang="en-US" dirty="0"/>
              <a:t>Critical path</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extLst>
      <p:ext uri="{BB962C8B-B14F-4D97-AF65-F5344CB8AC3E}">
        <p14:creationId xmlns:p14="http://schemas.microsoft.com/office/powerpoint/2010/main" val="21514174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CPM –Forward Pass</a:t>
            </a:r>
          </a:p>
        </p:txBody>
      </p:sp>
      <p:sp>
        <p:nvSpPr>
          <p:cNvPr id="3" name="Content Placeholder 2"/>
          <p:cNvSpPr>
            <a:spLocks noGrp="1"/>
          </p:cNvSpPr>
          <p:nvPr>
            <p:ph idx="1"/>
          </p:nvPr>
        </p:nvSpPr>
        <p:spPr/>
        <p:txBody>
          <a:bodyPr/>
          <a:lstStyle/>
          <a:p>
            <a:endParaRPr lang="en-US" dirty="0"/>
          </a:p>
          <a:p>
            <a:r>
              <a:rPr lang="en-US" dirty="0"/>
              <a:t>ES  : 1</a:t>
            </a:r>
          </a:p>
          <a:p>
            <a:r>
              <a:rPr lang="en-US" dirty="0"/>
              <a:t>EF : ES +Duration - 1</a:t>
            </a:r>
          </a:p>
          <a:p>
            <a:r>
              <a:rPr lang="en-US" dirty="0"/>
              <a:t>ES of Next Activity  : EF of previous activity +1 </a:t>
            </a:r>
          </a:p>
          <a:p>
            <a:r>
              <a:rPr lang="en-US" dirty="0"/>
              <a:t>EF of next Activity : ES+Duration-1</a:t>
            </a:r>
          </a:p>
          <a:p>
            <a:endParaRPr lang="en-US" dirty="0"/>
          </a:p>
          <a:p>
            <a:endParaRPr lang="en-US" dirty="0"/>
          </a:p>
          <a:p>
            <a:endParaRPr lang="en-US" dirty="0"/>
          </a:p>
        </p:txBody>
      </p:sp>
      <p:sp>
        <p:nvSpPr>
          <p:cNvPr id="5" name="Slide Number Placeholder 4"/>
          <p:cNvSpPr>
            <a:spLocks noGrp="1"/>
          </p:cNvSpPr>
          <p:nvPr>
            <p:ph type="sldNum" sz="quarter" idx="11"/>
          </p:nvPr>
        </p:nvSpPr>
        <p:spPr>
          <a:xfrm>
            <a:off x="3686184" y="6459785"/>
            <a:ext cx="4893611" cy="365125"/>
          </a:xfrm>
        </p:spPr>
        <p:txBody>
          <a:bodyPr/>
          <a:lstStyle/>
          <a:p>
            <a:r>
              <a:rPr lang="en-US" altLang="en-US" dirty="0"/>
              <a:t>50</a:t>
            </a:r>
          </a:p>
        </p:txBody>
      </p:sp>
    </p:spTree>
    <p:extLst>
      <p:ext uri="{BB962C8B-B14F-4D97-AF65-F5344CB8AC3E}">
        <p14:creationId xmlns:p14="http://schemas.microsoft.com/office/powerpoint/2010/main" val="38554463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CPM </a:t>
            </a:r>
            <a:r>
              <a:rPr lang="en-US"/>
              <a:t>– Backsword </a:t>
            </a:r>
            <a:r>
              <a:rPr lang="en-US" dirty="0"/>
              <a:t>Pass</a:t>
            </a:r>
          </a:p>
        </p:txBody>
      </p:sp>
      <p:sp>
        <p:nvSpPr>
          <p:cNvPr id="3" name="Content Placeholder 2"/>
          <p:cNvSpPr>
            <a:spLocks noGrp="1"/>
          </p:cNvSpPr>
          <p:nvPr>
            <p:ph idx="1"/>
          </p:nvPr>
        </p:nvSpPr>
        <p:spPr/>
        <p:txBody>
          <a:bodyPr/>
          <a:lstStyle/>
          <a:p>
            <a:r>
              <a:rPr lang="en-US" dirty="0"/>
              <a:t>LF = EF of last activity</a:t>
            </a:r>
          </a:p>
          <a:p>
            <a:r>
              <a:rPr lang="en-US" dirty="0"/>
              <a:t>LS = LF-Duration+1</a:t>
            </a:r>
          </a:p>
          <a:p>
            <a:r>
              <a:rPr lang="en-US" dirty="0"/>
              <a:t>LF of </a:t>
            </a:r>
            <a:r>
              <a:rPr lang="en-US" dirty="0" err="1"/>
              <a:t>prev</a:t>
            </a:r>
            <a:r>
              <a:rPr lang="en-US" dirty="0"/>
              <a:t> Activity = LS -1 of </a:t>
            </a:r>
            <a:r>
              <a:rPr lang="en-US" dirty="0" err="1"/>
              <a:t>Prev</a:t>
            </a:r>
            <a:r>
              <a:rPr lang="en-US" dirty="0"/>
              <a:t> Activity</a:t>
            </a:r>
          </a:p>
          <a:p>
            <a:endParaRPr lang="en-US" dirty="0"/>
          </a:p>
          <a:p>
            <a:endParaRPr lang="en-US" dirty="0"/>
          </a:p>
          <a:p>
            <a:r>
              <a:rPr lang="en-US"/>
              <a:t>https://www.pmexamsmartnotes.com/how-to-calculate-critical-path-float-and-early-and-late-starts-and-finishes/3/</a:t>
            </a:r>
            <a:endParaRPr lang="en-US" dirty="0"/>
          </a:p>
          <a:p>
            <a:endParaRPr lang="en-US" dirty="0"/>
          </a:p>
        </p:txBody>
      </p:sp>
      <p:sp>
        <p:nvSpPr>
          <p:cNvPr id="5" name="Slide Number Placeholder 4"/>
          <p:cNvSpPr>
            <a:spLocks noGrp="1"/>
          </p:cNvSpPr>
          <p:nvPr>
            <p:ph type="sldNum" sz="quarter" idx="11"/>
          </p:nvPr>
        </p:nvSpPr>
        <p:spPr/>
        <p:txBody>
          <a:bodyPr/>
          <a:lstStyle/>
          <a:p>
            <a:r>
              <a:rPr lang="en-US" altLang="en-US" dirty="0"/>
              <a:t>51</a:t>
            </a:r>
          </a:p>
        </p:txBody>
      </p:sp>
    </p:spTree>
    <p:extLst>
      <p:ext uri="{BB962C8B-B14F-4D97-AF65-F5344CB8AC3E}">
        <p14:creationId xmlns:p14="http://schemas.microsoft.com/office/powerpoint/2010/main" val="39062609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98"/>
        <p:cNvGrpSpPr/>
        <p:nvPr/>
      </p:nvGrpSpPr>
      <p:grpSpPr>
        <a:xfrm>
          <a:off x="0" y="0"/>
          <a:ext cx="0" cy="0"/>
          <a:chOff x="0" y="0"/>
          <a:chExt cx="0" cy="0"/>
        </a:xfrm>
      </p:grpSpPr>
      <p:sp>
        <p:nvSpPr>
          <p:cNvPr id="1699" name="Google Shape;1699;p13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13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01" name="Google Shape;1701;p132"/>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
        <p:nvSpPr>
          <p:cNvPr id="1702" name="Google Shape;1702;p132"/>
          <p:cNvSpPr/>
          <p:nvPr/>
        </p:nvSpPr>
        <p:spPr>
          <a:xfrm>
            <a:off x="0" y="0"/>
            <a:ext cx="12192001" cy="633431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03" name="Google Shape;1703;p132"/>
          <p:cNvSpPr txBox="1">
            <a:spLocks noGrp="1"/>
          </p:cNvSpPr>
          <p:nvPr>
            <p:ph type="title"/>
          </p:nvPr>
        </p:nvSpPr>
        <p:spPr>
          <a:xfrm>
            <a:off x="8141110" y="639097"/>
            <a:ext cx="3401961" cy="3686015"/>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262626"/>
              </a:buClr>
              <a:buSzPts val="6600"/>
              <a:buFont typeface="Calibri"/>
              <a:buNone/>
            </a:pPr>
            <a:r>
              <a:rPr lang="en-US" sz="6600">
                <a:solidFill>
                  <a:srgbClr val="262626"/>
                </a:solidFill>
              </a:rPr>
              <a:t>Example</a:t>
            </a:r>
            <a:endParaRPr/>
          </a:p>
        </p:txBody>
      </p:sp>
      <p:pic>
        <p:nvPicPr>
          <p:cNvPr id="1704" name="Google Shape;1704;p132"/>
          <p:cNvPicPr preferRelativeResize="0">
            <a:picLocks noGrp="1"/>
          </p:cNvPicPr>
          <p:nvPr>
            <p:ph type="body" idx="1"/>
          </p:nvPr>
        </p:nvPicPr>
        <p:blipFill rotWithShape="1">
          <a:blip r:embed="rId3">
            <a:alphaModFix/>
          </a:blip>
          <a:srcRect/>
          <a:stretch/>
        </p:blipFill>
        <p:spPr>
          <a:xfrm>
            <a:off x="-65732" y="137160"/>
            <a:ext cx="8052944" cy="6261163"/>
          </a:xfrm>
          <a:prstGeom prst="rect">
            <a:avLst/>
          </a:prstGeom>
          <a:noFill/>
          <a:ln>
            <a:noFill/>
          </a:ln>
        </p:spPr>
      </p:pic>
      <p:cxnSp>
        <p:nvCxnSpPr>
          <p:cNvPr id="1705" name="Google Shape;1705;p132"/>
          <p:cNvCxnSpPr/>
          <p:nvPr/>
        </p:nvCxnSpPr>
        <p:spPr>
          <a:xfrm>
            <a:off x="8209305" y="4343400"/>
            <a:ext cx="3200400" cy="0"/>
          </a:xfrm>
          <a:prstGeom prst="straightConnector1">
            <a:avLst/>
          </a:prstGeom>
          <a:noFill/>
          <a:ln w="9525" cap="flat" cmpd="sng">
            <a:solidFill>
              <a:schemeClr val="dk2">
                <a:alpha val="89803"/>
              </a:schemeClr>
            </a:solidFill>
            <a:prstDash val="solid"/>
            <a:round/>
            <a:headEnd type="none" w="sm" len="sm"/>
            <a:tailEnd type="none" w="sm" len="sm"/>
          </a:ln>
        </p:spPr>
      </p:cxnSp>
      <p:sp>
        <p:nvSpPr>
          <p:cNvPr id="1706" name="Google Shape;1706;p132"/>
          <p:cNvSpPr/>
          <p:nvPr/>
        </p:nvSpPr>
        <p:spPr>
          <a:xfrm>
            <a:off x="15" y="6334316"/>
            <a:ext cx="12191985" cy="6648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132"/>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13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13"/>
        <p:cNvGrpSpPr/>
        <p:nvPr/>
      </p:nvGrpSpPr>
      <p:grpSpPr>
        <a:xfrm>
          <a:off x="0" y="0"/>
          <a:ext cx="0" cy="0"/>
          <a:chOff x="0" y="0"/>
          <a:chExt cx="0" cy="0"/>
        </a:xfrm>
      </p:grpSpPr>
      <p:sp>
        <p:nvSpPr>
          <p:cNvPr id="1714" name="Google Shape;1714;p133"/>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133"/>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133"/>
          <p:cNvSpPr/>
          <p:nvPr/>
        </p:nvSpPr>
        <p:spPr>
          <a:xfrm>
            <a:off x="0" y="0"/>
            <a:ext cx="12192000" cy="6858000"/>
          </a:xfrm>
          <a:prstGeom prst="rect">
            <a:avLst/>
          </a:prstGeom>
          <a:solidFill>
            <a:srgbClr val="4F506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17" name="Google Shape;1717;p133"/>
          <p:cNvSpPr/>
          <p:nvPr/>
        </p:nvSpPr>
        <p:spPr>
          <a:xfrm>
            <a:off x="477012" y="480060"/>
            <a:ext cx="11237976" cy="589788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718" name="Google Shape;1718;p133" descr="Chart&#10;&#10;Description automatically generated"/>
          <p:cNvPicPr preferRelativeResize="0">
            <a:picLocks noGrp="1"/>
          </p:cNvPicPr>
          <p:nvPr>
            <p:ph type="body" idx="1"/>
          </p:nvPr>
        </p:nvPicPr>
        <p:blipFill rotWithShape="1">
          <a:blip r:embed="rId3">
            <a:alphaModFix/>
          </a:blip>
          <a:srcRect/>
          <a:stretch/>
        </p:blipFill>
        <p:spPr>
          <a:xfrm>
            <a:off x="1756036" y="801793"/>
            <a:ext cx="8679928" cy="5273056"/>
          </a:xfrm>
          <a:prstGeom prst="rect">
            <a:avLst/>
          </a:prstGeom>
          <a:noFill/>
          <a:ln>
            <a:noFill/>
          </a:ln>
        </p:spPr>
      </p:pic>
      <p:sp>
        <p:nvSpPr>
          <p:cNvPr id="1719" name="Google Shape;1719;p13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bg>
      <p:bgPr>
        <a:solidFill>
          <a:schemeClr val="lt1"/>
        </a:solidFill>
        <a:effectLst/>
      </p:bgPr>
    </p:bg>
    <p:spTree>
      <p:nvGrpSpPr>
        <p:cNvPr id="1" name="Shape 1723"/>
        <p:cNvGrpSpPr/>
        <p:nvPr/>
      </p:nvGrpSpPr>
      <p:grpSpPr>
        <a:xfrm>
          <a:off x="0" y="0"/>
          <a:ext cx="0" cy="0"/>
          <a:chOff x="0" y="0"/>
          <a:chExt cx="0" cy="0"/>
        </a:xfrm>
      </p:grpSpPr>
      <p:sp>
        <p:nvSpPr>
          <p:cNvPr id="1724" name="Google Shape;1724;p13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13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134"/>
          <p:cNvSpPr/>
          <p:nvPr/>
        </p:nvSpPr>
        <p:spPr>
          <a:xfrm>
            <a:off x="0" y="0"/>
            <a:ext cx="12192000" cy="6858000"/>
          </a:xfrm>
          <a:prstGeom prst="rect">
            <a:avLst/>
          </a:prstGeom>
          <a:solidFill>
            <a:srgbClr val="686E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27" name="Google Shape;1727;p134"/>
          <p:cNvSpPr/>
          <p:nvPr/>
        </p:nvSpPr>
        <p:spPr>
          <a:xfrm>
            <a:off x="477012" y="480060"/>
            <a:ext cx="11237976" cy="589788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728" name="Google Shape;1728;p134" descr="Timeline&#10;&#10;Description automatically generated"/>
          <p:cNvPicPr preferRelativeResize="0">
            <a:picLocks noGrp="1"/>
          </p:cNvPicPr>
          <p:nvPr>
            <p:ph type="body" idx="1"/>
          </p:nvPr>
        </p:nvPicPr>
        <p:blipFill rotWithShape="1">
          <a:blip r:embed="rId3">
            <a:alphaModFix/>
          </a:blip>
          <a:srcRect r="6178"/>
          <a:stretch/>
        </p:blipFill>
        <p:spPr>
          <a:xfrm>
            <a:off x="2376276" y="801793"/>
            <a:ext cx="7439448" cy="5273056"/>
          </a:xfrm>
          <a:prstGeom prst="rect">
            <a:avLst/>
          </a:prstGeom>
          <a:noFill/>
          <a:ln>
            <a:noFill/>
          </a:ln>
        </p:spPr>
      </p:pic>
      <p:sp>
        <p:nvSpPr>
          <p:cNvPr id="1729" name="Google Shape;1729;p13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33"/>
        <p:cNvGrpSpPr/>
        <p:nvPr/>
      </p:nvGrpSpPr>
      <p:grpSpPr>
        <a:xfrm>
          <a:off x="0" y="0"/>
          <a:ext cx="0" cy="0"/>
          <a:chOff x="0" y="0"/>
          <a:chExt cx="0" cy="0"/>
        </a:xfrm>
      </p:grpSpPr>
      <p:sp>
        <p:nvSpPr>
          <p:cNvPr id="1734" name="Google Shape;1734;p13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13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135"/>
          <p:cNvSpPr/>
          <p:nvPr/>
        </p:nvSpPr>
        <p:spPr>
          <a:xfrm>
            <a:off x="0" y="0"/>
            <a:ext cx="12192000" cy="6858000"/>
          </a:xfrm>
          <a:prstGeom prst="rect">
            <a:avLst/>
          </a:prstGeom>
          <a:solidFill>
            <a:srgbClr val="5960A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37" name="Google Shape;1737;p135"/>
          <p:cNvSpPr/>
          <p:nvPr/>
        </p:nvSpPr>
        <p:spPr>
          <a:xfrm>
            <a:off x="477012" y="480060"/>
            <a:ext cx="11237976" cy="589788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738" name="Google Shape;1738;p135" descr="Chart&#10;&#10;Description automatically generated"/>
          <p:cNvPicPr preferRelativeResize="0">
            <a:picLocks noGrp="1"/>
          </p:cNvPicPr>
          <p:nvPr>
            <p:ph type="body" idx="1"/>
          </p:nvPr>
        </p:nvPicPr>
        <p:blipFill rotWithShape="1">
          <a:blip r:embed="rId3">
            <a:alphaModFix/>
          </a:blip>
          <a:srcRect/>
          <a:stretch/>
        </p:blipFill>
        <p:spPr>
          <a:xfrm>
            <a:off x="2557036" y="801793"/>
            <a:ext cx="7077928" cy="5273056"/>
          </a:xfrm>
          <a:prstGeom prst="rect">
            <a:avLst/>
          </a:prstGeom>
          <a:noFill/>
          <a:ln>
            <a:noFill/>
          </a:ln>
        </p:spPr>
      </p:pic>
      <p:sp>
        <p:nvSpPr>
          <p:cNvPr id="1739" name="Google Shape;1739;p13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842"/>
        <p:cNvGrpSpPr/>
        <p:nvPr/>
      </p:nvGrpSpPr>
      <p:grpSpPr>
        <a:xfrm>
          <a:off x="0" y="0"/>
          <a:ext cx="0" cy="0"/>
          <a:chOff x="0" y="0"/>
          <a:chExt cx="0" cy="0"/>
        </a:xfrm>
      </p:grpSpPr>
      <p:sp>
        <p:nvSpPr>
          <p:cNvPr id="1843" name="Google Shape;1843;p6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endParaRPr/>
          </a:p>
        </p:txBody>
      </p:sp>
      <p:pic>
        <p:nvPicPr>
          <p:cNvPr id="1844" name="Google Shape;1844;p64"/>
          <p:cNvPicPr preferRelativeResize="0">
            <a:picLocks noGrp="1"/>
          </p:cNvPicPr>
          <p:nvPr>
            <p:ph type="body" idx="1"/>
          </p:nvPr>
        </p:nvPicPr>
        <p:blipFill rotWithShape="1">
          <a:blip r:embed="rId3">
            <a:alphaModFix/>
          </a:blip>
          <a:srcRect/>
          <a:stretch/>
        </p:blipFill>
        <p:spPr>
          <a:xfrm>
            <a:off x="0" y="0"/>
            <a:ext cx="12191999" cy="6858000"/>
          </a:xfrm>
          <a:prstGeom prst="rect">
            <a:avLst/>
          </a:prstGeom>
          <a:noFill/>
          <a:ln>
            <a:noFill/>
          </a:ln>
        </p:spPr>
      </p:pic>
      <p:sp>
        <p:nvSpPr>
          <p:cNvPr id="1845" name="Google Shape;1845;p6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n-US"/>
              <a:t>60</a:t>
            </a:fld>
            <a:endParaRP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849"/>
        <p:cNvGrpSpPr/>
        <p:nvPr/>
      </p:nvGrpSpPr>
      <p:grpSpPr>
        <a:xfrm>
          <a:off x="0" y="0"/>
          <a:ext cx="0" cy="0"/>
          <a:chOff x="0" y="0"/>
          <a:chExt cx="0" cy="0"/>
        </a:xfrm>
      </p:grpSpPr>
      <p:graphicFrame>
        <p:nvGraphicFramePr>
          <p:cNvPr id="1850" name="Google Shape;1850;p142"/>
          <p:cNvGraphicFramePr/>
          <p:nvPr/>
        </p:nvGraphicFramePr>
        <p:xfrm>
          <a:off x="1096961" y="1923131"/>
          <a:ext cx="9679900" cy="4265425"/>
        </p:xfrm>
        <a:graphic>
          <a:graphicData uri="http://schemas.openxmlformats.org/drawingml/2006/table">
            <a:tbl>
              <a:tblPr>
                <a:noFill/>
                <a:tableStyleId>{08CF6051-8640-4DF2-80FC-4A977FD1F0BA}</a:tableStyleId>
              </a:tblPr>
              <a:tblGrid>
                <a:gridCol w="827525">
                  <a:extLst>
                    <a:ext uri="{9D8B030D-6E8A-4147-A177-3AD203B41FA5}">
                      <a16:colId xmlns:a16="http://schemas.microsoft.com/office/drawing/2014/main" val="20000"/>
                    </a:ext>
                  </a:extLst>
                </a:gridCol>
                <a:gridCol w="4401850">
                  <a:extLst>
                    <a:ext uri="{9D8B030D-6E8A-4147-A177-3AD203B41FA5}">
                      <a16:colId xmlns:a16="http://schemas.microsoft.com/office/drawing/2014/main" val="20001"/>
                    </a:ext>
                  </a:extLst>
                </a:gridCol>
                <a:gridCol w="2088500">
                  <a:extLst>
                    <a:ext uri="{9D8B030D-6E8A-4147-A177-3AD203B41FA5}">
                      <a16:colId xmlns:a16="http://schemas.microsoft.com/office/drawing/2014/main" val="20002"/>
                    </a:ext>
                  </a:extLst>
                </a:gridCol>
                <a:gridCol w="2362025">
                  <a:extLst>
                    <a:ext uri="{9D8B030D-6E8A-4147-A177-3AD203B41FA5}">
                      <a16:colId xmlns:a16="http://schemas.microsoft.com/office/drawing/2014/main" val="20003"/>
                    </a:ext>
                  </a:extLst>
                </a:gridCol>
              </a:tblGrid>
              <a:tr h="860875">
                <a:tc gridSpan="2">
                  <a:txBody>
                    <a:bodyPr/>
                    <a:lstStyle/>
                    <a:p>
                      <a:pPr marL="0" marR="0" lvl="0" indent="0" algn="l" rtl="0">
                        <a:lnSpc>
                          <a:spcPct val="100000"/>
                        </a:lnSpc>
                        <a:spcBef>
                          <a:spcPts val="0"/>
                        </a:spcBef>
                        <a:spcAft>
                          <a:spcPts val="0"/>
                        </a:spcAft>
                        <a:buClr>
                          <a:schemeClr val="lt2"/>
                        </a:buClr>
                        <a:buSzPts val="1350"/>
                        <a:buFont typeface="Times"/>
                        <a:buNone/>
                      </a:pPr>
                      <a:r>
                        <a:rPr lang="en-US" sz="1800" b="1" i="0" u="none" strike="noStrike" cap="none">
                          <a:solidFill>
                            <a:schemeClr val="dk1"/>
                          </a:solidFill>
                          <a:latin typeface="Times New Roman"/>
                          <a:ea typeface="Times New Roman"/>
                          <a:cs typeface="Times New Roman"/>
                          <a:sym typeface="Times New Roman"/>
                        </a:rPr>
                        <a:t>Activity </a:t>
                      </a:r>
                      <a:endParaRPr sz="1800" b="0" i="0" u="none" strike="noStrike" cap="none">
                        <a:solidFill>
                          <a:schemeClr val="dk1"/>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hMerge="1">
                  <a:txBody>
                    <a:bodyPr/>
                    <a:lstStyle/>
                    <a:p>
                      <a:endParaRPr lang="en-US"/>
                    </a:p>
                  </a:txBody>
                  <a:tcPr/>
                </a:tc>
                <a:tc>
                  <a:txBody>
                    <a:bodyPr/>
                    <a:lstStyle/>
                    <a:p>
                      <a:pPr marL="0" marR="0" lvl="0" indent="0" algn="l" rtl="0">
                        <a:lnSpc>
                          <a:spcPct val="100000"/>
                        </a:lnSpc>
                        <a:spcBef>
                          <a:spcPts val="0"/>
                        </a:spcBef>
                        <a:spcAft>
                          <a:spcPts val="0"/>
                        </a:spcAft>
                        <a:buClr>
                          <a:schemeClr val="lt2"/>
                        </a:buClr>
                        <a:buSzPts val="1350"/>
                        <a:buFont typeface="Times"/>
                        <a:buNone/>
                      </a:pPr>
                      <a:r>
                        <a:rPr lang="en-US" sz="1800" b="1" i="0" u="none" strike="noStrike" cap="none">
                          <a:solidFill>
                            <a:schemeClr val="dk1"/>
                          </a:solidFill>
                          <a:latin typeface="Times New Roman"/>
                          <a:ea typeface="Times New Roman"/>
                          <a:cs typeface="Times New Roman"/>
                          <a:sym typeface="Times New Roman"/>
                        </a:rPr>
                        <a:t>Duration </a:t>
                      </a: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720"/>
                        </a:spcBef>
                        <a:spcAft>
                          <a:spcPts val="0"/>
                        </a:spcAft>
                        <a:buClr>
                          <a:schemeClr val="lt2"/>
                        </a:buClr>
                        <a:buSzPts val="1350"/>
                        <a:buFont typeface="Times"/>
                        <a:buNone/>
                      </a:pPr>
                      <a:r>
                        <a:rPr lang="en-US" sz="1800" b="1" i="0" u="none" strike="noStrike" cap="none">
                          <a:solidFill>
                            <a:schemeClr val="dk1"/>
                          </a:solidFill>
                          <a:latin typeface="Times New Roman"/>
                          <a:ea typeface="Times New Roman"/>
                          <a:cs typeface="Times New Roman"/>
                          <a:sym typeface="Times New Roman"/>
                        </a:rPr>
                        <a:t>(weeks)</a:t>
                      </a:r>
                      <a:endParaRPr sz="1800" b="0" i="0" u="none" strike="noStrike" cap="none">
                        <a:solidFill>
                          <a:schemeClr val="dk1"/>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350"/>
                        <a:buFont typeface="Times"/>
                        <a:buNone/>
                      </a:pPr>
                      <a:r>
                        <a:rPr lang="en-US" sz="1800" b="1" i="0" u="none" strike="noStrike" cap="none">
                          <a:solidFill>
                            <a:schemeClr val="dk1"/>
                          </a:solidFill>
                          <a:latin typeface="Times New Roman"/>
                          <a:ea typeface="Times New Roman"/>
                          <a:cs typeface="Times New Roman"/>
                          <a:sym typeface="Times New Roman"/>
                        </a:rPr>
                        <a:t>Precedents</a:t>
                      </a:r>
                      <a:endParaRPr sz="1800" b="0" i="0" u="none" strike="noStrike" cap="none">
                        <a:solidFill>
                          <a:schemeClr val="dk1"/>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64900">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A</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Hardware selection </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FF3300"/>
                          </a:solidFill>
                          <a:latin typeface="Times New Roman"/>
                          <a:ea typeface="Times New Roman"/>
                          <a:cs typeface="Times New Roman"/>
                          <a:sym typeface="Times New Roman"/>
                        </a:rPr>
                        <a:t>6</a:t>
                      </a: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350"/>
                        <a:buFont typeface="Times"/>
                        <a:buNone/>
                      </a:pP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19950">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B</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Software design</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FF3300"/>
                          </a:solidFill>
                          <a:latin typeface="Times New Roman"/>
                          <a:ea typeface="Times New Roman"/>
                          <a:cs typeface="Times New Roman"/>
                          <a:sym typeface="Times New Roman"/>
                        </a:rPr>
                        <a:t>4</a:t>
                      </a: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350"/>
                        <a:buFont typeface="Times"/>
                        <a:buNone/>
                      </a:pP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19950">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C</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Install hardware</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FF3300"/>
                          </a:solidFill>
                          <a:latin typeface="Times New Roman"/>
                          <a:ea typeface="Times New Roman"/>
                          <a:cs typeface="Times New Roman"/>
                          <a:sym typeface="Times New Roman"/>
                        </a:rPr>
                        <a:t>3</a:t>
                      </a: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FF3300"/>
                          </a:solidFill>
                          <a:latin typeface="Times New Roman"/>
                          <a:ea typeface="Times New Roman"/>
                          <a:cs typeface="Times New Roman"/>
                          <a:sym typeface="Times New Roman"/>
                        </a:rPr>
                        <a:t>A</a:t>
                      </a: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19950">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D</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Code &amp; test software</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FF3300"/>
                          </a:solidFill>
                          <a:latin typeface="Times New Roman"/>
                          <a:ea typeface="Times New Roman"/>
                          <a:cs typeface="Times New Roman"/>
                          <a:sym typeface="Times New Roman"/>
                        </a:rPr>
                        <a:t>4</a:t>
                      </a: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FF3300"/>
                          </a:solidFill>
                          <a:latin typeface="Times New Roman"/>
                          <a:ea typeface="Times New Roman"/>
                          <a:cs typeface="Times New Roman"/>
                          <a:sym typeface="Times New Roman"/>
                        </a:rPr>
                        <a:t>B</a:t>
                      </a: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9950">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E</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File take-on</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FF3300"/>
                          </a:solidFill>
                          <a:latin typeface="Times New Roman"/>
                          <a:ea typeface="Times New Roman"/>
                          <a:cs typeface="Times New Roman"/>
                          <a:sym typeface="Times New Roman"/>
                        </a:rPr>
                        <a:t>3</a:t>
                      </a: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FF3300"/>
                          </a:solidFill>
                          <a:latin typeface="Times New Roman"/>
                          <a:ea typeface="Times New Roman"/>
                          <a:cs typeface="Times New Roman"/>
                          <a:sym typeface="Times New Roman"/>
                        </a:rPr>
                        <a:t>B</a:t>
                      </a: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19950">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F</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Write user manuals</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FF3300"/>
                          </a:solidFill>
                          <a:latin typeface="Times New Roman"/>
                          <a:ea typeface="Times New Roman"/>
                          <a:cs typeface="Times New Roman"/>
                          <a:sym typeface="Times New Roman"/>
                        </a:rPr>
                        <a:t>10</a:t>
                      </a: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350"/>
                        <a:buFont typeface="Times"/>
                        <a:buNone/>
                      </a:pP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19950">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G</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User training </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FF3300"/>
                          </a:solidFill>
                          <a:latin typeface="Times New Roman"/>
                          <a:ea typeface="Times New Roman"/>
                          <a:cs typeface="Times New Roman"/>
                          <a:sym typeface="Times New Roman"/>
                        </a:rPr>
                        <a:t>3</a:t>
                      </a: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FF3300"/>
                          </a:solidFill>
                          <a:latin typeface="Times New Roman"/>
                          <a:ea typeface="Times New Roman"/>
                          <a:cs typeface="Times New Roman"/>
                          <a:sym typeface="Times New Roman"/>
                        </a:rPr>
                        <a:t>E</a:t>
                      </a: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19950">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H</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350"/>
                        <a:buFont typeface="Times"/>
                        <a:buNone/>
                      </a:pPr>
                      <a:r>
                        <a:rPr lang="en-US" sz="1800" b="0" i="0" u="none" strike="noStrike" cap="none">
                          <a:solidFill>
                            <a:srgbClr val="0000FF"/>
                          </a:solidFill>
                          <a:latin typeface="Times New Roman"/>
                          <a:ea typeface="Times New Roman"/>
                          <a:cs typeface="Times New Roman"/>
                          <a:sym typeface="Times New Roman"/>
                        </a:rPr>
                        <a:t>Install &amp; test system</a:t>
                      </a:r>
                      <a:endParaRPr sz="1800" b="0" i="0" u="none" strike="noStrike" cap="none">
                        <a:solidFill>
                          <a:srgbClr val="0000FF"/>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FF3300"/>
                          </a:solidFill>
                          <a:latin typeface="Times New Roman"/>
                          <a:ea typeface="Times New Roman"/>
                          <a:cs typeface="Times New Roman"/>
                          <a:sym typeface="Times New Roman"/>
                        </a:rPr>
                        <a:t>2</a:t>
                      </a: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lt2"/>
                        </a:buClr>
                        <a:buSzPts val="1350"/>
                        <a:buFont typeface="Times"/>
                        <a:buNone/>
                      </a:pPr>
                      <a:r>
                        <a:rPr lang="en-US" sz="1800" b="0" i="0" u="none" strike="noStrike" cap="none">
                          <a:solidFill>
                            <a:srgbClr val="FF3300"/>
                          </a:solidFill>
                          <a:latin typeface="Times New Roman"/>
                          <a:ea typeface="Times New Roman"/>
                          <a:cs typeface="Times New Roman"/>
                          <a:sym typeface="Times New Roman"/>
                        </a:rPr>
                        <a:t>C</a:t>
                      </a:r>
                      <a:endParaRPr sz="1800" b="0" i="0" u="none" strike="noStrike" cap="none">
                        <a:solidFill>
                          <a:srgbClr val="FF3300"/>
                        </a:solidFill>
                        <a:latin typeface="Helvetica Neue Light"/>
                        <a:ea typeface="Helvetica Neue Light"/>
                        <a:cs typeface="Helvetica Neue Light"/>
                        <a:sym typeface="Helvetica Neue Light"/>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1851" name="Google Shape;1851;p14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00"/>
              <a:buFont typeface="Calibri"/>
              <a:buNone/>
            </a:pPr>
            <a:fld id="{00000000-1234-1234-1234-123412341234}" type="slidenum">
              <a:rPr lang="en-US"/>
              <a:t>61</a:t>
            </a:fld>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Echo">
  <a:themeElements>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396</TotalTime>
  <Words>3303</Words>
  <Application>Microsoft Office PowerPoint</Application>
  <PresentationFormat>Widescreen</PresentationFormat>
  <Paragraphs>588</Paragraphs>
  <Slides>61</Slides>
  <Notes>38</Notes>
  <HiddenSlides>1</HiddenSlides>
  <MMClips>0</MMClips>
  <ScaleCrop>false</ScaleCrop>
  <HeadingPairs>
    <vt:vector size="8" baseType="variant">
      <vt:variant>
        <vt:lpstr>Fonts Used</vt:lpstr>
      </vt:variant>
      <vt:variant>
        <vt:i4>9</vt:i4>
      </vt:variant>
      <vt:variant>
        <vt:lpstr>Theme</vt:lpstr>
      </vt:variant>
      <vt:variant>
        <vt:i4>4</vt:i4>
      </vt:variant>
      <vt:variant>
        <vt:lpstr>Embedded OLE Servers</vt:lpstr>
      </vt:variant>
      <vt:variant>
        <vt:i4>1</vt:i4>
      </vt:variant>
      <vt:variant>
        <vt:lpstr>Slide Titles</vt:lpstr>
      </vt:variant>
      <vt:variant>
        <vt:i4>61</vt:i4>
      </vt:variant>
    </vt:vector>
  </HeadingPairs>
  <TitlesOfParts>
    <vt:vector size="75" baseType="lpstr">
      <vt:lpstr>Noto Sans Symbols</vt:lpstr>
      <vt:lpstr>Wingdings</vt:lpstr>
      <vt:lpstr>Times</vt:lpstr>
      <vt:lpstr>arial</vt:lpstr>
      <vt:lpstr>arial</vt:lpstr>
      <vt:lpstr>Times New Roman</vt:lpstr>
      <vt:lpstr>Comic Sans MS</vt:lpstr>
      <vt:lpstr>Helvetica Neue Light</vt:lpstr>
      <vt:lpstr>Calibri</vt:lpstr>
      <vt:lpstr>Retrospect</vt:lpstr>
      <vt:lpstr>Office Theme</vt:lpstr>
      <vt:lpstr>1_Office Theme</vt:lpstr>
      <vt:lpstr>Echo</vt:lpstr>
      <vt:lpstr>Microsoft Word 97 - 2003 Document</vt:lpstr>
      <vt:lpstr>Intro to  Software Engineering </vt:lpstr>
      <vt:lpstr>Software Project Management</vt:lpstr>
      <vt:lpstr>Software Project Management (2)</vt:lpstr>
      <vt:lpstr>Software Project Management (3)</vt:lpstr>
      <vt:lpstr>In a nutshell</vt:lpstr>
      <vt:lpstr>Project</vt:lpstr>
      <vt:lpstr>Project Management</vt:lpstr>
      <vt:lpstr>PowerPoint Presentation</vt:lpstr>
      <vt:lpstr>Terminology : Deliverable</vt:lpstr>
      <vt:lpstr>Terminology : Milestone</vt:lpstr>
      <vt:lpstr>Terminology : Work Package</vt:lpstr>
      <vt:lpstr>Terminology : Work Product </vt:lpstr>
      <vt:lpstr>Terminology : Task</vt:lpstr>
      <vt:lpstr>Terminology : Activity</vt:lpstr>
      <vt:lpstr>Terminology</vt:lpstr>
      <vt:lpstr>Standard Approach to Project Management </vt:lpstr>
      <vt:lpstr>Product and the Project Life Cycles</vt:lpstr>
      <vt:lpstr>Phases in a Project Life Cycle</vt:lpstr>
      <vt:lpstr>Project Charter Example: Web Site</vt:lpstr>
      <vt:lpstr>Project Management Life Cycle</vt:lpstr>
      <vt:lpstr>Knowledge Areas for Project Management</vt:lpstr>
      <vt:lpstr>PowerPoint Presentation</vt:lpstr>
      <vt:lpstr>Project Planning Tools</vt:lpstr>
      <vt:lpstr>1. Software Project Planning</vt:lpstr>
      <vt:lpstr>PowerPoint Presentation</vt:lpstr>
      <vt:lpstr>Planning Process Flow</vt:lpstr>
      <vt:lpstr>Types of Plans</vt:lpstr>
      <vt:lpstr>Types of Plans</vt:lpstr>
      <vt:lpstr>The Project Plan- Format</vt:lpstr>
      <vt:lpstr>PowerPoint Presentation</vt:lpstr>
      <vt:lpstr>The first step - define the Scope</vt:lpstr>
      <vt:lpstr>Decomposition</vt:lpstr>
      <vt:lpstr>WBS-Work Breakdown Structure</vt:lpstr>
      <vt:lpstr>WBS-Work Breakdown Structure</vt:lpstr>
      <vt:lpstr>WBS Framework</vt:lpstr>
      <vt:lpstr>Hierarchy of WBS</vt:lpstr>
      <vt:lpstr>WBS Template for Software Development Project</vt:lpstr>
      <vt:lpstr>Example</vt:lpstr>
      <vt:lpstr>Examples </vt:lpstr>
      <vt:lpstr>3. Activity Planning</vt:lpstr>
      <vt:lpstr>Planning And Scheduling</vt:lpstr>
      <vt:lpstr>Task Dependencies</vt:lpstr>
      <vt:lpstr>Scheduling as precedence</vt:lpstr>
      <vt:lpstr>Gantt chart  - Define activities  </vt:lpstr>
      <vt:lpstr>Gantt Chart</vt:lpstr>
      <vt:lpstr>Gantt Chart</vt:lpstr>
      <vt:lpstr>Project Network Diagrams</vt:lpstr>
      <vt:lpstr>Basic Project Network Diagrams (PND)…..</vt:lpstr>
      <vt:lpstr>Terminology: Network Diagram</vt:lpstr>
      <vt:lpstr>Terminology: Network Diagram</vt:lpstr>
      <vt:lpstr>Sequence activities  (Critical Path Method CPM )</vt:lpstr>
      <vt:lpstr>Critical path method </vt:lpstr>
      <vt:lpstr>Terminology: CPM</vt:lpstr>
      <vt:lpstr>CPM –Forward Pass</vt:lpstr>
      <vt:lpstr>CPM – Backsword Pass</vt:lpstr>
      <vt:lpstr>Example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Software Engineering</dc:title>
  <dc:creator>Irum Inayat</dc:creator>
  <cp:lastModifiedBy>Basharat Hussain</cp:lastModifiedBy>
  <cp:revision>48</cp:revision>
  <dcterms:created xsi:type="dcterms:W3CDTF">2021-05-04T05:27:42Z</dcterms:created>
  <dcterms:modified xsi:type="dcterms:W3CDTF">2025-02-26T17:02:16Z</dcterms:modified>
</cp:coreProperties>
</file>