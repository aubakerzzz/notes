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86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2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30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5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75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3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1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6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4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40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75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Engineers Make Great Entrepreneurs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analytical &amp; logical thinking</a:t>
            </a:r>
          </a:p>
          <a:p>
            <a:r>
              <a:rPr dirty="0"/>
              <a:t>Build MVPs </a:t>
            </a:r>
            <a:r>
              <a:rPr lang="en-US" dirty="0"/>
              <a:t>(Minimum Viable Product)</a:t>
            </a:r>
            <a:r>
              <a:rPr dirty="0"/>
              <a:t>quickly</a:t>
            </a:r>
          </a:p>
          <a:p>
            <a:r>
              <a:rPr dirty="0"/>
              <a:t>Automation &amp; scalability mindset</a:t>
            </a:r>
          </a:p>
          <a:p>
            <a:r>
              <a:rPr dirty="0"/>
              <a:t>Low dependency on others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Entrepreneur vs Intrapreneur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Entrepreneur: Owns venture, high risk &amp; reward</a:t>
            </a:r>
          </a:p>
          <a:p>
            <a:r>
              <a:t>Intrapreneur: Works within company</a:t>
            </a:r>
          </a:p>
          <a:p>
            <a:r>
              <a:t>Both need creativity &amp; leadership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Job vs Freelancing vs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Job: Stability, fixed income</a:t>
            </a:r>
          </a:p>
          <a:p>
            <a:r>
              <a:t>Freelancing: Flexible, skill-based income</a:t>
            </a:r>
          </a:p>
          <a:p>
            <a:r>
              <a:t>Entrepreneurship: High risk, scalable rewards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Common Myths About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Needs big capital</a:t>
            </a:r>
          </a:p>
          <a:p>
            <a:r>
              <a:t>Only for business students</a:t>
            </a:r>
          </a:p>
          <a:p>
            <a:r>
              <a:t>Failure is permanent</a:t>
            </a:r>
          </a:p>
          <a:p>
            <a:r>
              <a:t>Success is quick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Reality of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Skill-based journey</a:t>
            </a:r>
          </a:p>
          <a:p>
            <a:r>
              <a:t>Long-term commitment</a:t>
            </a:r>
          </a:p>
          <a:p>
            <a:r>
              <a:t>Learning through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vs Service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Product: One-to-many value</a:t>
            </a:r>
          </a:p>
          <a:p>
            <a:r>
              <a:t>Service: One-to-one value</a:t>
            </a:r>
          </a:p>
          <a:p>
            <a:r>
              <a:t>Products scale better long-term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Effort vs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Services: Quick money, time-bound</a:t>
            </a:r>
          </a:p>
          <a:p>
            <a:r>
              <a:t>Products: Slow start, scalable income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Wealth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Products create assets</a:t>
            </a:r>
          </a:p>
          <a:p>
            <a:r>
              <a:t>Services create income</a:t>
            </a:r>
          </a:p>
          <a:p>
            <a:r>
              <a:t>Products attract investors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Ideal Path for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services</a:t>
            </a:r>
          </a:p>
          <a:p>
            <a:r>
              <a:t>Identify repeated problems</a:t>
            </a:r>
          </a:p>
          <a:p>
            <a:r>
              <a:t>Convert into product</a:t>
            </a:r>
          </a:p>
          <a:p>
            <a:r>
              <a:t>Scale with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Pakistan Needs Entrepreneurs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 creation</a:t>
            </a:r>
          </a:p>
          <a:p>
            <a:r>
              <a:t>Tech exports</a:t>
            </a:r>
          </a:p>
          <a:p>
            <a:r>
              <a:t>Reduce brain drain</a:t>
            </a:r>
          </a:p>
          <a:p>
            <a:r>
              <a:t>Economic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Vision &amp;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Entrepreneurship is a marathon</a:t>
            </a:r>
          </a:p>
          <a:p>
            <a:r>
              <a:t>Wealth is not the final goal</a:t>
            </a:r>
          </a:p>
          <a:p>
            <a:r>
              <a:t>True vision is impact &amp;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192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Parcel</vt:lpstr>
      <vt:lpstr>Why Engineers Make Great Entrepreneurs</vt:lpstr>
      <vt:lpstr>Entrepreneur vs Intrapreneur</vt:lpstr>
      <vt:lpstr>Job vs Freelancing vs Entrepreneurship</vt:lpstr>
      <vt:lpstr>Common Myths About Entrepreneurship</vt:lpstr>
      <vt:lpstr>Reality of Entrepreneurship</vt:lpstr>
      <vt:lpstr>Product vs Service Business</vt:lpstr>
      <vt:lpstr>Effort vs Income</vt:lpstr>
      <vt:lpstr>Scalability &amp; Wealth</vt:lpstr>
      <vt:lpstr>Ideal Path for Engineers</vt:lpstr>
      <vt:lpstr>Why Pakistan Needs Entrepreneurs</vt:lpstr>
      <vt:lpstr>Long-Term Vision &amp; Mindset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Fariah Rafiq</cp:lastModifiedBy>
  <cp:revision>2</cp:revision>
  <dcterms:created xsi:type="dcterms:W3CDTF">2013-01-27T09:14:16Z</dcterms:created>
  <dcterms:modified xsi:type="dcterms:W3CDTF">2026-02-02T16:46:54Z</dcterms:modified>
  <cp:category/>
</cp:coreProperties>
</file>